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71" r:id="rId4"/>
    <p:sldId id="300" r:id="rId5"/>
    <p:sldId id="269" r:id="rId6"/>
    <p:sldId id="275" r:id="rId7"/>
    <p:sldId id="283" r:id="rId8"/>
    <p:sldId id="284" r:id="rId9"/>
    <p:sldId id="297" r:id="rId10"/>
    <p:sldId id="298" r:id="rId11"/>
    <p:sldId id="276" r:id="rId12"/>
    <p:sldId id="299" r:id="rId13"/>
    <p:sldId id="290" r:id="rId14"/>
    <p:sldId id="274" r:id="rId15"/>
    <p:sldId id="286" r:id="rId16"/>
    <p:sldId id="287" r:id="rId17"/>
    <p:sldId id="270" r:id="rId18"/>
    <p:sldId id="289" r:id="rId19"/>
    <p:sldId id="277" r:id="rId20"/>
    <p:sldId id="278" r:id="rId21"/>
    <p:sldId id="291" r:id="rId22"/>
    <p:sldId id="292" r:id="rId23"/>
    <p:sldId id="294" r:id="rId24"/>
    <p:sldId id="295" r:id="rId25"/>
    <p:sldId id="279" r:id="rId26"/>
    <p:sldId id="268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modSld sldOrd">
      <pc:chgData name="Chad Furl" userId="e1f063c0-f891-481e-b162-0b825299f031" providerId="ADAL" clId="{6ADDB542-7708-4E33-BA5D-95E7728F0CE2}" dt="2026-09-03T19:42:04.893" v="1449" actId="20577"/>
      <pc:docMkLst>
        <pc:docMk/>
      </pc:docMkLst>
      <pc:sldChg chg="delSp modSp mod">
        <pc:chgData name="Chad Furl" userId="e1f063c0-f891-481e-b162-0b825299f031" providerId="ADAL" clId="{6ADDB542-7708-4E33-BA5D-95E7728F0CE2}" dt="2026-09-03T19:41:36.112" v="1448" actId="478"/>
        <pc:sldMkLst>
          <pc:docMk/>
          <pc:sldMk cId="2838444412" sldId="274"/>
        </pc:sldMkLst>
        <pc:spChg chg="del">
          <ac:chgData name="Chad Furl" userId="e1f063c0-f891-481e-b162-0b825299f031" providerId="ADAL" clId="{6ADDB542-7708-4E33-BA5D-95E7728F0CE2}" dt="2026-09-03T19:41:21.418" v="1423" actId="478"/>
          <ac:spMkLst>
            <pc:docMk/>
            <pc:sldMk cId="2838444412" sldId="274"/>
            <ac:spMk id="7" creationId="{18D614D3-F9FA-D936-1A6B-13D9ACE4757A}"/>
          </ac:spMkLst>
        </pc:spChg>
        <pc:spChg chg="del">
          <ac:chgData name="Chad Furl" userId="e1f063c0-f891-481e-b162-0b825299f031" providerId="ADAL" clId="{6ADDB542-7708-4E33-BA5D-95E7728F0CE2}" dt="2026-09-03T19:41:36.112" v="1448" actId="478"/>
          <ac:spMkLst>
            <pc:docMk/>
            <pc:sldMk cId="2838444412" sldId="274"/>
            <ac:spMk id="9" creationId="{021ABC2C-4811-7768-5C91-D42D1223824A}"/>
          </ac:spMkLst>
        </pc:spChg>
        <pc:spChg chg="del">
          <ac:chgData name="Chad Furl" userId="e1f063c0-f891-481e-b162-0b825299f031" providerId="ADAL" clId="{6ADDB542-7708-4E33-BA5D-95E7728F0CE2}" dt="2026-09-03T19:41:20.204" v="1422" actId="478"/>
          <ac:spMkLst>
            <pc:docMk/>
            <pc:sldMk cId="2838444412" sldId="274"/>
            <ac:spMk id="20" creationId="{775BE20B-2B7F-7CFD-EAEA-BF0FA31A06CC}"/>
          </ac:spMkLst>
        </pc:spChg>
        <pc:picChg chg="mod">
          <ac:chgData name="Chad Furl" userId="e1f063c0-f891-481e-b162-0b825299f031" providerId="ADAL" clId="{6ADDB542-7708-4E33-BA5D-95E7728F0CE2}" dt="2026-09-03T19:41:29.351" v="1447" actId="1036"/>
          <ac:picMkLst>
            <pc:docMk/>
            <pc:sldMk cId="2838444412" sldId="274"/>
            <ac:picMk id="18" creationId="{915AACCF-469B-EAE2-A8AA-251A01AD7147}"/>
          </ac:picMkLst>
        </pc:picChg>
      </pc:sldChg>
      <pc:sldChg chg="modSp mod">
        <pc:chgData name="Chad Furl" userId="e1f063c0-f891-481e-b162-0b825299f031" providerId="ADAL" clId="{6ADDB542-7708-4E33-BA5D-95E7728F0CE2}" dt="2026-08-19T18:05:44.814" v="53" actId="20577"/>
        <pc:sldMkLst>
          <pc:docMk/>
          <pc:sldMk cId="1393222068" sldId="276"/>
        </pc:sldMkLst>
      </pc:sldChg>
      <pc:sldChg chg="addSp delSp modSp mod">
        <pc:chgData name="Chad Furl" userId="e1f063c0-f891-481e-b162-0b825299f031" providerId="ADAL" clId="{6ADDB542-7708-4E33-BA5D-95E7728F0CE2}" dt="2026-08-19T19:06:32.031" v="1421" actId="20577"/>
        <pc:sldMkLst>
          <pc:docMk/>
          <pc:sldMk cId="1584524781" sldId="279"/>
        </pc:sldMkLst>
        <pc:spChg chg="mod">
          <ac:chgData name="Chad Furl" userId="e1f063c0-f891-481e-b162-0b825299f031" providerId="ADAL" clId="{6ADDB542-7708-4E33-BA5D-95E7728F0CE2}" dt="2026-08-19T18:54:05.233" v="864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6ADDB542-7708-4E33-BA5D-95E7728F0CE2}" dt="2026-08-19T19:00:47.046" v="1171" actId="1076"/>
          <ac:spMkLst>
            <pc:docMk/>
            <pc:sldMk cId="1584524781" sldId="279"/>
            <ac:spMk id="13" creationId="{F30D97F6-2ED0-93FA-4910-A1E9149FF25A}"/>
          </ac:spMkLst>
        </pc:spChg>
        <pc:spChg chg="add mod">
          <ac:chgData name="Chad Furl" userId="e1f063c0-f891-481e-b162-0b825299f031" providerId="ADAL" clId="{6ADDB542-7708-4E33-BA5D-95E7728F0CE2}" dt="2026-08-19T18:54:18.253" v="866" actId="1076"/>
          <ac:spMkLst>
            <pc:docMk/>
            <pc:sldMk cId="1584524781" sldId="279"/>
            <ac:spMk id="25" creationId="{82081825-98AA-358E-C73E-4EF5AABF1CE3}"/>
          </ac:spMkLst>
        </pc:spChg>
        <pc:spChg chg="add mod">
          <ac:chgData name="Chad Furl" userId="e1f063c0-f891-481e-b162-0b825299f031" providerId="ADAL" clId="{6ADDB542-7708-4E33-BA5D-95E7728F0CE2}" dt="2026-08-19T18:54:28.605" v="878" actId="20577"/>
          <ac:spMkLst>
            <pc:docMk/>
            <pc:sldMk cId="1584524781" sldId="279"/>
            <ac:spMk id="27" creationId="{2FDFA9DC-DA79-0D76-1C01-F4557DD2E8D0}"/>
          </ac:spMkLst>
        </pc:spChg>
        <pc:spChg chg="add mod">
          <ac:chgData name="Chad Furl" userId="e1f063c0-f891-481e-b162-0b825299f031" providerId="ADAL" clId="{6ADDB542-7708-4E33-BA5D-95E7728F0CE2}" dt="2026-08-19T19:03:02.440" v="1260" actId="20577"/>
          <ac:spMkLst>
            <pc:docMk/>
            <pc:sldMk cId="1584524781" sldId="279"/>
            <ac:spMk id="29" creationId="{A8B4C846-5340-DD71-3317-D0BDF2968340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1" creationId="{7F1B1082-7269-96A6-C9F5-36CC260E1BB2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3" creationId="{EDC154FC-24BD-5F78-C0A9-BF8B650BF369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5" creationId="{A51270C4-86BA-1CEA-B36F-00496C216742}"/>
          </ac:spMkLst>
        </pc:spChg>
        <pc:spChg chg="add mod">
          <ac:chgData name="Chad Furl" userId="e1f063c0-f891-481e-b162-0b825299f031" providerId="ADAL" clId="{6ADDB542-7708-4E33-BA5D-95E7728F0CE2}" dt="2026-08-19T19:06:02.860" v="1377" actId="1076"/>
          <ac:spMkLst>
            <pc:docMk/>
            <pc:sldMk cId="1584524781" sldId="279"/>
            <ac:spMk id="37" creationId="{A7C5DE3D-485C-D755-42FD-C92CFF0CD379}"/>
          </ac:spMkLst>
        </pc:spChg>
        <pc:spChg chg="add mod">
          <ac:chgData name="Chad Furl" userId="e1f063c0-f891-481e-b162-0b825299f031" providerId="ADAL" clId="{6ADDB542-7708-4E33-BA5D-95E7728F0CE2}" dt="2026-08-19T19:06:19.587" v="1390" actId="20577"/>
          <ac:spMkLst>
            <pc:docMk/>
            <pc:sldMk cId="1584524781" sldId="279"/>
            <ac:spMk id="39" creationId="{6AADF01C-4338-AAE1-25FA-32E52386A9FA}"/>
          </ac:spMkLst>
        </pc:spChg>
        <pc:spChg chg="add mod">
          <ac:chgData name="Chad Furl" userId="e1f063c0-f891-481e-b162-0b825299f031" providerId="ADAL" clId="{6ADDB542-7708-4E33-BA5D-95E7728F0CE2}" dt="2026-08-19T19:06:32.031" v="1421" actId="20577"/>
          <ac:spMkLst>
            <pc:docMk/>
            <pc:sldMk cId="1584524781" sldId="279"/>
            <ac:spMk id="41" creationId="{ACBDBBE8-15B5-ED64-F38F-B8398D705BDC}"/>
          </ac:spMkLst>
        </pc:spChg>
      </pc:sldChg>
      <pc:sldChg chg="modSp mod">
        <pc:chgData name="Chad Furl" userId="e1f063c0-f891-481e-b162-0b825299f031" providerId="ADAL" clId="{6ADDB542-7708-4E33-BA5D-95E7728F0CE2}" dt="2026-09-03T19:42:04.893" v="1449" actId="20577"/>
        <pc:sldMkLst>
          <pc:docMk/>
          <pc:sldMk cId="1643088688" sldId="287"/>
        </pc:sldMkLst>
        <pc:spChg chg="mod">
          <ac:chgData name="Chad Furl" userId="e1f063c0-f891-481e-b162-0b825299f031" providerId="ADAL" clId="{6ADDB542-7708-4E33-BA5D-95E7728F0CE2}" dt="2026-09-03T19:42:04.893" v="1449" actId="20577"/>
          <ac:spMkLst>
            <pc:docMk/>
            <pc:sldMk cId="1643088688" sldId="287"/>
            <ac:spMk id="28" creationId="{206525D7-3B82-1148-C247-ECBAF1426635}"/>
          </ac:spMkLst>
        </pc:spChg>
      </pc:sldChg>
      <pc:sldChg chg="addSp delSp modSp add mod">
        <pc:chgData name="Chad Furl" userId="e1f063c0-f891-481e-b162-0b825299f031" providerId="ADAL" clId="{6ADDB542-7708-4E33-BA5D-95E7728F0CE2}" dt="2026-08-19T18:49:17.887" v="722" actId="6549"/>
        <pc:sldMkLst>
          <pc:docMk/>
          <pc:sldMk cId="1374114861" sldId="294"/>
        </pc:sldMkLst>
        <pc:spChg chg="mod">
          <ac:chgData name="Chad Furl" userId="e1f063c0-f891-481e-b162-0b825299f031" providerId="ADAL" clId="{6ADDB542-7708-4E33-BA5D-95E7728F0CE2}" dt="2026-08-19T18:42:22.575" v="135" actId="20577"/>
          <ac:spMkLst>
            <pc:docMk/>
            <pc:sldMk cId="1374114861" sldId="294"/>
            <ac:spMk id="6" creationId="{26AF6BBF-C3C3-A563-A971-E8B82ED7A0C6}"/>
          </ac:spMkLst>
        </pc:spChg>
        <pc:spChg chg="mod">
          <ac:chgData name="Chad Furl" userId="e1f063c0-f891-481e-b162-0b825299f031" providerId="ADAL" clId="{6ADDB542-7708-4E33-BA5D-95E7728F0CE2}" dt="2026-08-19T18:42:30.528" v="146" actId="20577"/>
          <ac:spMkLst>
            <pc:docMk/>
            <pc:sldMk cId="1374114861" sldId="294"/>
            <ac:spMk id="10" creationId="{F85BE99F-740E-3928-4ABF-CABC9A280928}"/>
          </ac:spMkLst>
        </pc:spChg>
        <pc:spChg chg="mod">
          <ac:chgData name="Chad Furl" userId="e1f063c0-f891-481e-b162-0b825299f031" providerId="ADAL" clId="{6ADDB542-7708-4E33-BA5D-95E7728F0CE2}" dt="2026-08-19T18:49:17.887" v="722" actId="6549"/>
          <ac:spMkLst>
            <pc:docMk/>
            <pc:sldMk cId="1374114861" sldId="294"/>
            <ac:spMk id="11" creationId="{D5F10504-DA5B-4C0A-EFC4-B155FAC9B941}"/>
          </ac:spMkLst>
        </pc:spChg>
        <pc:spChg chg="mod">
          <ac:chgData name="Chad Furl" userId="e1f063c0-f891-481e-b162-0b825299f031" providerId="ADAL" clId="{6ADDB542-7708-4E33-BA5D-95E7728F0CE2}" dt="2026-08-19T18:44:35.422" v="153" actId="14100"/>
          <ac:spMkLst>
            <pc:docMk/>
            <pc:sldMk cId="1374114861" sldId="294"/>
            <ac:spMk id="18" creationId="{7A7BB5A0-A361-F3BD-A0CF-A1BC90D0F7D7}"/>
          </ac:spMkLst>
        </pc:spChg>
        <pc:spChg chg="mod">
          <ac:chgData name="Chad Furl" userId="e1f063c0-f891-481e-b162-0b825299f031" providerId="ADAL" clId="{6ADDB542-7708-4E33-BA5D-95E7728F0CE2}" dt="2026-08-19T18:46:05.386" v="359" actId="1036"/>
          <ac:spMkLst>
            <pc:docMk/>
            <pc:sldMk cId="1374114861" sldId="294"/>
            <ac:spMk id="19" creationId="{9FD44D4C-54F8-95EF-06B5-ECC2B7E73A49}"/>
          </ac:spMkLst>
        </pc:spChg>
        <pc:picChg chg="add mod ord">
          <ac:chgData name="Chad Furl" userId="e1f063c0-f891-481e-b162-0b825299f031" providerId="ADAL" clId="{6ADDB542-7708-4E33-BA5D-95E7728F0CE2}" dt="2026-08-19T18:43:39.593" v="149" actId="171"/>
          <ac:picMkLst>
            <pc:docMk/>
            <pc:sldMk cId="1374114861" sldId="294"/>
            <ac:picMk id="13" creationId="{F4BB218D-1E99-2D7D-A7F3-671FC76AFC31}"/>
          </ac:picMkLst>
        </pc:picChg>
      </pc:sldChg>
      <pc:sldChg chg="delSp modSp add mod">
        <pc:chgData name="Chad Furl" userId="e1f063c0-f891-481e-b162-0b825299f031" providerId="ADAL" clId="{6ADDB542-7708-4E33-BA5D-95E7728F0CE2}" dt="2026-08-19T18:50:09.880" v="799" actId="20577"/>
        <pc:sldMkLst>
          <pc:docMk/>
          <pc:sldMk cId="3090401803" sldId="295"/>
        </pc:sldMkLst>
        <pc:spChg chg="mod">
          <ac:chgData name="Chad Furl" userId="e1f063c0-f891-481e-b162-0b825299f031" providerId="ADAL" clId="{6ADDB542-7708-4E33-BA5D-95E7728F0CE2}" dt="2026-08-19T18:49:49.545" v="739" actId="20577"/>
          <ac:spMkLst>
            <pc:docMk/>
            <pc:sldMk cId="3090401803" sldId="295"/>
            <ac:spMk id="6" creationId="{2631BA67-5BDA-D960-7D86-0BAF6E985F75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25T19:28:01.572" v="5994" actId="478"/>
      <pc:docMkLst>
        <pc:docMk/>
      </pc:docMkLst>
      <pc:sldChg chg="delSp modSp mod">
        <pc:chgData name="Chad Furl" userId="e1f063c0-f891-481e-b162-0b825299f031" providerId="ADAL" clId="{3E978C21-B3D0-4285-96BE-5AD851B5E1C0}" dt="2026-08-24T19:16:30.427" v="5128" actId="478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5:35.111" v="5074" actId="6549"/>
          <ac:spMkLst>
            <pc:docMk/>
            <pc:sldMk cId="0" sldId="256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6:16.457" v="5126" actId="20577"/>
          <ac:spMkLst>
            <pc:docMk/>
            <pc:sldMk cId="0" sldId="256"/>
            <ac:spMk id="12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24T19:17:02.326" v="5136" actId="20577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7:02.326" v="5136" actId="20577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delSp modSp mod">
        <pc:chgData name="Chad Furl" userId="e1f063c0-f891-481e-b162-0b825299f031" providerId="ADAL" clId="{3E978C21-B3D0-4285-96BE-5AD851B5E1C0}" dt="2026-08-25T19:28:01.572" v="5994" actId="478"/>
        <pc:sldMkLst>
          <pc:docMk/>
          <pc:sldMk cId="0" sldId="268"/>
        </pc:sldMkLst>
        <pc:spChg chg="mod">
          <ac:chgData name="Chad Furl" userId="e1f063c0-f891-481e-b162-0b825299f031" providerId="ADAL" clId="{3E978C21-B3D0-4285-96BE-5AD851B5E1C0}" dt="2026-08-25T19:27:54.037" v="5992" actId="6549"/>
          <ac:spMkLst>
            <pc:docMk/>
            <pc:sldMk cId="0" sldId="268"/>
            <ac:spMk id="5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24T20:21:56.276" v="5605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24T20:18:59.114" v="5473" actId="14100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24T20:21:56.276" v="5605" actId="20577"/>
          <ac:spMkLst>
            <pc:docMk/>
            <pc:sldMk cId="2519128241" sldId="270"/>
            <ac:spMk id="19" creationId="{F677025A-7BB2-3810-EB7F-1607DEB8941D}"/>
          </ac:spMkLst>
        </pc:sp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7:01.199" v="5447" actId="20577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24T20:16:56.587" v="5446" actId="1076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24T20:17:01.199" v="5447" actId="20577"/>
          <ac:spMkLst>
            <pc:docMk/>
            <pc:sldMk cId="2838444412" sldId="274"/>
            <ac:spMk id="11" creationId="{0A0E10F0-A4E5-93B1-D645-1E617D0FAAEB}"/>
          </ac:spMkLst>
        </pc:spChg>
        <pc:picChg chg="add mod">
          <ac:chgData name="Chad Furl" userId="e1f063c0-f891-481e-b162-0b825299f031" providerId="ADAL" clId="{3E978C21-B3D0-4285-96BE-5AD851B5E1C0}" dt="2026-08-20T21:06:37.797" v="4889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1:15:06.895" v="5001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20T21:14:19.165" v="4906" actId="1036"/>
          <ac:spMkLst>
            <pc:docMk/>
            <pc:sldMk cId="1393222068" sldId="276"/>
            <ac:spMk id="7" creationId="{81799742-323B-5FBC-61DC-1E83144DD830}"/>
          </ac:spMkLst>
        </pc:spChg>
        <pc:spChg chg="mod">
          <ac:chgData name="Chad Furl" userId="e1f063c0-f891-481e-b162-0b825299f031" providerId="ADAL" clId="{3E978C21-B3D0-4285-96BE-5AD851B5E1C0}" dt="2026-08-20T21:15:06.895" v="5001" actId="20577"/>
          <ac:spMkLst>
            <pc:docMk/>
            <pc:sldMk cId="1393222068" sldId="276"/>
            <ac:spMk id="20" creationId="{B05ECB45-6F0A-DB51-9F2A-0F15D7C039AC}"/>
          </ac:spMkLst>
        </pc:spChg>
        <pc:picChg chg="add mod modCrop">
          <ac:chgData name="Chad Furl" userId="e1f063c0-f891-481e-b162-0b825299f031" providerId="ADAL" clId="{3E978C21-B3D0-4285-96BE-5AD851B5E1C0}" dt="2026-08-20T21:13:53.946" v="4899" actId="1076"/>
          <ac:picMkLst>
            <pc:docMk/>
            <pc:sldMk cId="1393222068" sldId="276"/>
            <ac:picMk id="14" creationId="{30351D1F-5E3E-8B9F-9385-A08409BF2BC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0:01.782" v="5730" actId="20577"/>
        <pc:sldMkLst>
          <pc:docMk/>
          <pc:sldMk cId="1953992702" sldId="277"/>
        </pc:sldMkLst>
        <pc:spChg chg="mod">
          <ac:chgData name="Chad Furl" userId="e1f063c0-f891-481e-b162-0b825299f031" providerId="ADAL" clId="{3E978C21-B3D0-4285-96BE-5AD851B5E1C0}" dt="2026-08-24T20:29:17.985" v="5624" actId="14100"/>
          <ac:spMkLst>
            <pc:docMk/>
            <pc:sldMk cId="1953992702" sldId="277"/>
            <ac:spMk id="18" creationId="{C2374C13-B236-9E0E-E2A9-38D8E7B7505B}"/>
          </ac:spMkLst>
        </pc:spChg>
        <pc:spChg chg="mod">
          <ac:chgData name="Chad Furl" userId="e1f063c0-f891-481e-b162-0b825299f031" providerId="ADAL" clId="{3E978C21-B3D0-4285-96BE-5AD851B5E1C0}" dt="2026-08-24T20:30:01.782" v="5730" actId="20577"/>
          <ac:spMkLst>
            <pc:docMk/>
            <pc:sldMk cId="1953992702" sldId="277"/>
            <ac:spMk id="19" creationId="{62D58D00-80A7-C45F-F104-D7B8627E461A}"/>
          </ac:spMkLst>
        </pc:spChg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8:29:42.545" v="4404" actId="478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  <pc:spChg chg="mod">
          <ac:chgData name="Chad Furl" userId="e1f063c0-f891-481e-b162-0b825299f031" providerId="ADAL" clId="{3E978C21-B3D0-4285-96BE-5AD851B5E1C0}" dt="2026-08-11T18:27:46.747" v="4389" actId="20577"/>
          <ac:spMkLst>
            <pc:docMk/>
            <pc:sldMk cId="989004632" sldId="278"/>
            <ac:spMk id="14" creationId="{D89420F2-FF14-6F59-5DE6-D6DFF969156E}"/>
          </ac:spMkLst>
        </pc:spChg>
        <pc:spChg chg="mod">
          <ac:chgData name="Chad Furl" userId="e1f063c0-f891-481e-b162-0b825299f031" providerId="ADAL" clId="{3E978C21-B3D0-4285-96BE-5AD851B5E1C0}" dt="2026-08-11T18:21:44.026" v="3909" actId="20577"/>
          <ac:spMkLst>
            <pc:docMk/>
            <pc:sldMk cId="989004632" sldId="278"/>
            <ac:spMk id="16" creationId="{459322FB-9037-6C7E-C3A6-A561493AA4C1}"/>
          </ac:spMkLst>
        </pc:spChg>
        <pc:spChg chg="mod">
          <ac:chgData name="Chad Furl" userId="e1f063c0-f891-481e-b162-0b825299f031" providerId="ADAL" clId="{3E978C21-B3D0-4285-96BE-5AD851B5E1C0}" dt="2026-08-11T18:22:55.737" v="3962" actId="20577"/>
          <ac:spMkLst>
            <pc:docMk/>
            <pc:sldMk cId="989004632" sldId="278"/>
            <ac:spMk id="17" creationId="{6D606ADF-523E-C8F4-A2B7-4B08B3ADD3F2}"/>
          </ac:spMkLst>
        </pc:spChg>
        <pc:spChg chg="mod">
          <ac:chgData name="Chad Furl" userId="e1f063c0-f891-481e-b162-0b825299f031" providerId="ADAL" clId="{3E978C21-B3D0-4285-96BE-5AD851B5E1C0}" dt="2026-08-11T18:23:52.835" v="3988" actId="20577"/>
          <ac:spMkLst>
            <pc:docMk/>
            <pc:sldMk cId="989004632" sldId="278"/>
            <ac:spMk id="19" creationId="{34E5646C-A0FA-B36D-C0FD-4EE74BCCAA50}"/>
          </ac:spMkLst>
        </pc:spChg>
        <pc:spChg chg="mod">
          <ac:chgData name="Chad Furl" userId="e1f063c0-f891-481e-b162-0b825299f031" providerId="ADAL" clId="{3E978C21-B3D0-4285-96BE-5AD851B5E1C0}" dt="2026-08-11T18:24:45.763" v="4152" actId="27636"/>
          <ac:spMkLst>
            <pc:docMk/>
            <pc:sldMk cId="989004632" sldId="278"/>
            <ac:spMk id="20" creationId="{7862159E-C68B-00CE-7488-52320D53DAC3}"/>
          </ac:spMkLst>
        </pc:spChg>
        <pc:spChg chg="mod">
          <ac:chgData name="Chad Furl" userId="e1f063c0-f891-481e-b162-0b825299f031" providerId="ADAL" clId="{3E978C21-B3D0-4285-96BE-5AD851B5E1C0}" dt="2026-08-11T18:24:59.956" v="4171" actId="20577"/>
          <ac:spMkLst>
            <pc:docMk/>
            <pc:sldMk cId="989004632" sldId="278"/>
            <ac:spMk id="22" creationId="{BB2A014C-0407-168A-7605-95333DCE0E8F}"/>
          </ac:spMkLst>
        </pc:spChg>
        <pc:spChg chg="mod">
          <ac:chgData name="Chad Furl" userId="e1f063c0-f891-481e-b162-0b825299f031" providerId="ADAL" clId="{3E978C21-B3D0-4285-96BE-5AD851B5E1C0}" dt="2026-08-11T18:27:30.119" v="4361" actId="27636"/>
          <ac:spMkLst>
            <pc:docMk/>
            <pc:sldMk cId="989004632" sldId="278"/>
            <ac:spMk id="23" creationId="{0FA482F5-4F94-9225-DB87-0E7E2B0383D8}"/>
          </ac:spMkLst>
        </pc:spChg>
        <pc:picChg chg="add mod modCrop">
          <ac:chgData name="Chad Furl" userId="e1f063c0-f891-481e-b162-0b825299f031" providerId="ADAL" clId="{3E978C21-B3D0-4285-96BE-5AD851B5E1C0}" dt="2026-08-11T18:29:31.445" v="4403" actId="1076"/>
          <ac:picMkLst>
            <pc:docMk/>
            <pc:sldMk cId="989004632" sldId="278"/>
            <ac:picMk id="25" creationId="{7C1F64D8-AC50-3DD5-F508-2470083254B6}"/>
          </ac:picMkLst>
        </pc:picChg>
      </pc:sldChg>
      <pc:sldChg chg="modSp add mod">
        <pc:chgData name="Chad Furl" userId="e1f063c0-f891-481e-b162-0b825299f031" providerId="ADAL" clId="{3E978C21-B3D0-4285-96BE-5AD851B5E1C0}" dt="2026-08-25T19:27:42.535" v="5991" actId="14100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3E978C21-B3D0-4285-96BE-5AD851B5E1C0}" dt="2026-08-25T19:27:42.535" v="5991" actId="14100"/>
          <ac:spMkLst>
            <pc:docMk/>
            <pc:sldMk cId="1584524781" sldId="279"/>
            <ac:spMk id="29" creationId="{A8B4C846-5340-DD71-3317-D0BDF2968340}"/>
          </ac:spMkLst>
        </pc:spChg>
        <pc:spChg chg="mod">
          <ac:chgData name="Chad Furl" userId="e1f063c0-f891-481e-b162-0b825299f031" providerId="ADAL" clId="{3E978C21-B3D0-4285-96BE-5AD851B5E1C0}" dt="2026-08-20T21:21:11.230" v="5063" actId="1035"/>
          <ac:spMkLst>
            <pc:docMk/>
            <pc:sldMk cId="1584524781" sldId="279"/>
            <ac:spMk id="35" creationId="{A51270C4-86BA-1CEA-B36F-00496C216742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7" creationId="{A7C5DE3D-485C-D755-42FD-C92CFF0CD379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9" creationId="{6AADF01C-4338-AAE1-25FA-32E52386A9FA}"/>
          </ac:spMkLst>
        </pc:spChg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7:52.585" v="5468" actId="1037"/>
        <pc:sldMkLst>
          <pc:docMk/>
          <pc:sldMk cId="3032059316" sldId="286"/>
        </pc:sldMkLst>
        <pc:spChg chg="mod">
          <ac:chgData name="Chad Furl" userId="e1f063c0-f891-481e-b162-0b825299f031" providerId="ADAL" clId="{3E978C21-B3D0-4285-96BE-5AD851B5E1C0}" dt="2026-08-24T20:17:37.842" v="5457" actId="14100"/>
          <ac:spMkLst>
            <pc:docMk/>
            <pc:sldMk cId="3032059316" sldId="286"/>
            <ac:spMk id="6" creationId="{B60DF58C-4BF6-BA61-9EBC-51B874243EC6}"/>
          </ac:spMkLst>
        </pc:spChg>
        <pc:picChg chg="add mod">
          <ac:chgData name="Chad Furl" userId="e1f063c0-f891-481e-b162-0b825299f031" providerId="ADAL" clId="{3E978C21-B3D0-4285-96BE-5AD851B5E1C0}" dt="2026-08-24T20:17:52.585" v="5468" actId="1037"/>
          <ac:picMkLst>
            <pc:docMk/>
            <pc:sldMk cId="3032059316" sldId="286"/>
            <ac:picMk id="13" creationId="{D05CF086-A89E-5142-D41B-74427C721C17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24T20:18:07.704" v="5470" actId="478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22:33.935" v="5622" actId="20577"/>
        <pc:sldMkLst>
          <pc:docMk/>
          <pc:sldMk cId="3398460120" sldId="289"/>
        </pc:sldMkLst>
        <pc:spChg chg="mod">
          <ac:chgData name="Chad Furl" userId="e1f063c0-f891-481e-b162-0b825299f031" providerId="ADAL" clId="{3E978C21-B3D0-4285-96BE-5AD851B5E1C0}" dt="2026-08-24T20:22:10.740" v="5607" actId="14100"/>
          <ac:spMkLst>
            <pc:docMk/>
            <pc:sldMk cId="3398460120" sldId="289"/>
            <ac:spMk id="18" creationId="{7D270370-2D59-D305-57E3-EBFB1D043385}"/>
          </ac:spMkLst>
        </pc:spChg>
        <pc:spChg chg="mod">
          <ac:chgData name="Chad Furl" userId="e1f063c0-f891-481e-b162-0b825299f031" providerId="ADAL" clId="{3E978C21-B3D0-4285-96BE-5AD851B5E1C0}" dt="2026-08-24T20:22:33.935" v="5622" actId="20577"/>
          <ac:spMkLst>
            <pc:docMk/>
            <pc:sldMk cId="3398460120" sldId="289"/>
            <ac:spMk id="19" creationId="{F24108C3-41A0-BEA7-39C1-E4FC808EB0A2}"/>
          </ac:spMkLst>
        </pc:spChg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0:54:02.104" v="4841" actId="1076"/>
        <pc:sldMkLst>
          <pc:docMk/>
          <pc:sldMk cId="1587184410" sldId="290"/>
        </pc:sldMkLst>
        <pc:spChg chg="mod or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7" creationId="{2E8292DB-057A-EDFC-CDA8-7EA5942BF342}"/>
          </ac:spMkLst>
        </pc:spChg>
        <pc:spChg chg="mod">
          <ac:chgData name="Chad Furl" userId="e1f063c0-f891-481e-b162-0b825299f031" providerId="ADAL" clId="{3E978C21-B3D0-4285-96BE-5AD851B5E1C0}" dt="2026-08-20T20:54:02.104" v="4841" actId="1076"/>
          <ac:spMkLst>
            <pc:docMk/>
            <pc:sldMk cId="1587184410" sldId="290"/>
            <ac:spMk id="10" creationId="{E9444992-DFF2-025A-FBCF-5523B3493C0B}"/>
          </ac:spMkLst>
        </pc:spChg>
        <pc:spChg chg="mo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11" creationId="{E20B16C7-01D9-394E-010C-AD6D6392781D}"/>
          </ac:spMkLst>
        </pc:spChg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  <pc:picChg chg="mod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4" creationId="{7B8BE42D-7349-19E3-8951-3500DE6BDC1C}"/>
          </ac:picMkLst>
        </pc:picChg>
        <pc:picChg chg="add mod modCrop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5" creationId="{56086D04-4AA1-FF8C-66D5-EB0DD54BAA33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1:20.202" v="5844" actId="20577"/>
        <pc:sldMkLst>
          <pc:docMk/>
          <pc:sldMk cId="2618440478" sldId="291"/>
        </pc:sldMkLst>
        <pc:spChg chg="mod">
          <ac:chgData name="Chad Furl" userId="e1f063c0-f891-481e-b162-0b825299f031" providerId="ADAL" clId="{3E978C21-B3D0-4285-96BE-5AD851B5E1C0}" dt="2026-08-11T18:30:10.340" v="4429" actId="20577"/>
          <ac:spMkLst>
            <pc:docMk/>
            <pc:sldMk cId="2618440478" sldId="291"/>
            <ac:spMk id="6" creationId="{E8001144-EDBC-0BFC-9264-689ACB6679AF}"/>
          </ac:spMkLst>
        </pc:spChg>
        <pc:spChg chg="mod">
          <ac:chgData name="Chad Furl" userId="e1f063c0-f891-481e-b162-0b825299f031" providerId="ADAL" clId="{3E978C21-B3D0-4285-96BE-5AD851B5E1C0}" dt="2026-08-24T20:30:27.723" v="5732" actId="14100"/>
          <ac:spMkLst>
            <pc:docMk/>
            <pc:sldMk cId="2618440478" sldId="291"/>
            <ac:spMk id="7" creationId="{D75A8E79-84A4-9E5C-B049-DE5C32F2388B}"/>
          </ac:spMkLst>
        </pc:spChg>
        <pc:spChg chg="mod">
          <ac:chgData name="Chad Furl" userId="e1f063c0-f891-481e-b162-0b825299f031" providerId="ADAL" clId="{3E978C21-B3D0-4285-96BE-5AD851B5E1C0}" dt="2026-08-11T18:30:26.260" v="4459" actId="20577"/>
          <ac:spMkLst>
            <pc:docMk/>
            <pc:sldMk cId="2618440478" sldId="291"/>
            <ac:spMk id="10" creationId="{80C0BF1B-6F0C-7B9E-BA97-DB3A30C327DE}"/>
          </ac:spMkLst>
        </pc:spChg>
        <pc:spChg chg="mod">
          <ac:chgData name="Chad Furl" userId="e1f063c0-f891-481e-b162-0b825299f031" providerId="ADAL" clId="{3E978C21-B3D0-4285-96BE-5AD851B5E1C0}" dt="2026-08-11T19:24:26.711" v="4733" actId="27636"/>
          <ac:spMkLst>
            <pc:docMk/>
            <pc:sldMk cId="2618440478" sldId="291"/>
            <ac:spMk id="11" creationId="{2771EC15-EEDD-5E96-6895-79180F0E20B0}"/>
          </ac:spMkLst>
        </pc:spChg>
        <pc:spChg chg="mod">
          <ac:chgData name="Chad Furl" userId="e1f063c0-f891-481e-b162-0b825299f031" providerId="ADAL" clId="{3E978C21-B3D0-4285-96BE-5AD851B5E1C0}" dt="2026-08-24T20:31:20.202" v="5844" actId="20577"/>
          <ac:spMkLst>
            <pc:docMk/>
            <pc:sldMk cId="2618440478" sldId="291"/>
            <ac:spMk id="20" creationId="{4B97D37B-8DB4-63FB-73F6-5DCFB2066FF7}"/>
          </ac:spMkLst>
        </pc:spChg>
        <pc:picChg chg="add mod">
          <ac:chgData name="Chad Furl" userId="e1f063c0-f891-481e-b162-0b825299f031" providerId="ADAL" clId="{3E978C21-B3D0-4285-96BE-5AD851B5E1C0}" dt="2026-08-11T19:18:36.559" v="4474" actId="1076"/>
          <ac:picMkLst>
            <pc:docMk/>
            <pc:sldMk cId="2618440478" sldId="291"/>
            <ac:picMk id="22" creationId="{F6D414B9-6F21-773F-193B-7DAAA5F7C4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1:54.806" v="5923" actId="478"/>
        <pc:sldMkLst>
          <pc:docMk/>
          <pc:sldMk cId="2469971430" sldId="292"/>
        </pc:sldMkLst>
        <pc:spChg chg="mod">
          <ac:chgData name="Chad Furl" userId="e1f063c0-f891-481e-b162-0b825299f031" providerId="ADAL" clId="{3E978C21-B3D0-4285-96BE-5AD851B5E1C0}" dt="2026-08-11T19:29:50.129" v="4765" actId="14100"/>
          <ac:spMkLst>
            <pc:docMk/>
            <pc:sldMk cId="2469971430" sldId="292"/>
            <ac:spMk id="7" creationId="{580AAF6C-84A0-8444-C520-5F73BC760BD2}"/>
          </ac:spMkLst>
        </pc:spChg>
        <pc:spChg chg="mod">
          <ac:chgData name="Chad Furl" userId="e1f063c0-f891-481e-b162-0b825299f031" providerId="ADAL" clId="{3E978C21-B3D0-4285-96BE-5AD851B5E1C0}" dt="2026-08-24T20:31:51.196" v="5922" actId="20577"/>
          <ac:spMkLst>
            <pc:docMk/>
            <pc:sldMk cId="2469971430" sldId="292"/>
            <ac:spMk id="20" creationId="{CF18A851-F9F2-8961-1DBC-C5C02F5569A7}"/>
          </ac:spMkLst>
        </pc:spChg>
        <pc:picChg chg="add mod modCrop">
          <ac:chgData name="Chad Furl" userId="e1f063c0-f891-481e-b162-0b825299f031" providerId="ADAL" clId="{3E978C21-B3D0-4285-96BE-5AD851B5E1C0}" dt="2026-08-11T19:29:40.153" v="4763" actId="1076"/>
          <ac:picMkLst>
            <pc:docMk/>
            <pc:sldMk cId="2469971430" sldId="292"/>
            <ac:picMk id="14" creationId="{719CF41A-315E-886C-9567-7CF55A96885F}"/>
          </ac:picMkLst>
        </pc:picChg>
      </pc:sldChg>
      <pc:sldChg chg="delSp modSp mod">
        <pc:chgData name="Chad Furl" userId="e1f063c0-f891-481e-b162-0b825299f031" providerId="ADAL" clId="{3E978C21-B3D0-4285-96BE-5AD851B5E1C0}" dt="2026-08-25T19:26:39.797" v="5979" actId="478"/>
        <pc:sldMkLst>
          <pc:docMk/>
          <pc:sldMk cId="1374114861" sldId="294"/>
        </pc:sldMkLst>
        <pc:spChg chg="mod">
          <ac:chgData name="Chad Furl" userId="e1f063c0-f891-481e-b162-0b825299f031" providerId="ADAL" clId="{3E978C21-B3D0-4285-96BE-5AD851B5E1C0}" dt="2026-08-24T20:32:06.822" v="5963" actId="1035"/>
          <ac:spMkLst>
            <pc:docMk/>
            <pc:sldMk cId="1374114861" sldId="294"/>
            <ac:spMk id="11" creationId="{D5F10504-DA5B-4C0A-EFC4-B155FAC9B941}"/>
          </ac:spMkLst>
        </pc:spChg>
      </pc:sldChg>
      <pc:sldChg chg="addSp delSp modSp mod">
        <pc:chgData name="Chad Furl" userId="e1f063c0-f891-481e-b162-0b825299f031" providerId="ADAL" clId="{3E978C21-B3D0-4285-96BE-5AD851B5E1C0}" dt="2026-08-25T19:26:10.079" v="5978" actId="1076"/>
        <pc:sldMkLst>
          <pc:docMk/>
          <pc:sldMk cId="3090401803" sldId="295"/>
        </pc:sldMkLst>
        <pc:picChg chg="add mod modCrop">
          <ac:chgData name="Chad Furl" userId="e1f063c0-f891-481e-b162-0b825299f031" providerId="ADAL" clId="{3E978C21-B3D0-4285-96BE-5AD851B5E1C0}" dt="2026-08-25T19:26:10.079" v="5978" actId="1076"/>
          <ac:picMkLst>
            <pc:docMk/>
            <pc:sldMk cId="3090401803" sldId="295"/>
            <ac:picMk id="8" creationId="{2D2A405F-7E30-F506-D8EB-9CBBB3D2B0EE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4:56.603" v="5417" actId="14100"/>
        <pc:sldMkLst>
          <pc:docMk/>
          <pc:sldMk cId="934722565" sldId="297"/>
        </pc:sldMkLst>
        <pc:spChg chg="mod">
          <ac:chgData name="Chad Furl" userId="e1f063c0-f891-481e-b162-0b825299f031" providerId="ADAL" clId="{3E978C21-B3D0-4285-96BE-5AD851B5E1C0}" dt="2026-08-24T20:14:44.478" v="5413" actId="1076"/>
          <ac:spMkLst>
            <pc:docMk/>
            <pc:sldMk cId="934722565" sldId="297"/>
            <ac:spMk id="6" creationId="{525063A2-83DA-E1A1-01F0-553E7DECF3B8}"/>
          </ac:spMkLst>
        </pc:spChg>
        <pc:spChg chg="mod">
          <ac:chgData name="Chad Furl" userId="e1f063c0-f891-481e-b162-0b825299f031" providerId="ADAL" clId="{3E978C21-B3D0-4285-96BE-5AD851B5E1C0}" dt="2026-08-20T20:55:00.637" v="4870" actId="1076"/>
          <ac:spMkLst>
            <pc:docMk/>
            <pc:sldMk cId="934722565" sldId="297"/>
            <ac:spMk id="7" creationId="{F08684DC-DF68-F469-5E15-8039E53F92D7}"/>
          </ac:spMkLst>
        </pc:spChg>
        <pc:picChg chg="add mod">
          <ac:chgData name="Chad Furl" userId="e1f063c0-f891-481e-b162-0b825299f031" providerId="ADAL" clId="{3E978C21-B3D0-4285-96BE-5AD851B5E1C0}" dt="2026-08-24T20:14:56.603" v="5417" actId="14100"/>
          <ac:picMkLst>
            <pc:docMk/>
            <pc:sldMk cId="934722565" sldId="297"/>
            <ac:picMk id="9" creationId="{F9EC70CF-3939-68FF-752C-FFA67C69562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5:45.653" v="5429" actId="14100"/>
        <pc:sldMkLst>
          <pc:docMk/>
          <pc:sldMk cId="1653341937" sldId="298"/>
        </pc:sldMkLst>
        <pc:spChg chg="mod">
          <ac:chgData name="Chad Furl" userId="e1f063c0-f891-481e-b162-0b825299f031" providerId="ADAL" clId="{3E978C21-B3D0-4285-96BE-5AD851B5E1C0}" dt="2026-08-24T20:15:28" v="5425" actId="1038"/>
          <ac:spMkLst>
            <pc:docMk/>
            <pc:sldMk cId="1653341937" sldId="298"/>
            <ac:spMk id="6" creationId="{469D02D4-8C3F-628D-9000-6F382FBEB579}"/>
          </ac:spMkLst>
        </pc:spChg>
        <pc:picChg chg="add mod">
          <ac:chgData name="Chad Furl" userId="e1f063c0-f891-481e-b162-0b825299f031" providerId="ADAL" clId="{3E978C21-B3D0-4285-96BE-5AD851B5E1C0}" dt="2026-08-24T20:15:45.653" v="5429" actId="14100"/>
          <ac:picMkLst>
            <pc:docMk/>
            <pc:sldMk cId="1653341937" sldId="298"/>
            <ac:picMk id="12" creationId="{53B2E33F-E1DC-E0E8-5A25-38E439BEAFC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0T21:16:27.176" v="5016" actId="20577"/>
        <pc:sldMkLst>
          <pc:docMk/>
          <pc:sldMk cId="3040716077" sldId="299"/>
        </pc:sldMkLst>
        <pc:spChg chg="mod">
          <ac:chgData name="Chad Furl" userId="e1f063c0-f891-481e-b162-0b825299f031" providerId="ADAL" clId="{3E978C21-B3D0-4285-96BE-5AD851B5E1C0}" dt="2026-08-20T21:16:27.176" v="5016" actId="20577"/>
          <ac:spMkLst>
            <pc:docMk/>
            <pc:sldMk cId="3040716077" sldId="299"/>
            <ac:spMk id="20" creationId="{23E3F2C1-8422-130E-9D3C-13E05E2E2CED}"/>
          </ac:spMkLst>
        </pc:spChg>
        <pc:picChg chg="add mod ord modCrop">
          <ac:chgData name="Chad Furl" userId="e1f063c0-f891-481e-b162-0b825299f031" providerId="ADAL" clId="{3E978C21-B3D0-4285-96BE-5AD851B5E1C0}" dt="2026-08-20T21:16:14.447" v="5011" actId="171"/>
          <ac:picMkLst>
            <pc:docMk/>
            <pc:sldMk cId="3040716077" sldId="299"/>
            <ac:picMk id="11" creationId="{B5C0EE71-918F-6202-8FD8-14D6D394E103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4T20:13:58.619" v="5405" actId="20577"/>
        <pc:sldMkLst>
          <pc:docMk/>
          <pc:sldMk cId="2765222130" sldId="300"/>
        </pc:sldMkLst>
        <pc:spChg chg="mod">
          <ac:chgData name="Chad Furl" userId="e1f063c0-f891-481e-b162-0b825299f031" providerId="ADAL" clId="{3E978C21-B3D0-4285-96BE-5AD851B5E1C0}" dt="2026-08-24T20:11:38.628" v="5327" actId="14100"/>
          <ac:spMkLst>
            <pc:docMk/>
            <pc:sldMk cId="2765222130" sldId="300"/>
            <ac:spMk id="11" creationId="{DF0D001D-C4E0-0537-BD23-179EC6E324D5}"/>
          </ac:spMkLst>
        </pc:spChg>
        <pc:spChg chg="mod">
          <ac:chgData name="Chad Furl" userId="e1f063c0-f891-481e-b162-0b825299f031" providerId="ADAL" clId="{3E978C21-B3D0-4285-96BE-5AD851B5E1C0}" dt="2026-08-24T20:13:58.619" v="5405" actId="20577"/>
          <ac:spMkLst>
            <pc:docMk/>
            <pc:sldMk cId="2765222130" sldId="300"/>
            <ac:spMk id="20" creationId="{59B10265-A3F3-FA3C-1768-C5A9348983BA}"/>
          </ac:spMkLst>
        </pc:spChg>
        <pc:picChg chg="add mod ord">
          <ac:chgData name="Chad Furl" userId="e1f063c0-f891-481e-b162-0b825299f031" providerId="ADAL" clId="{3E978C21-B3D0-4285-96BE-5AD851B5E1C0}" dt="2026-08-24T19:58:35.393" v="5143" actId="171"/>
          <ac:picMkLst>
            <pc:docMk/>
            <pc:sldMk cId="2765222130" sldId="300"/>
            <ac:picMk id="9" creationId="{62C00E79-6C4B-A696-D601-130DBB73DC6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7A725-442A-50F4-D068-AFE5C9FB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42B2B-7DFB-744B-2FC2-D69C60FD7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057F5-4D7C-EDD6-559F-22F405788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8C952-3D0D-37C6-2879-6913F1C1A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4278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F39C-8DF2-F43B-872F-A66C1A65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1D97F-8E2B-20A3-0810-AC5E3794A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F4920-1882-77CD-0072-E5AF8F69C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B2A9E-C1EC-71D5-BE4A-9356591CB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6863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D4301-B697-2019-6F3E-C8A05BE0B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3505E-067D-CB96-B14F-10D799B3A4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BAAC1-2513-ED12-9132-BC384FC2E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FF267-CA2D-38B9-4B31-57A4C178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44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4BCAF-E903-AE21-7D10-EC8D3A28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8261C-7DED-E105-BE99-19FC186A5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6FB6A-02AC-FC40-09A2-570628DA9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4B688-6469-6BA9-1CDC-1A513330F8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92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5780-B8F9-76DA-47C7-9F20BDFC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FC52A-3D8C-3919-B5CE-E29908AF4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1C6B-05AE-BBAF-3EBD-2F1BA9D9F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C4B1-7A30-9A71-F650-EF26161FA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795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C35-38CE-BDB7-F4B2-6F4407A7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EBC82-4095-605B-157E-937F7D150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98FA5-AA11-B716-629A-7830E92FD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49164-F3E4-5EA8-B69A-5938807B7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3601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edwardsaquifer.org/GroundWat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Activities Through 2020s Drought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CFBA"/>
                </a:solidFill>
              </a:rPr>
              <a:t>September 16, 2026  ·  STAR SMTX  ·  Chad Furl PhD PE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B5B45"/>
                </a:solidFill>
              </a:rPr>
              <a:t>Daily mean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from USGS gage 08168710 – Comal Springs, was aggregated to monthly means. Rolling averages represent the mean of consecutive monthly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values over the indicated 1- to 60-month periods.</a:t>
            </a: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26E51-2476-07DE-986E-DDA9438B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160120-2A75-E273-E3A5-5A0362185570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C74A82F-29B0-F1DF-8F59-326112F2ED1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CE6CA07-B065-51C0-04AA-4526C485AC3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97124A-7582-F1E4-C2BD-595B387383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C110DB-C1CF-3C41-AC97-9A31EC9E3CEC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C46EAB4-3D1E-D253-A720-B5B55055ADA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F0D001D-C4E0-0537-BD23-179EC6E324D5}"/>
              </a:ext>
            </a:extLst>
          </p:cNvPr>
          <p:cNvSpPr/>
          <p:nvPr/>
        </p:nvSpPr>
        <p:spPr>
          <a:xfrm>
            <a:off x="640080" y="1901951"/>
            <a:ext cx="2417445" cy="42885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May 22, 2025 – 48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April 1, 2026 – 53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Days under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1955 – 15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1956 – 273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1957 – 28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1984 – 96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1990 – 4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2025 – 2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86876C-C092-9D69-9334-6E13A6140D7A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01BC098-A937-5C27-B4B5-787DAF3742B6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9B10265-A3F3-FA3C-1768-C5A9348983B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lvl="0"/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Comal Springs discharge at USGS 08168710 2025 to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presnet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August 1, 2026.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6ABE4-F64A-0A01-397A-7A1079531BE4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C00E79-6C4B-A696-D601-130DBB73D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28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22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93C9D-B2E6-97B4-C4E8-098C6F10F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865617D-F858-C5E0-EA67-77BE3C07EEEC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A8D6C2-C1E2-13C0-1FE4-345573C63B8B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1C59DDC-D250-3D3E-EEE4-BF50D898E491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25063A2-83DA-E1A1-01F0-553E7DECF3B8}"/>
              </a:ext>
            </a:extLst>
          </p:cNvPr>
          <p:cNvSpPr/>
          <p:nvPr/>
        </p:nvSpPr>
        <p:spPr>
          <a:xfrm>
            <a:off x="678180" y="128016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F08684DC-DF68-F469-5E15-8039E53F92D7}"/>
              </a:ext>
            </a:extLst>
          </p:cNvPr>
          <p:cNvSpPr/>
          <p:nvPr/>
        </p:nvSpPr>
        <p:spPr>
          <a:xfrm>
            <a:off x="2532887" y="6239977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C70CF-3939-68FF-752C-FFA67C69562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80" y="590200"/>
            <a:ext cx="10910545" cy="608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2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005-EC8A-BA28-7DAD-8406530E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DAFEFD5-BEA3-415F-E7C4-DC7F114D35D2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96ACF7-0C8F-5E03-459A-EB7620358FB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D7B9BC8-E50E-1119-456F-CCE24059A3A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9D02D4-8C3F-628D-9000-6F382FBEB579}"/>
              </a:ext>
            </a:extLst>
          </p:cNvPr>
          <p:cNvSpPr/>
          <p:nvPr/>
        </p:nvSpPr>
        <p:spPr>
          <a:xfrm>
            <a:off x="667893" y="142758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AB39179-1989-9214-6E95-A75B82FBA698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D5AE1E5-6EB8-F2F2-D511-641B498771A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 walking bridge on 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B2E33F-E1DC-E0E8-5A25-38E439BEAFC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7893" y="624347"/>
            <a:ext cx="10914600" cy="60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341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upstream.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351D1F-5E3E-8B9F-9385-A08409BF2B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914400"/>
            <a:ext cx="7918316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3D18-5ABF-EB6F-CF0E-0829B7EC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ED1FCB-6725-E841-FE8B-CE7870AF7D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C4A4AC-9CCC-72C7-B4B4-43C6967CC6B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558EEF-03CC-269F-CB15-A3CBDD10540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DB6354-C13A-73B6-C8EC-6CE1AA4A796D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A0D8F1-2568-CBDD-52B7-8C974AAAAB3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E4B02-3F62-642C-32B6-2E849BC6D3CC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338F22-56F1-BC88-A386-022188AFA6E8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7DCD68D5-88D2-EF81-26A8-7B1AB3946819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3E3F2C1-8422-130E-9D3C-13E05E2E2CED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downstream.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C0EE71-918F-6202-8FD8-14D6D394E10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884874"/>
            <a:ext cx="7918316" cy="556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716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10083103" y="5545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801624" y="6427661"/>
            <a:ext cx="10588752" cy="26289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932688" y="6707696"/>
            <a:ext cx="10457688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52052" y="915752"/>
            <a:ext cx="5123668" cy="54570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086D04-4AA1-FF8C-66D5-EB0DD54BAA3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759" y="915753"/>
            <a:ext cx="5623293" cy="5457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502920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LANDA LAKE HYDROLOGY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502920" y="2286000"/>
            <a:ext cx="2240280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Surface discharge is measured at four spring runs and four lake cross sections.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Allows estimates of </a:t>
            </a: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2916" y="1152151"/>
            <a:ext cx="8506968" cy="511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126814"/>
            <a:ext cx="8686800" cy="37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5CF086-A89E-5142-D41B-74427C721C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655" y="504825"/>
            <a:ext cx="11008995" cy="614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Table 5-3 EAHCP Flow split management for Old and </a:t>
            </a:r>
            <a:r>
              <a:rPr lang="en-US" sz="1100" b="1"/>
              <a:t>New Channels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3735308" y="5833874"/>
            <a:ext cx="789586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3881611" y="5952746"/>
            <a:ext cx="73405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2018.</a:t>
            </a:r>
            <a:endParaRPr lang="en-US" sz="9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3735308" y="5797296"/>
            <a:ext cx="7740412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3857625" y="5916168"/>
            <a:ext cx="7439025" cy="27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2025-2026.</a:t>
            </a:r>
            <a:endParaRPr lang="en-US" sz="9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6294768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3" y="5916168"/>
            <a:ext cx="6001131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Landa Lake at the entrance to the Old Channel culvert at approximately 60 </a:t>
            </a:r>
            <a:r>
              <a:rPr lang="en-US" sz="950" b="1" dirty="0" err="1">
                <a:solidFill>
                  <a:srgbClr val="3B5B45"/>
                </a:solidFill>
              </a:rPr>
              <a:t>cfs</a:t>
            </a:r>
            <a:r>
              <a:rPr lang="en-US" sz="950" b="1" dirty="0">
                <a:solidFill>
                  <a:srgbClr val="3B5B45"/>
                </a:solidFill>
              </a:rPr>
              <a:t>.</a:t>
            </a:r>
            <a:endParaRPr lang="en-US" sz="9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3895725" y="6071616"/>
            <a:ext cx="7351395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4152900" y="6190488"/>
            <a:ext cx="69479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in the Landa Lake LTBG reach from 2022-2025, long-term averages and Biological Goal for reach shown.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4819650" y="6190488"/>
            <a:ext cx="62811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from Fall 2025 mapping in the Landa Lake LTBG reach.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211-0F50-6188-8E03-A50C0A184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45667-BB64-B754-266E-36EFA1CA5C7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7329FFF-2C1B-C902-24F9-148B8AEED80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29CC2A-4FCA-4D29-4AA7-DC6DB8A7A76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AE2EA4-21ED-111C-06B3-4E276A981FB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F6BBF-C3C3-A563-A971-E8B82ED7A0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lang="en-US" sz="2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F6D2B5-55D4-7A99-C346-F78EB9027BA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85BE99F-740E-3928-4ABF-CABC9A28092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TEMPERATURE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5F10504-DA5B-4C0A-EFC4-B155FAC9B941}"/>
              </a:ext>
            </a:extLst>
          </p:cNvPr>
          <p:cNvSpPr/>
          <p:nvPr/>
        </p:nvSpPr>
        <p:spPr>
          <a:xfrm>
            <a:off x="640080" y="1762124"/>
            <a:ext cx="2399157" cy="3193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Spring Run 3 and Spring Run 7 were unable to record data for 6 days in May of 2025 and 2 days in April of 2026 due to low/zero flows at the monitoring locations.</a:t>
            </a:r>
          </a:p>
          <a:p>
            <a:endParaRPr lang="en-US" sz="1300" dirty="0"/>
          </a:p>
          <a:p>
            <a:r>
              <a:rPr lang="en-US" sz="1300" dirty="0"/>
              <a:t>Temperatures in the Old Channel have largely remained under 25C at the RTWQ monitoring stations with the exception of a brief period in May 2025.</a:t>
            </a:r>
          </a:p>
          <a:p>
            <a:r>
              <a:rPr lang="en-US" sz="1300" dirty="0"/>
              <a:t> 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7BB5A0-A361-F3BD-A0CF-A1BC90D0F7D7}"/>
              </a:ext>
            </a:extLst>
          </p:cNvPr>
          <p:cNvSpPr/>
          <p:nvPr/>
        </p:nvSpPr>
        <p:spPr>
          <a:xfrm>
            <a:off x="4357816" y="5797296"/>
            <a:ext cx="70268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FD44D4C-54F8-95EF-06B5-ECC2B7E73A49}"/>
              </a:ext>
            </a:extLst>
          </p:cNvPr>
          <p:cNvSpPr/>
          <p:nvPr/>
        </p:nvSpPr>
        <p:spPr>
          <a:xfrm>
            <a:off x="4530811" y="5957358"/>
            <a:ext cx="667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Temperature data from real-time water quality stations operating in the Comal system.  Data from 2026 are unapproved and potentially contain incorrect values.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218D-1E99-2D7D-A7F3-671FC76AFC3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288" y="113841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114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B6D21-0392-12CD-D67F-FDE641B7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ACCA21-2F44-073E-4F01-A890A74E40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352B59-FCBD-1968-808F-C215C50FDCD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D738A2-4776-9209-F832-439CAC36B3B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62355-8519-57E5-208A-DD96E067819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31BA67-5BDA-D960-7D86-0BAF6E985F7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9B5D1C-8BCD-0C3D-F1C2-295E3473576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2A405F-7E30-F506-D8EB-9CBBB3D2B0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00" t="16687" r="9123" b="3544"/>
          <a:stretch>
            <a:fillRect/>
          </a:stretch>
        </p:blipFill>
        <p:spPr>
          <a:xfrm>
            <a:off x="640080" y="990600"/>
            <a:ext cx="10750601" cy="5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401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Lake/ Comal Data Presented 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998463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2081825-98AA-358E-C73E-4EF5AABF1CE3}"/>
              </a:ext>
            </a:extLst>
          </p:cNvPr>
          <p:cNvSpPr/>
          <p:nvPr/>
        </p:nvSpPr>
        <p:spPr>
          <a:xfrm>
            <a:off x="640080" y="1133857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FDFA9DC-DA79-0D76-1C01-F4557DD2E8D0}"/>
              </a:ext>
            </a:extLst>
          </p:cNvPr>
          <p:cNvSpPr/>
          <p:nvPr/>
        </p:nvSpPr>
        <p:spPr>
          <a:xfrm>
            <a:off x="1033272" y="1124713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Hydrologic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8B4C846-5340-DD71-3317-D0BDF2968340}"/>
              </a:ext>
            </a:extLst>
          </p:cNvPr>
          <p:cNvSpPr/>
          <p:nvPr/>
        </p:nvSpPr>
        <p:spPr>
          <a:xfrm>
            <a:off x="1033272" y="1417321"/>
            <a:ext cx="7996428" cy="16729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River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Dischage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Spgs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New Braunfels, TX – USGS-08168710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at New Braunfels, TX – USGS-08169000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(nc) nr Landa Lk, New Braunfels, TX – USGS-08168932</a:t>
            </a: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Rv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nr Landa Lk</a:t>
            </a:r>
            <a:r>
              <a:rPr lang="en-US" sz="1050" dirty="0">
                <a:solidFill>
                  <a:srgbClr val="243036"/>
                </a:solidFill>
              </a:rPr>
              <a:t>, New Braunfels, TX – USGS-08168913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Groundwater Height at LCRA Well - </a:t>
            </a:r>
            <a:r>
              <a:rPr lang="en-US" sz="1050" dirty="0">
                <a:solidFill>
                  <a:srgbClr val="243036"/>
                </a:solidFill>
                <a:latin typeface="Aptos"/>
                <a:hlinkClick r:id="rId3"/>
              </a:rPr>
              <a:t>https://data.edwardsaquifer.org/GroundWater</a:t>
            </a:r>
            <a:endParaRPr lang="en-US" sz="1050" dirty="0">
              <a:solidFill>
                <a:srgbClr val="243036"/>
              </a:solidFill>
              <a:latin typeface="Aptos"/>
            </a:endParaRP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Spring Run and Flow split discharge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F1B1082-7269-96A6-C9F5-36CC260E1BB2}"/>
              </a:ext>
            </a:extLst>
          </p:cNvPr>
          <p:cNvSpPr/>
          <p:nvPr/>
        </p:nvSpPr>
        <p:spPr>
          <a:xfrm>
            <a:off x="640080" y="3138326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EDC154FC-24BD-5F78-C0A9-BF8B650BF369}"/>
              </a:ext>
            </a:extLst>
          </p:cNvPr>
          <p:cNvSpPr/>
          <p:nvPr/>
        </p:nvSpPr>
        <p:spPr>
          <a:xfrm>
            <a:off x="1033272" y="312918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Quality and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A51270C4-86BA-1CEA-B36F-00496C216742}"/>
              </a:ext>
            </a:extLst>
          </p:cNvPr>
          <p:cNvSpPr/>
          <p:nvPr/>
        </p:nvSpPr>
        <p:spPr>
          <a:xfrm>
            <a:off x="1033272" y="3402333"/>
            <a:ext cx="3474720" cy="7625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Spring Run 3, 7, and OC Temperature RTWQ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Thermistors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SAV maps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TPWD Spring Orifices Map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7C5DE3D-485C-D755-42FD-C92CFF0CD379}"/>
              </a:ext>
            </a:extLst>
          </p:cNvPr>
          <p:cNvSpPr/>
          <p:nvPr/>
        </p:nvSpPr>
        <p:spPr>
          <a:xfrm>
            <a:off x="640080" y="4281627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AADF01C-4338-AAE1-25FA-32E52386A9FA}"/>
              </a:ext>
            </a:extLst>
          </p:cNvPr>
          <p:cNvSpPr/>
          <p:nvPr/>
        </p:nvSpPr>
        <p:spPr>
          <a:xfrm>
            <a:off x="1033272" y="4281627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Repo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CBDBBE8-15B5-ED64-F38F-B8398D705BDC}"/>
              </a:ext>
            </a:extLst>
          </p:cNvPr>
          <p:cNvSpPr/>
          <p:nvPr/>
        </p:nvSpPr>
        <p:spPr>
          <a:xfrm>
            <a:off x="1033272" y="4476955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and scripts available at: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CB7AF"/>
                </a:solidFill>
              </a:rPr>
              <a:t>EAHCP · LANDA LAKE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1720</Words>
  <Application>Microsoft Office PowerPoint</Application>
  <PresentationFormat>Widescreen</PresentationFormat>
  <Paragraphs>249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2026-09-03T19:42:08Z</dcterms:modified>
</cp:coreProperties>
</file>