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1" r:id="rId4"/>
    <p:sldId id="269" r:id="rId5"/>
    <p:sldId id="272" r:id="rId6"/>
    <p:sldId id="270" r:id="rId7"/>
    <p:sldId id="257" r:id="rId8"/>
    <p:sldId id="258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8171EA-319E-4BBB-A466-E93BA5C6BAEF}" v="687" dt="2026-08-07T20:33:45.9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07T20:59:48.992" v="1096" actId="20577"/>
      <pc:docMkLst>
        <pc:docMk/>
      </pc:docMkLst>
      <pc:sldChg chg="modSp mod">
        <pc:chgData name="Chad Furl" userId="e1f063c0-f891-481e-b162-0b825299f031" providerId="ADAL" clId="{3E978C21-B3D0-4285-96BE-5AD851B5E1C0}" dt="2026-08-07T18:47:03.034" v="111" actId="14100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8-07T18:46:18.485" v="47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8:47:03.034" v="111" actId="14100"/>
          <ac:spMkLst>
            <pc:docMk/>
            <pc:sldMk cId="0" sldId="256"/>
            <ac:spMk id="9" creationId="{00000000-0000-0000-0000-000000000000}"/>
          </ac:spMkLst>
        </pc:spChg>
      </pc:sldChg>
      <pc:sldChg chg="addSp delSp modSp mod ord">
        <pc:chgData name="Chad Furl" userId="e1f063c0-f891-481e-b162-0b825299f031" providerId="ADAL" clId="{3E978C21-B3D0-4285-96BE-5AD851B5E1C0}" dt="2026-08-07T20:39:37.266" v="717" actId="17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8-07T20:33:40.805" v="686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9:59:03.861" v="155" actId="20577"/>
          <ac:spMkLst>
            <pc:docMk/>
            <pc:sldMk cId="0" sldId="259"/>
            <ac:spMk id="6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08.734" v="156" actId="478"/>
          <ac:spMkLst>
            <pc:docMk/>
            <pc:sldMk cId="0" sldId="259"/>
            <ac:spMk id="7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20:03:46.734" v="265" actId="478"/>
          <ac:spMkLst>
            <pc:docMk/>
            <pc:sldMk cId="0" sldId="259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02:37.553" v="183" actId="14100"/>
          <ac:spMkLst>
            <pc:docMk/>
            <pc:sldMk cId="0" sldId="259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45.902" v="687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1:02.018" v="443" actId="404"/>
          <ac:spMkLst>
            <pc:docMk/>
            <pc:sldMk cId="0" sldId="259"/>
            <ac:spMk id="11" creationId="{00000000-0000-0000-0000-000000000000}"/>
          </ac:spMkLst>
        </pc:spChg>
        <pc:spChg chg="del mod">
          <ac:chgData name="Chad Furl" userId="e1f063c0-f891-481e-b162-0b825299f031" providerId="ADAL" clId="{3E978C21-B3D0-4285-96BE-5AD851B5E1C0}" dt="2026-08-07T20:19:03.722" v="277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18.468" v="158" actId="478"/>
          <ac:spMkLst>
            <pc:docMk/>
            <pc:sldMk cId="0" sldId="259"/>
            <ac:spMk id="13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18.468" v="158" actId="478"/>
          <ac:spMkLst>
            <pc:docMk/>
            <pc:sldMk cId="0" sldId="259"/>
            <ac:spMk id="14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18.468" v="158" actId="478"/>
          <ac:spMkLst>
            <pc:docMk/>
            <pc:sldMk cId="0" sldId="259"/>
            <ac:spMk id="15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23.091" v="159" actId="478"/>
          <ac:spMkLst>
            <pc:docMk/>
            <pc:sldMk cId="0" sldId="259"/>
            <ac:spMk id="16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23.091" v="159" actId="478"/>
          <ac:spMkLst>
            <pc:docMk/>
            <pc:sldMk cId="0" sldId="259"/>
            <ac:spMk id="17" creationId="{00000000-0000-0000-0000-000000000000}"/>
          </ac:spMkLst>
        </pc:spChg>
        <pc:spChg chg="mod ord">
          <ac:chgData name="Chad Furl" userId="e1f063c0-f891-481e-b162-0b825299f031" providerId="ADAL" clId="{3E978C21-B3D0-4285-96BE-5AD851B5E1C0}" dt="2026-08-07T20:39:37.266" v="717" actId="171"/>
          <ac:spMkLst>
            <pc:docMk/>
            <pc:sldMk cId="0" sldId="259"/>
            <ac:spMk id="1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29.014" v="684" actId="1076"/>
          <ac:spMkLst>
            <pc:docMk/>
            <pc:sldMk cId="0" sldId="259"/>
            <ac:spMk id="19" creationId="{00000000-0000-0000-0000-000000000000}"/>
          </ac:spMkLst>
        </pc:spChg>
        <pc:picChg chg="add del mod">
          <ac:chgData name="Chad Furl" userId="e1f063c0-f891-481e-b162-0b825299f031" providerId="ADAL" clId="{3E978C21-B3D0-4285-96BE-5AD851B5E1C0}" dt="2026-08-07T20:11:24.612" v="270" actId="478"/>
          <ac:picMkLst>
            <pc:docMk/>
            <pc:sldMk cId="0" sldId="259"/>
            <ac:picMk id="21" creationId="{E48D7F9F-3285-AAD5-C9E6-154FFE378847}"/>
          </ac:picMkLst>
        </pc:picChg>
        <pc:picChg chg="add del mod">
          <ac:chgData name="Chad Furl" userId="e1f063c0-f891-481e-b162-0b825299f031" providerId="ADAL" clId="{3E978C21-B3D0-4285-96BE-5AD851B5E1C0}" dt="2026-08-07T20:19:01.018" v="276" actId="478"/>
          <ac:picMkLst>
            <pc:docMk/>
            <pc:sldMk cId="0" sldId="259"/>
            <ac:picMk id="23" creationId="{E5E9FFC8-8592-3C72-5671-7EFE0C007AD2}"/>
          </ac:picMkLst>
        </pc:picChg>
        <pc:picChg chg="add del mod">
          <ac:chgData name="Chad Furl" userId="e1f063c0-f891-481e-b162-0b825299f031" providerId="ADAL" clId="{3E978C21-B3D0-4285-96BE-5AD851B5E1C0}" dt="2026-08-07T20:28:06.401" v="441" actId="478"/>
          <ac:picMkLst>
            <pc:docMk/>
            <pc:sldMk cId="0" sldId="259"/>
            <ac:picMk id="25" creationId="{5E46B866-ED86-1C70-8CD5-B15817468B3B}"/>
          </ac:picMkLst>
        </pc:picChg>
        <pc:picChg chg="add mod">
          <ac:chgData name="Chad Furl" userId="e1f063c0-f891-481e-b162-0b825299f031" providerId="ADAL" clId="{3E978C21-B3D0-4285-96BE-5AD851B5E1C0}" dt="2026-08-07T20:28:15.517" v="442" actId="1076"/>
          <ac:picMkLst>
            <pc:docMk/>
            <pc:sldMk cId="0" sldId="259"/>
            <ac:picMk id="27" creationId="{5CE0C189-EFD5-914D-132E-BF643B42DF5F}"/>
          </ac:picMkLst>
        </pc:picChg>
      </pc:sldChg>
      <pc:sldChg chg="modSp mod">
        <pc:chgData name="Chad Furl" userId="e1f063c0-f891-481e-b162-0b825299f031" providerId="ADAL" clId="{3E978C21-B3D0-4285-96BE-5AD851B5E1C0}" dt="2026-08-07T18:47:16.763" v="117" actId="27636"/>
        <pc:sldMkLst>
          <pc:docMk/>
          <pc:sldMk cId="0" sldId="261"/>
        </pc:sldMkLst>
        <pc:spChg chg="mod">
          <ac:chgData name="Chad Furl" userId="e1f063c0-f891-481e-b162-0b825299f031" providerId="ADAL" clId="{3E978C21-B3D0-4285-96BE-5AD851B5E1C0}" dt="2026-08-07T18:47:16.763" v="117" actId="27636"/>
          <ac:spMkLst>
            <pc:docMk/>
            <pc:sldMk cId="0" sldId="261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6" v="118" actId="27636"/>
        <pc:sldMkLst>
          <pc:docMk/>
          <pc:sldMk cId="0" sldId="263"/>
        </pc:sldMkLst>
        <pc:spChg chg="mod">
          <ac:chgData name="Chad Furl" userId="e1f063c0-f891-481e-b162-0b825299f031" providerId="ADAL" clId="{3E978C21-B3D0-4285-96BE-5AD851B5E1C0}" dt="2026-08-07T18:47:16.766" v="118" actId="27636"/>
          <ac:spMkLst>
            <pc:docMk/>
            <pc:sldMk cId="0" sldId="263"/>
            <ac:spMk id="1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9" v="119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8-07T18:47:16.769" v="119" actId="27636"/>
          <ac:spMkLst>
            <pc:docMk/>
            <pc:sldMk cId="0" sldId="267"/>
            <ac:spMk id="29" creationId="{00000000-0000-0000-0000-000000000000}"/>
          </ac:spMkLst>
        </pc:spChg>
      </pc:sldChg>
      <pc:sldChg chg="delSp modSp add mod setBg">
        <pc:chgData name="Chad Furl" userId="e1f063c0-f891-481e-b162-0b825299f031" providerId="ADAL" clId="{3E978C21-B3D0-4285-96BE-5AD851B5E1C0}" dt="2026-08-07T20:59:48.992" v="1096" actId="20577"/>
        <pc:sldMkLst>
          <pc:docMk/>
          <pc:sldMk cId="2380401791" sldId="269"/>
        </pc:sldMkLst>
        <pc:spChg chg="mod">
          <ac:chgData name="Chad Furl" userId="e1f063c0-f891-481e-b162-0b825299f031" providerId="ADAL" clId="{3E978C21-B3D0-4285-96BE-5AD851B5E1C0}" dt="2026-08-07T20:42:50.787" v="763" actId="20577"/>
          <ac:spMkLst>
            <pc:docMk/>
            <pc:sldMk cId="2380401791" sldId="269"/>
            <ac:spMk id="6" creationId="{DC42AE2C-882F-5A75-1DC4-2AF844F0BAFF}"/>
          </ac:spMkLst>
        </pc:spChg>
        <pc:spChg chg="del">
          <ac:chgData name="Chad Furl" userId="e1f063c0-f891-481e-b162-0b825299f031" providerId="ADAL" clId="{3E978C21-B3D0-4285-96BE-5AD851B5E1C0}" dt="2026-08-07T20:42:56.057" v="764" actId="478"/>
          <ac:spMkLst>
            <pc:docMk/>
            <pc:sldMk cId="2380401791" sldId="269"/>
            <ac:spMk id="7" creationId="{261C4416-1906-2741-A81E-0C8603A72A5A}"/>
          </ac:spMkLst>
        </pc:spChg>
        <pc:spChg chg="mod">
          <ac:chgData name="Chad Furl" userId="e1f063c0-f891-481e-b162-0b825299f031" providerId="ADAL" clId="{3E978C21-B3D0-4285-96BE-5AD851B5E1C0}" dt="2026-08-07T20:59:48.992" v="1096" actId="20577"/>
          <ac:spMkLst>
            <pc:docMk/>
            <pc:sldMk cId="2380401791" sldId="269"/>
            <ac:spMk id="10" creationId="{E301E2B6-8BD9-A86A-B91D-C6B419F1BBC2}"/>
          </ac:spMkLst>
        </pc:spChg>
        <pc:spChg chg="mod">
          <ac:chgData name="Chad Furl" userId="e1f063c0-f891-481e-b162-0b825299f031" providerId="ADAL" clId="{3E978C21-B3D0-4285-96BE-5AD851B5E1C0}" dt="2026-08-07T20:46:03.699" v="934" actId="20577"/>
          <ac:spMkLst>
            <pc:docMk/>
            <pc:sldMk cId="2380401791" sldId="269"/>
            <ac:spMk id="11" creationId="{82639B2B-32B4-C710-4820-31EC76D09778}"/>
          </ac:spMkLst>
        </pc:spChg>
        <pc:spChg chg="del">
          <ac:chgData name="Chad Furl" userId="e1f063c0-f891-481e-b162-0b825299f031" providerId="ADAL" clId="{3E978C21-B3D0-4285-96BE-5AD851B5E1C0}" dt="2026-08-07T20:43:04.787" v="765" actId="478"/>
          <ac:spMkLst>
            <pc:docMk/>
            <pc:sldMk cId="2380401791" sldId="269"/>
            <ac:spMk id="13" creationId="{9B118B9A-D1EA-30FF-295A-6CDA47A28527}"/>
          </ac:spMkLst>
        </pc:spChg>
        <pc:spChg chg="mod">
          <ac:chgData name="Chad Furl" userId="e1f063c0-f891-481e-b162-0b825299f031" providerId="ADAL" clId="{3E978C21-B3D0-4285-96BE-5AD851B5E1C0}" dt="2026-08-07T20:43:12.344" v="792" actId="20577"/>
          <ac:spMkLst>
            <pc:docMk/>
            <pc:sldMk cId="2380401791" sldId="269"/>
            <ac:spMk id="14" creationId="{B51E6E3F-A174-E4EC-FF33-AB27B4BB7E3E}"/>
          </ac:spMkLst>
        </pc:spChg>
        <pc:spChg chg="mod">
          <ac:chgData name="Chad Furl" userId="e1f063c0-f891-481e-b162-0b825299f031" providerId="ADAL" clId="{3E978C21-B3D0-4285-96BE-5AD851B5E1C0}" dt="2026-08-07T20:55:00.841" v="1069" actId="1076"/>
          <ac:spMkLst>
            <pc:docMk/>
            <pc:sldMk cId="2380401791" sldId="269"/>
            <ac:spMk id="18" creationId="{9DC9963E-6F9E-3A41-AB59-DD6DD7FAF339}"/>
          </ac:spMkLst>
        </pc:spChg>
        <pc:spChg chg="mod">
          <ac:chgData name="Chad Furl" userId="e1f063c0-f891-481e-b162-0b825299f031" providerId="ADAL" clId="{3E978C21-B3D0-4285-96BE-5AD851B5E1C0}" dt="2026-08-07T20:55:04.623" v="1070" actId="1076"/>
          <ac:spMkLst>
            <pc:docMk/>
            <pc:sldMk cId="2380401791" sldId="269"/>
            <ac:spMk id="19" creationId="{121398A2-796C-236F-E253-81BEEECDC19C}"/>
          </ac:spMkLst>
        </pc:spChg>
      </pc:sldChg>
      <pc:sldChg chg="delSp modSp add mod setBg">
        <pc:chgData name="Chad Furl" userId="e1f063c0-f891-481e-b162-0b825299f031" providerId="ADAL" clId="{3E978C21-B3D0-4285-96BE-5AD851B5E1C0}" dt="2026-08-07T20:51:47.664" v="1068" actId="478"/>
        <pc:sldMkLst>
          <pc:docMk/>
          <pc:sldMk cId="2519128241" sldId="270"/>
        </pc:sldMkLst>
        <pc:spChg chg="mod">
          <ac:chgData name="Chad Furl" userId="e1f063c0-f891-481e-b162-0b825299f031" providerId="ADAL" clId="{3E978C21-B3D0-4285-96BE-5AD851B5E1C0}" dt="2026-08-07T20:51:41.135" v="1067" actId="20577"/>
          <ac:spMkLst>
            <pc:docMk/>
            <pc:sldMk cId="2519128241" sldId="270"/>
            <ac:spMk id="6" creationId="{E3A4842A-0791-00EB-9B64-CD8A7AC1CF26}"/>
          </ac:spMkLst>
        </pc:spChg>
        <pc:spChg chg="del">
          <ac:chgData name="Chad Furl" userId="e1f063c0-f891-481e-b162-0b825299f031" providerId="ADAL" clId="{3E978C21-B3D0-4285-96BE-5AD851B5E1C0}" dt="2026-08-07T20:51:47.664" v="1068" actId="478"/>
          <ac:spMkLst>
            <pc:docMk/>
            <pc:sldMk cId="2519128241" sldId="270"/>
            <ac:spMk id="7" creationId="{A225CE8B-2755-E952-D1FF-B180822E71F8}"/>
          </ac:spMkLst>
        </pc:spChg>
        <pc:spChg chg="mod">
          <ac:chgData name="Chad Furl" userId="e1f063c0-f891-481e-b162-0b825299f031" providerId="ADAL" clId="{3E978C21-B3D0-4285-96BE-5AD851B5E1C0}" dt="2026-08-07T18:47:17.310" v="123" actId="27636"/>
          <ac:spMkLst>
            <pc:docMk/>
            <pc:sldMk cId="2519128241" sldId="270"/>
            <ac:spMk id="11" creationId="{89DA4B83-F5F2-18D3-C5FF-4A57DD118649}"/>
          </ac:spMkLst>
        </pc:spChg>
        <pc:spChg chg="mod">
          <ac:chgData name="Chad Furl" userId="e1f063c0-f891-481e-b162-0b825299f031" providerId="ADAL" clId="{3E978C21-B3D0-4285-96BE-5AD851B5E1C0}" dt="2026-08-07T18:47:17.311" v="124" actId="27636"/>
          <ac:spMkLst>
            <pc:docMk/>
            <pc:sldMk cId="2519128241" sldId="270"/>
            <ac:spMk id="19" creationId="{F677025A-7BB2-3810-EB7F-1607DEB8941D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07T20:39:15.122" v="716" actId="14100"/>
        <pc:sldMkLst>
          <pc:docMk/>
          <pc:sldMk cId="993099284" sldId="271"/>
        </pc:sldMkLst>
        <pc:spChg chg="mod">
          <ac:chgData name="Chad Furl" userId="e1f063c0-f891-481e-b162-0b825299f031" providerId="ADAL" clId="{3E978C21-B3D0-4285-96BE-5AD851B5E1C0}" dt="2026-08-07T20:39:15.122" v="716" actId="14100"/>
          <ac:spMkLst>
            <pc:docMk/>
            <pc:sldMk cId="993099284" sldId="271"/>
            <ac:spMk id="18" creationId="{D2A6D4BB-677C-AAC4-5CCC-9AE1B97B29D6}"/>
          </ac:spMkLst>
        </pc:spChg>
        <pc:spChg chg="mod">
          <ac:chgData name="Chad Furl" userId="e1f063c0-f891-481e-b162-0b825299f031" providerId="ADAL" clId="{3E978C21-B3D0-4285-96BE-5AD851B5E1C0}" dt="2026-08-07T20:38:45.851" v="707" actId="6549"/>
          <ac:spMkLst>
            <pc:docMk/>
            <pc:sldMk cId="993099284" sldId="271"/>
            <ac:spMk id="19" creationId="{1DF7DF68-D4A2-5BBD-D879-0FD52D9EBC9A}"/>
          </ac:spMkLst>
        </pc:spChg>
        <pc:picChg chg="add mod ord">
          <ac:chgData name="Chad Furl" userId="e1f063c0-f891-481e-b162-0b825299f031" providerId="ADAL" clId="{3E978C21-B3D0-4285-96BE-5AD851B5E1C0}" dt="2026-08-07T20:36:59.959" v="705" actId="171"/>
          <ac:picMkLst>
            <pc:docMk/>
            <pc:sldMk cId="993099284" sldId="271"/>
            <ac:picMk id="8" creationId="{C4B17342-F888-7D43-68A0-1A44F5C0AA97}"/>
          </ac:picMkLst>
        </pc:picChg>
        <pc:picChg chg="add del ord">
          <ac:chgData name="Chad Furl" userId="e1f063c0-f891-481e-b162-0b825299f031" providerId="ADAL" clId="{3E978C21-B3D0-4285-96BE-5AD851B5E1C0}" dt="2026-08-07T20:37:03.545" v="706" actId="478"/>
          <ac:picMkLst>
            <pc:docMk/>
            <pc:sldMk cId="993099284" sldId="271"/>
            <ac:picMk id="27" creationId="{92EE0277-6768-67E6-4E1C-4037E55EE099}"/>
          </ac:picMkLst>
        </pc:picChg>
      </pc:sldChg>
      <pc:sldChg chg="addSp delSp modSp add del mod setBg">
        <pc:chgData name="Chad Furl" userId="e1f063c0-f891-481e-b162-0b825299f031" providerId="ADAL" clId="{3E978C21-B3D0-4285-96BE-5AD851B5E1C0}" dt="2026-08-07T20:36:06.956" v="691" actId="47"/>
        <pc:sldMkLst>
          <pc:docMk/>
          <pc:sldMk cId="2932656433" sldId="271"/>
        </pc:sldMkLst>
        <pc:picChg chg="add del mod">
          <ac:chgData name="Chad Furl" userId="e1f063c0-f891-481e-b162-0b825299f031" providerId="ADAL" clId="{3E978C21-B3D0-4285-96BE-5AD851B5E1C0}" dt="2026-08-07T20:35:36.178" v="688" actId="478"/>
          <ac:picMkLst>
            <pc:docMk/>
            <pc:sldMk cId="2932656433" sldId="271"/>
            <ac:picMk id="8" creationId="{5730F361-8FE4-0ED0-3373-E402B0A72C3F}"/>
          </ac:picMkLst>
        </pc:picChg>
        <pc:picChg chg="add mod">
          <ac:chgData name="Chad Furl" userId="e1f063c0-f891-481e-b162-0b825299f031" providerId="ADAL" clId="{3E978C21-B3D0-4285-96BE-5AD851B5E1C0}" dt="2026-08-07T20:35:53.750" v="690" actId="1076"/>
          <ac:picMkLst>
            <pc:docMk/>
            <pc:sldMk cId="2932656433" sldId="271"/>
            <ac:picMk id="13" creationId="{16CB1E95-20A2-8D39-98B3-3A008A6FCFE4}"/>
          </ac:picMkLst>
        </pc:picChg>
        <pc:picChg chg="del">
          <ac:chgData name="Chad Furl" userId="e1f063c0-f891-481e-b162-0b825299f031" providerId="ADAL" clId="{3E978C21-B3D0-4285-96BE-5AD851B5E1C0}" dt="2026-08-07T20:26:47.538" v="435" actId="478"/>
          <ac:picMkLst>
            <pc:docMk/>
            <pc:sldMk cId="2932656433" sldId="271"/>
            <ac:picMk id="25" creationId="{71909B48-2678-31E8-5B63-4FBC55AB997F}"/>
          </ac:picMkLst>
        </pc:picChg>
      </pc:sldChg>
      <pc:sldChg chg="delSp modSp add mod setBg">
        <pc:chgData name="Chad Furl" userId="e1f063c0-f891-481e-b162-0b825299f031" providerId="ADAL" clId="{3E978C21-B3D0-4285-96BE-5AD851B5E1C0}" dt="2026-08-07T20:48:43.753" v="1040" actId="20577"/>
        <pc:sldMkLst>
          <pc:docMk/>
          <pc:sldMk cId="1633223258" sldId="272"/>
        </pc:sldMkLst>
        <pc:spChg chg="mod">
          <ac:chgData name="Chad Furl" userId="e1f063c0-f891-481e-b162-0b825299f031" providerId="ADAL" clId="{3E978C21-B3D0-4285-96BE-5AD851B5E1C0}" dt="2026-08-07T20:47:07.218" v="967" actId="20577"/>
          <ac:spMkLst>
            <pc:docMk/>
            <pc:sldMk cId="1633223258" sldId="272"/>
            <ac:spMk id="6" creationId="{9F7FD2DA-89F6-E720-A3C6-9DCB7B4D81EA}"/>
          </ac:spMkLst>
        </pc:spChg>
        <pc:spChg chg="del">
          <ac:chgData name="Chad Furl" userId="e1f063c0-f891-481e-b162-0b825299f031" providerId="ADAL" clId="{3E978C21-B3D0-4285-96BE-5AD851B5E1C0}" dt="2026-08-07T20:47:11.297" v="968" actId="478"/>
          <ac:spMkLst>
            <pc:docMk/>
            <pc:sldMk cId="1633223258" sldId="272"/>
            <ac:spMk id="7" creationId="{0E9E614A-0824-52AC-46F4-493DD469C986}"/>
          </ac:spMkLst>
        </pc:spChg>
        <pc:spChg chg="mod">
          <ac:chgData name="Chad Furl" userId="e1f063c0-f891-481e-b162-0b825299f031" providerId="ADAL" clId="{3E978C21-B3D0-4285-96BE-5AD851B5E1C0}" dt="2026-08-07T20:47:29.889" v="989" actId="20577"/>
          <ac:spMkLst>
            <pc:docMk/>
            <pc:sldMk cId="1633223258" sldId="272"/>
            <ac:spMk id="16" creationId="{FB103BBE-BF79-A383-5C99-903F6D6793B8}"/>
          </ac:spMkLst>
        </pc:spChg>
        <pc:spChg chg="mod">
          <ac:chgData name="Chad Furl" userId="e1f063c0-f891-481e-b162-0b825299f031" providerId="ADAL" clId="{3E978C21-B3D0-4285-96BE-5AD851B5E1C0}" dt="2026-08-07T20:47:40.481" v="1012" actId="20577"/>
          <ac:spMkLst>
            <pc:docMk/>
            <pc:sldMk cId="1633223258" sldId="272"/>
            <ac:spMk id="21" creationId="{BFC2D504-AFEB-8A94-98A6-483373B80913}"/>
          </ac:spMkLst>
        </pc:spChg>
        <pc:spChg chg="mod">
          <ac:chgData name="Chad Furl" userId="e1f063c0-f891-481e-b162-0b825299f031" providerId="ADAL" clId="{3E978C21-B3D0-4285-96BE-5AD851B5E1C0}" dt="2026-08-07T20:48:34.588" v="1030" actId="20577"/>
          <ac:spMkLst>
            <pc:docMk/>
            <pc:sldMk cId="1633223258" sldId="272"/>
            <ac:spMk id="26" creationId="{981E0544-8AFF-3055-7986-856865CF3B19}"/>
          </ac:spMkLst>
        </pc:spChg>
        <pc:spChg chg="mod">
          <ac:chgData name="Chad Furl" userId="e1f063c0-f891-481e-b162-0b825299f031" providerId="ADAL" clId="{3E978C21-B3D0-4285-96BE-5AD851B5E1C0}" dt="2026-08-07T20:48:43.753" v="1040" actId="20577"/>
          <ac:spMkLst>
            <pc:docMk/>
            <pc:sldMk cId="1633223258" sldId="272"/>
            <ac:spMk id="31" creationId="{B3ABC28D-58F3-B0F7-9636-F2C2F8AEF9D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E419B-5978-2D62-723F-7A6E94AE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F2CC6B-3F00-A06B-EAFC-125991572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D3E01-B5D5-6D94-518A-C2BC29931E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C9223-97D3-B495-FE26-E16CC1BF9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1143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Conservation Measure Activities Through 2020s Drought</a:t>
            </a:r>
            <a:endParaRPr lang="en-US" sz="190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D8CFBA"/>
                </a:solidFill>
              </a:rPr>
              <a:t>Meeting date  ·  Location  ·  Presenter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685800" y="635508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F4E9CF"/>
                </a:solidFill>
              </a:rPr>
              <a:t>CLEAR WATER / VEGETATION MOSAIC / HABITAT STEWARDSHIP</a:t>
            </a:r>
            <a:endParaRPr lang="en-US" sz="840"/>
          </a:p>
        </p:txBody>
      </p:sp>
      <p:sp>
        <p:nvSpPr>
          <p:cNvPr id="14" name="Text 12"/>
          <p:cNvSpPr/>
          <p:nvPr/>
        </p:nvSpPr>
        <p:spPr>
          <a:xfrm>
            <a:off x="11265408" y="630936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b="1">
                <a:solidFill>
                  <a:srgbClr val="F4E9CF"/>
                </a:solidFill>
              </a:rPr>
              <a:t>01</a:t>
            </a:r>
            <a:endParaRPr lang="en-US" sz="84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ROLLING MONTHLY SPRINGFLOW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43036"/>
                </a:solidFill>
              </a:rPr>
              <a:t>Current drought has reduced </a:t>
            </a:r>
            <a:r>
              <a:rPr lang="en-US" sz="1400" dirty="0" err="1">
                <a:solidFill>
                  <a:srgbClr val="243036"/>
                </a:solidFill>
              </a:rPr>
              <a:t>springflows</a:t>
            </a:r>
            <a:r>
              <a:rPr lang="en-US" sz="1400" dirty="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3B5B45"/>
                </a:solidFill>
              </a:rPr>
              <a:t>Daily mean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from USGS gage </a:t>
            </a:r>
            <a:r>
              <a:rPr lang="en-US" sz="1100" b="1" dirty="0" err="1">
                <a:solidFill>
                  <a:srgbClr val="3B5B45"/>
                </a:solidFill>
              </a:rPr>
              <a:t>xxxx</a:t>
            </a:r>
            <a:r>
              <a:rPr lang="en-US" sz="1100" b="1" dirty="0">
                <a:solidFill>
                  <a:srgbClr val="3B5B45"/>
                </a:solidFill>
              </a:rPr>
              <a:t> – Comal Springs, was aggregated to monthly means. Rolling averages represent the mean of consecutive monthly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values over the indicated 1- to 60-month periods.</a:t>
            </a:r>
            <a:endParaRPr lang="en-US" sz="11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ROLLING MONTHLY SPRINGFLOW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43036"/>
                </a:solidFill>
              </a:rPr>
              <a:t>Current drought has reduced </a:t>
            </a:r>
            <a:r>
              <a:rPr lang="en-US" sz="1400" dirty="0" err="1">
                <a:solidFill>
                  <a:srgbClr val="243036"/>
                </a:solidFill>
              </a:rPr>
              <a:t>springflows</a:t>
            </a:r>
            <a:r>
              <a:rPr lang="en-US" sz="1400" dirty="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 dirty="0"/>
              <a:t>Points show the 50 lowest rolling-average </a:t>
            </a:r>
            <a:r>
              <a:rPr lang="en-US" sz="1050" b="1" dirty="0" err="1"/>
              <a:t>springflow</a:t>
            </a:r>
            <a:r>
              <a:rPr lang="en-US" sz="1050" b="1" dirty="0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PRESSURE POINTS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5"/>
            <a:ext cx="2789682" cy="1313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Wetted Area/Lake Level</a:t>
            </a: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Vegetation</a:t>
            </a: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Culvert Works – DS Flow</a:t>
            </a:r>
            <a:endParaRPr lang="en-US" sz="16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5737A"/>
                </a:solidFill>
              </a:rPr>
              <a:t>Need a map here </a:t>
            </a:r>
            <a:r>
              <a:rPr lang="en-US" sz="1050" dirty="0" err="1">
                <a:solidFill>
                  <a:srgbClr val="65737A"/>
                </a:solidFill>
              </a:rPr>
              <a:t>fo</a:t>
            </a:r>
            <a:r>
              <a:rPr lang="en-US" sz="1050" dirty="0">
                <a:solidFill>
                  <a:srgbClr val="65737A"/>
                </a:solidFill>
              </a:rPr>
              <a:t> sure</a:t>
            </a:r>
            <a:endParaRPr lang="en-US" sz="10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892040" y="588873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983480" y="600760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222E-5F88-045A-7A92-E439DB995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BE48CA-67CA-0030-785E-7FBD16743CB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3BC1CC2-4CB2-DB9B-AC78-5CCCE9A1BA2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54867E-6893-8A9D-E919-746D900D621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8819200-7EF6-03AC-266D-4BD4DB48248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F7FD2DA-89F6-E720-A3C6-9DCB7B4D81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Management Tools Available</a:t>
            </a:r>
            <a:endParaRPr lang="en-US" sz="2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CC52B1B-8342-8A9C-13FE-9BB150539EF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E7DCEDF-8CE8-35E7-308D-F554A5AFE79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B323CF4-7222-6591-7854-921274DAE33C}"/>
              </a:ext>
            </a:extLst>
          </p:cNvPr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D40C86F-2839-041A-156D-F11FD1F8FB56}"/>
              </a:ext>
            </a:extLst>
          </p:cNvPr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82E5759-D8B9-FAD7-7C87-6BA5B46E869A}"/>
              </a:ext>
            </a:extLst>
          </p:cNvPr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92A722C-7F79-1CCE-E390-74266FE59309}"/>
              </a:ext>
            </a:extLst>
          </p:cNvPr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3D5CE5F-1BC7-CC8E-7C35-6BDC5115264B}"/>
              </a:ext>
            </a:extLst>
          </p:cNvPr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BE5B2C6-9FD5-FC2A-39B3-1B8330B24E40}"/>
              </a:ext>
            </a:extLst>
          </p:cNvPr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B103BBE-BF79-A383-5C99-903F6D6793B8}"/>
              </a:ext>
            </a:extLst>
          </p:cNvPr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23240"/>
                </a:solidFill>
              </a:rPr>
              <a:t>Vegetation Management</a:t>
            </a:r>
            <a:endParaRPr lang="en-US" sz="122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E9E3824-B257-C3E5-AF67-B08DA4A079D3}"/>
              </a:ext>
            </a:extLst>
          </p:cNvPr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60C13CF-699B-146C-A743-3ACD2C81B8C8}"/>
              </a:ext>
            </a:extLst>
          </p:cNvPr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4C20417-99D6-E97F-6BCC-622828571F6E}"/>
              </a:ext>
            </a:extLst>
          </p:cNvPr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7E50390-417D-3CD9-B919-F246773793AE}"/>
              </a:ext>
            </a:extLst>
          </p:cNvPr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FC2D504-AFEB-8A94-98A6-483373B80913}"/>
              </a:ext>
            </a:extLst>
          </p:cNvPr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23240"/>
                </a:solidFill>
              </a:rPr>
              <a:t>Flow Split Management</a:t>
            </a:r>
            <a:endParaRPr lang="en-US" sz="122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2CE3616-86E3-64AA-F10C-F48174DFDFD5}"/>
              </a:ext>
            </a:extLst>
          </p:cNvPr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EF4474-BCE0-77BA-877E-F6B5E558D03E}"/>
              </a:ext>
            </a:extLst>
          </p:cNvPr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20BA96C-15AB-258D-20C4-FF1BD594A615}"/>
              </a:ext>
            </a:extLst>
          </p:cNvPr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A17EFCA-B2C3-43DD-7EF4-981AA6CF01BD}"/>
              </a:ext>
            </a:extLst>
          </p:cNvPr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81E0544-8AFF-3055-7986-856865CF3B19}"/>
              </a:ext>
            </a:extLst>
          </p:cNvPr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23240"/>
                </a:solidFill>
              </a:rPr>
              <a:t>Riparian </a:t>
            </a:r>
            <a:r>
              <a:rPr lang="en-US" sz="1220" b="1" dirty="0" err="1">
                <a:solidFill>
                  <a:srgbClr val="123240"/>
                </a:solidFill>
              </a:rPr>
              <a:t>Managment</a:t>
            </a:r>
            <a:endParaRPr lang="en-US" sz="122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4D7B53C-B0F4-6673-9484-DEA63CC051E6}"/>
              </a:ext>
            </a:extLst>
          </p:cNvPr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569BFCE-4FDA-03D8-CE39-CDF3B9F9B97E}"/>
              </a:ext>
            </a:extLst>
          </p:cNvPr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80869DA-E195-C945-747F-D573FB8AC861}"/>
              </a:ext>
            </a:extLst>
          </p:cNvPr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55E2535-DDB1-509D-A869-EAAF52E1E9BA}"/>
              </a:ext>
            </a:extLst>
          </p:cNvPr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3ABC28D-58F3-B0F7-9636-F2C2F8AEF9D2}"/>
              </a:ext>
            </a:extLst>
          </p:cNvPr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123240"/>
                </a:solidFill>
              </a:rPr>
              <a:t>Monitoring</a:t>
            </a:r>
            <a:endParaRPr lang="en-US" sz="122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6137734-8DF4-2170-D088-2FDE590FCCA9}"/>
              </a:ext>
            </a:extLst>
          </p:cNvPr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A8EB60A-5768-FE1B-729C-43302EE82D69}"/>
              </a:ext>
            </a:extLst>
          </p:cNvPr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0EBA537-9C90-A12E-7CE7-111933D87D00}"/>
              </a:ext>
            </a:extLst>
          </p:cNvPr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C93E8179-3F7E-2A80-0F50-21F1C8AD387B}"/>
              </a:ext>
            </a:extLst>
          </p:cNvPr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633223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During Drought</a:t>
            </a:r>
            <a:endParaRPr lang="en-US" sz="2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CONNECTED FUNCTIONS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58368" y="1792224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Springflow, water clarity, aquatic vegetation, recreation, and covered-species habitat should read as one connected story.</a:t>
            </a:r>
            <a:endParaRPr lang="en-US" sz="16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DD9BB77-3C33-C925-A802-D6CD199BA9A4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1B40936-D873-24FA-88B7-D75835BE0AE9}"/>
              </a:ext>
            </a:extLst>
          </p:cNvPr>
          <p:cNvSpPr/>
          <p:nvPr/>
        </p:nvSpPr>
        <p:spPr>
          <a:xfrm>
            <a:off x="5093208" y="1618488"/>
            <a:ext cx="5952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EVIDENCE FIGURE</a:t>
            </a:r>
            <a:endParaRPr lang="en-US" sz="9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61CAB1F-FD4B-DF98-7F54-2311A2B4FDE6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Drop in the primary map, vegetation figure, photo transect, or monitoring result supporting the headline.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3B4BC82-4510-2924-963C-10BB46BEC086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E59B360-304F-08B8-55D6-2CC98959AD34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18E5746-16F7-517D-E4A4-C5A3447A2708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658368" y="441655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804672" y="453542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use this deck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DESIGN SYSTEM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4264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PALETTE</a:t>
            </a:r>
            <a:endParaRPr lang="en-US" sz="900"/>
          </a:p>
        </p:txBody>
      </p:sp>
      <p:sp>
        <p:nvSpPr>
          <p:cNvPr id="11" name="Shape 9"/>
          <p:cNvSpPr/>
          <p:nvPr/>
        </p:nvSpPr>
        <p:spPr>
          <a:xfrm>
            <a:off x="658368" y="1764792"/>
            <a:ext cx="713232" cy="29260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 DEEP</a:t>
            </a:r>
            <a:endParaRPr lang="en-US" sz="620"/>
          </a:p>
        </p:txBody>
      </p:sp>
      <p:sp>
        <p:nvSpPr>
          <p:cNvPr id="13" name="Shape 11"/>
          <p:cNvSpPr/>
          <p:nvPr/>
        </p:nvSpPr>
        <p:spPr>
          <a:xfrm>
            <a:off x="1737360" y="1764792"/>
            <a:ext cx="713232" cy="292608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37360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</a:t>
            </a:r>
            <a:endParaRPr lang="en-US" sz="620"/>
          </a:p>
        </p:txBody>
      </p:sp>
      <p:sp>
        <p:nvSpPr>
          <p:cNvPr id="15" name="Shape 13"/>
          <p:cNvSpPr/>
          <p:nvPr/>
        </p:nvSpPr>
        <p:spPr>
          <a:xfrm>
            <a:off x="2816352" y="1764792"/>
            <a:ext cx="713232" cy="292608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816352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SHALLOW</a:t>
            </a:r>
            <a:endParaRPr lang="en-US" sz="620"/>
          </a:p>
        </p:txBody>
      </p:sp>
      <p:sp>
        <p:nvSpPr>
          <p:cNvPr id="17" name="Shape 15"/>
          <p:cNvSpPr/>
          <p:nvPr/>
        </p:nvSpPr>
        <p:spPr>
          <a:xfrm>
            <a:off x="3895344" y="1764792"/>
            <a:ext cx="713232" cy="292608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95344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AQUATIC</a:t>
            </a:r>
            <a:endParaRPr lang="en-US" sz="620"/>
          </a:p>
        </p:txBody>
      </p:sp>
      <p:sp>
        <p:nvSpPr>
          <p:cNvPr id="19" name="Shape 17"/>
          <p:cNvSpPr/>
          <p:nvPr/>
        </p:nvSpPr>
        <p:spPr>
          <a:xfrm>
            <a:off x="658368" y="2423160"/>
            <a:ext cx="713232" cy="292608"/>
          </a:xfrm>
          <a:prstGeom prst="rect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CYPRESS</a:t>
            </a:r>
            <a:endParaRPr lang="en-US" sz="620"/>
          </a:p>
        </p:txBody>
      </p:sp>
      <p:sp>
        <p:nvSpPr>
          <p:cNvPr id="21" name="Shape 19"/>
          <p:cNvSpPr/>
          <p:nvPr/>
        </p:nvSpPr>
        <p:spPr>
          <a:xfrm>
            <a:off x="1737360" y="2423160"/>
            <a:ext cx="713232" cy="292608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LIMESTONE</a:t>
            </a:r>
            <a:endParaRPr lang="en-US" sz="620"/>
          </a:p>
        </p:txBody>
      </p:sp>
      <p:sp>
        <p:nvSpPr>
          <p:cNvPr id="23" name="Shape 21"/>
          <p:cNvSpPr/>
          <p:nvPr/>
        </p:nvSpPr>
        <p:spPr>
          <a:xfrm>
            <a:off x="2816352" y="2423160"/>
            <a:ext cx="713232" cy="292608"/>
          </a:xfrm>
          <a:prstGeom prst="rect">
            <a:avLst/>
          </a:prstGeom>
          <a:solidFill>
            <a:srgbClr val="D6A13A"/>
          </a:solidFill>
          <a:ln w="12700">
            <a:solidFill>
              <a:srgbClr val="D6A1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16352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GOLD</a:t>
            </a:r>
            <a:endParaRPr lang="en-US" sz="620"/>
          </a:p>
        </p:txBody>
      </p:sp>
      <p:sp>
        <p:nvSpPr>
          <p:cNvPr id="25" name="Shape 23"/>
          <p:cNvSpPr/>
          <p:nvPr/>
        </p:nvSpPr>
        <p:spPr>
          <a:xfrm>
            <a:off x="3895344" y="2423160"/>
            <a:ext cx="713232" cy="292608"/>
          </a:xfrm>
          <a:prstGeom prst="rect">
            <a:avLst/>
          </a:prstGeom>
          <a:solidFill>
            <a:srgbClr val="B86156"/>
          </a:solidFill>
          <a:ln w="12700">
            <a:solidFill>
              <a:srgbClr val="B8615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95344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CORAL</a:t>
            </a:r>
            <a:endParaRPr lang="en-US" sz="620"/>
          </a:p>
        </p:txBody>
      </p:sp>
      <p:sp>
        <p:nvSpPr>
          <p:cNvPr id="27" name="Text 25"/>
          <p:cNvSpPr/>
          <p:nvPr/>
        </p:nvSpPr>
        <p:spPr>
          <a:xfrm>
            <a:off x="658368" y="29718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TYPE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658368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100"/>
          </a:p>
        </p:txBody>
      </p:sp>
      <p:sp>
        <p:nvSpPr>
          <p:cNvPr id="29" name="Text 27"/>
          <p:cNvSpPr/>
          <p:nvPr/>
        </p:nvSpPr>
        <p:spPr>
          <a:xfrm>
            <a:off x="658368" y="37216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Scientific headings; compact enough for maps, monitoring figures, and annotated tables.</a:t>
            </a:r>
            <a:endParaRPr lang="en-US" sz="1250"/>
          </a:p>
        </p:txBody>
      </p:sp>
      <p:sp>
        <p:nvSpPr>
          <p:cNvPr id="30" name="Shape 28"/>
          <p:cNvSpPr/>
          <p:nvPr/>
        </p:nvSpPr>
        <p:spPr>
          <a:xfrm>
            <a:off x="5806440" y="1417320"/>
            <a:ext cx="0" cy="0"/>
          </a:xfrm>
          <a:prstGeom prst="line">
            <a:avLst/>
          </a:prstGeom>
          <a:noFill/>
          <a:ln w="11430">
            <a:solidFill>
              <a:srgbClr val="A99B8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72200" y="1426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SLIDE RULE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6172200" y="17556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One Landa Lake message per slide.</a:t>
            </a:r>
            <a:endParaRPr lang="en-US" sz="1700"/>
          </a:p>
        </p:txBody>
      </p:sp>
      <p:sp>
        <p:nvSpPr>
          <p:cNvPr id="33" name="Text 31"/>
          <p:cNvSpPr/>
          <p:nvPr/>
        </p:nvSpPr>
        <p:spPr>
          <a:xfrm>
            <a:off x="6172200" y="213055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Use the headline to state the ecological or implementation finding—not merely name the dataset.</a:t>
            </a:r>
            <a:endParaRPr lang="en-US" sz="1220"/>
          </a:p>
        </p:txBody>
      </p:sp>
      <p:sp>
        <p:nvSpPr>
          <p:cNvPr id="34" name="Text 32"/>
          <p:cNvSpPr/>
          <p:nvPr/>
        </p:nvSpPr>
        <p:spPr>
          <a:xfrm>
            <a:off x="6172200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FIGURE RULE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6172200" y="3236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Direct attention with one accent.</a:t>
            </a:r>
            <a:endParaRPr lang="en-US" sz="1700"/>
          </a:p>
        </p:txBody>
      </p:sp>
      <p:sp>
        <p:nvSpPr>
          <p:cNvPr id="36" name="Text 34"/>
          <p:cNvSpPr/>
          <p:nvPr/>
        </p:nvSpPr>
        <p:spPr>
          <a:xfrm>
            <a:off x="6172200" y="3611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Most data stay lake blue, aquatic green, or gray. Use coral only for thresholds, stressors, exceptions, or decisions.</a:t>
            </a:r>
            <a:endParaRPr lang="en-US" sz="1220"/>
          </a:p>
        </p:txBody>
      </p:sp>
      <p:sp>
        <p:nvSpPr>
          <p:cNvPr id="37" name="Text 35"/>
          <p:cNvSpPr/>
          <p:nvPr/>
        </p:nvSpPr>
        <p:spPr>
          <a:xfrm>
            <a:off x="9656064" y="63916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</a:rPr>
              <a:t>TEMPLATE GUIDANCE</a:t>
            </a:r>
            <a:endParaRPr lang="en-US" sz="7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4183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CB7AF"/>
                </a:solidFill>
              </a:rPr>
              <a:t>01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731520" y="1444752"/>
            <a:ext cx="5760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</a:t>
            </a:r>
            <a:endParaRPr lang="en-US" sz="4400"/>
          </a:p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Habitat</a:t>
            </a:r>
            <a:endParaRPr lang="en-US" sz="4400"/>
          </a:p>
        </p:txBody>
      </p:sp>
      <p:sp>
        <p:nvSpPr>
          <p:cNvPr id="7" name="Text 5"/>
          <p:cNvSpPr/>
          <p:nvPr/>
        </p:nvSpPr>
        <p:spPr>
          <a:xfrm>
            <a:off x="749808" y="3401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>
                <a:solidFill>
                  <a:srgbClr val="DDEDEC"/>
                </a:solidFill>
              </a:rPr>
              <a:t>Section subtitle or implementation question</a:t>
            </a:r>
            <a:endParaRPr lang="en-US" sz="1700"/>
          </a:p>
        </p:txBody>
      </p:sp>
      <p:sp>
        <p:nvSpPr>
          <p:cNvPr id="8" name="Text 6"/>
          <p:cNvSpPr/>
          <p:nvPr/>
        </p:nvSpPr>
        <p:spPr>
          <a:xfrm>
            <a:off x="749808" y="61722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>
                <a:solidFill>
                  <a:srgbClr val="123240"/>
                </a:solidFill>
              </a:rPr>
              <a:t>Use section dividers to reset the room and frame the lake-specific question that the next slides answer.</a:t>
            </a:r>
            <a:endParaRPr lang="en-US" sz="1220"/>
          </a:p>
        </p:txBody>
      </p:sp>
      <p:sp>
        <p:nvSpPr>
          <p:cNvPr id="9" name="Text 7"/>
          <p:cNvSpPr/>
          <p:nvPr/>
        </p:nvSpPr>
        <p:spPr>
          <a:xfrm>
            <a:off x="10012680" y="633679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SECTION DIVIDER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11475720" y="633679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03</a:t>
            </a:r>
            <a:endParaRPr lang="en-US" sz="7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Lake context sets the interpretation for every result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MAP / PHOTO / SITE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Replace with Landa Lake reach map, drone image, transect photo, or monitoring station map.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WHAT THE FIGURE SHOWS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1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Habitat setting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Location-specific finding: reach, shoreline condition, vegetation patch, or flow path.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2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Interpretation context</a:t>
            </a:r>
            <a:endParaRPr lang="en-US" sz="1350"/>
          </a:p>
        </p:txBody>
      </p:sp>
      <p:sp>
        <p:nvSpPr>
          <p:cNvPr id="20" name="Text 18"/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Why season, springflow, clarity, or survey design matters for this result.</a:t>
            </a:r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3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Point requiring attention</a:t>
            </a:r>
            <a:endParaRPr lang="en-US" sz="1350"/>
          </a:p>
        </p:txBody>
      </p:sp>
      <p:sp>
        <p:nvSpPr>
          <p:cNvPr id="23" name="Text 21"/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Use coral only for a stressor, threshold, management issue, or discussion item.</a:t>
            </a:r>
            <a:endParaRPr lang="en-US" sz="1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Vegetation condition should connect trend, composition, and habitat value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for annual area, percent cover, or mapped vegetation classes.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MONITORING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754380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7141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PRIMARY VEGETATION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Line, stacked area, or faceted figure. Keep the legend compact and put the finding in the headline.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708660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41080" y="1627632"/>
            <a:ext cx="2514600" cy="457200"/>
          </a:xfrm>
          <a:prstGeom prst="rect">
            <a:avLst/>
          </a:prstGeom>
          <a:solidFill>
            <a:srgbClr val="DDEDEC"/>
          </a:solidFill>
          <a:ln w="12700">
            <a:solidFill>
              <a:srgbClr val="DDEDE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823960" y="17556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23240"/>
                </a:solidFill>
              </a:rPr>
              <a:t>CONDITION</a:t>
            </a:r>
            <a:endParaRPr lang="en-US" sz="750"/>
          </a:p>
        </p:txBody>
      </p:sp>
      <p:sp>
        <p:nvSpPr>
          <p:cNvPr id="16" name="Text 14"/>
          <p:cNvSpPr/>
          <p:nvPr/>
        </p:nvSpPr>
        <p:spPr>
          <a:xfrm>
            <a:off x="8823960" y="22677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Replace with current-year status, direction of change, or monitoring category.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8641080" y="3273552"/>
            <a:ext cx="2514600" cy="45720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823960" y="34015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3B5B45"/>
                </a:solidFill>
              </a:rPr>
              <a:t>HABITAT LINK</a:t>
            </a:r>
            <a:endParaRPr lang="en-US" sz="750"/>
          </a:p>
        </p:txBody>
      </p:sp>
      <p:sp>
        <p:nvSpPr>
          <p:cNvPr id="19" name="Text 17"/>
          <p:cNvSpPr/>
          <p:nvPr/>
        </p:nvSpPr>
        <p:spPr>
          <a:xfrm>
            <a:off x="8823960" y="3913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State how the vegetation condition supports habitat, refugia, or covered-species needs.</a:t>
            </a:r>
            <a:endParaRPr lang="en-US" sz="12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Major vegetation types tell the habitat story better than total area alone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when composition is the key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COMPOSITION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53212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COMPOSITION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5129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stacked area by dominant vegetation type, grouped bars by survey date, or mosaic summary.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507492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73952" y="1417320"/>
            <a:ext cx="475488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1618488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KEY COMPARISON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675120" y="194767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specific species/class, pre/post management interval, or reach comparison.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702552" y="5257800"/>
            <a:ext cx="42976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88152" y="58978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lake evidence becomes implementation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E6F73"/>
                </a:solidFill>
              </a:rPr>
              <a:t>OBSERVE</a:t>
            </a:r>
            <a:endParaRPr lang="en-US" sz="850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01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Vegetation + habitat signal</a:t>
            </a:r>
            <a:endParaRPr lang="en-US" sz="1450"/>
          </a:p>
        </p:txBody>
      </p:sp>
      <p:sp>
        <p:nvSpPr>
          <p:cNvPr id="13" name="Text 11"/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Mapped vegetation, photo points, field notes, water clarity, springflow context.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CB7AF"/>
                </a:solidFill>
              </a:rPr>
              <a:t>INTERPRET</a:t>
            </a:r>
            <a:endParaRPr lang="en-US" sz="850"/>
          </a:p>
        </p:txBody>
      </p:sp>
      <p:sp>
        <p:nvSpPr>
          <p:cNvPr id="16" name="Text 14"/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02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Ecological meaning</a:t>
            </a:r>
            <a:endParaRPr lang="en-US" sz="1450"/>
          </a:p>
        </p:txBody>
      </p:sp>
      <p:sp>
        <p:nvSpPr>
          <p:cNvPr id="18" name="Text 16"/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Separate normal seasonal movement from persistent habitat change.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4F7D4F"/>
                </a:solidFill>
              </a:rPr>
              <a:t>MANAGE</a:t>
            </a:r>
            <a:endParaRPr lang="en-US" sz="850"/>
          </a:p>
        </p:txBody>
      </p:sp>
      <p:sp>
        <p:nvSpPr>
          <p:cNvPr id="21" name="Text 19"/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03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Implementation action</a:t>
            </a:r>
            <a:endParaRPr lang="en-US" sz="1450"/>
          </a:p>
        </p:txBody>
      </p:sp>
      <p:sp>
        <p:nvSpPr>
          <p:cNvPr id="23" name="Text 21"/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Coordinate mowing, recreation management, restoration, or monitoring adjustment.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3B5B45"/>
                </a:solidFill>
              </a:rPr>
              <a:t>EVALUATE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04</a:t>
            </a:r>
            <a:endParaRPr lang="en-US" sz="1600"/>
          </a:p>
        </p:txBody>
      </p:sp>
      <p:sp>
        <p:nvSpPr>
          <p:cNvPr id="27" name="Text 25"/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Outcome and learning</a:t>
            </a:r>
            <a:endParaRPr lang="en-US" sz="1450"/>
          </a:p>
        </p:txBody>
      </p:sp>
      <p:sp>
        <p:nvSpPr>
          <p:cNvPr id="28" name="Text 26"/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Assess vegetation response, habitat quality, and what to change next cycle.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KEY QUESTION  ·  Is each handoff clear, documented, and supported by the right monitoring evidence?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 is easiest to review by purpose and status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table for vegetation mapping, photo points, water quality, recreation observations, or targeted surveys.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/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/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/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mapping</a:t>
            </a:r>
            <a:endParaRPr lang="en-US" sz="1220"/>
          </a:p>
        </p:txBody>
      </p:sp>
      <p:sp>
        <p:nvSpPr>
          <p:cNvPr id="17" name="Text 15"/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/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/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/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Photo points / field notes</a:t>
            </a:r>
            <a:endParaRPr lang="en-US" sz="1220"/>
          </a:p>
        </p:txBody>
      </p:sp>
      <p:sp>
        <p:nvSpPr>
          <p:cNvPr id="22" name="Text 20"/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/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/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/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Water-quality context</a:t>
            </a:r>
            <a:endParaRPr lang="en-US" sz="1220"/>
          </a:p>
        </p:txBody>
      </p:sp>
      <p:sp>
        <p:nvSpPr>
          <p:cNvPr id="27" name="Text 25"/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/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/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/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Management action record</a:t>
            </a:r>
            <a:endParaRPr lang="en-US" sz="1220"/>
          </a:p>
        </p:txBody>
      </p:sp>
      <p:sp>
        <p:nvSpPr>
          <p:cNvPr id="32" name="Text 30"/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/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/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/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lake condition with program response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 + RESPONSE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LAKE CONDITION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vegetation extent, percent cover, mapped habitat, water clarity, or springflow context.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PROGRAM RESPONSE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327648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maintenance, restoration, recreation management, monitoring adjustment, or adaptive response.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355080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23560" y="589788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960120" y="160020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01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1572768" y="15819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the evidence sufficient?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1572768" y="2039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gaps in mapping, field interpretation, or communication.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960120" y="284378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02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572768" y="2825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implementation performing as intended?</a:t>
            </a:r>
            <a:endParaRPr lang="en-US" sz="2000"/>
          </a:p>
        </p:txBody>
      </p:sp>
      <p:sp>
        <p:nvSpPr>
          <p:cNvPr id="15" name="Text 13"/>
          <p:cNvSpPr/>
          <p:nvPr/>
        </p:nvSpPr>
        <p:spPr>
          <a:xfrm>
            <a:off x="1572768" y="32826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Separate operational execution from ecological outcome.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960120" y="40873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03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1572768" y="406908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What should change before the next cycle?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1572768" y="4526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Name a specific analysis, action, or decision owner.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10351008" y="1417320"/>
            <a:ext cx="594360" cy="402336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42448" y="2907792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COMMITTEE</a:t>
            </a:r>
            <a:endParaRPr lang="en-US" sz="1000"/>
          </a:p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DISCUSSION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lake monitoring cycle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804672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6F73"/>
                </a:solidFill>
              </a:rPr>
              <a:t>NOW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804672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operational milestone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822960" y="2679192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33272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Confirm current status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822960" y="3191256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Close immediate data gaps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822960" y="3703320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3272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Document decisions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4297680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4F7D4F"/>
                </a:solidFill>
              </a:rPr>
              <a:t>NEXT CYCLE</a:t>
            </a:r>
            <a:endParaRPr lang="en-US" sz="1500"/>
          </a:p>
        </p:txBody>
      </p:sp>
      <p:sp>
        <p:nvSpPr>
          <p:cNvPr id="19" name="Text 17"/>
          <p:cNvSpPr/>
          <p:nvPr/>
        </p:nvSpPr>
        <p:spPr>
          <a:xfrm>
            <a:off x="4297680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committee meeting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4315968" y="2679192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Complete targeted analyses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4315968" y="3191256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26280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Refine habitat indicators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315968" y="3703320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Track agreed actions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7790688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3B5B45"/>
                </a:solidFill>
              </a:rPr>
              <a:t>LONGER TERM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7790688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Program learning agenda</a:t>
            </a:r>
            <a:endParaRPr lang="en-US" sz="1050"/>
          </a:p>
        </p:txBody>
      </p:sp>
      <p:sp>
        <p:nvSpPr>
          <p:cNvPr id="28" name="Shape 26"/>
          <p:cNvSpPr/>
          <p:nvPr/>
        </p:nvSpPr>
        <p:spPr>
          <a:xfrm>
            <a:off x="7808976" y="2679192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19288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Improve integration across measures</a:t>
            </a:r>
            <a:endParaRPr lang="en-US" sz="1300"/>
          </a:p>
        </p:txBody>
      </p:sp>
      <p:sp>
        <p:nvSpPr>
          <p:cNvPr id="30" name="Shape 28"/>
          <p:cNvSpPr/>
          <p:nvPr/>
        </p:nvSpPr>
        <p:spPr>
          <a:xfrm>
            <a:off x="7808976" y="3191256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19288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Evaluate performance over time</a:t>
            </a:r>
            <a:endParaRPr lang="en-US" sz="1300"/>
          </a:p>
        </p:txBody>
      </p:sp>
      <p:sp>
        <p:nvSpPr>
          <p:cNvPr id="32" name="Shape 30"/>
          <p:cNvSpPr/>
          <p:nvPr/>
        </p:nvSpPr>
        <p:spPr>
          <a:xfrm>
            <a:off x="7808976" y="3703320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019288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adaptive changes</a:t>
            </a:r>
            <a:endParaRPr lang="en-US" sz="1300"/>
          </a:p>
        </p:txBody>
      </p:sp>
      <p:sp>
        <p:nvSpPr>
          <p:cNvPr id="34" name="Shape 32"/>
          <p:cNvSpPr/>
          <p:nvPr/>
        </p:nvSpPr>
        <p:spPr>
          <a:xfrm>
            <a:off x="786384" y="5212080"/>
            <a:ext cx="10058400" cy="475488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60120" y="5358384"/>
            <a:ext cx="9555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CLOSE WITH OWNERSHIP  ·  Who will do what, by when, and what evidence will show completion?</a:t>
            </a:r>
            <a:endParaRPr lang="en-US"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EAHCP · LANDA LAKE HABITAT</a:t>
            </a:r>
            <a:endParaRPr lang="en-US" sz="88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DDEDEC"/>
                </a:solidFill>
              </a:rPr>
              <a:t>Appendix slides may follow using the same figure, map, monitoring, and status layouts.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749808" y="62636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F4E9CF"/>
                </a:solidFill>
              </a:rPr>
              <a:t>PRESENTER  ·  TITLE  ·  CONTACT</a:t>
            </a:r>
            <a:endParaRPr lang="en-US" sz="85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1344</Words>
  <Application>Microsoft Office PowerPoint</Application>
  <PresentationFormat>Widescreen</PresentationFormat>
  <Paragraphs>243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2026-08-07T21:00:07Z</dcterms:modified>
</cp:coreProperties>
</file>