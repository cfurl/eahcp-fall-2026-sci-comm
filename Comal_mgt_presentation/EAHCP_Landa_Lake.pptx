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8"/>
  </p:notesMasterIdLst>
  <p:sldIdLst>
    <p:sldId id="256" r:id="rId2"/>
    <p:sldId id="259" r:id="rId3"/>
    <p:sldId id="271" r:id="rId4"/>
    <p:sldId id="293" r:id="rId5"/>
    <p:sldId id="269" r:id="rId6"/>
    <p:sldId id="275" r:id="rId7"/>
    <p:sldId id="283" r:id="rId8"/>
    <p:sldId id="284" r:id="rId9"/>
    <p:sldId id="290" r:id="rId10"/>
    <p:sldId id="274" r:id="rId11"/>
    <p:sldId id="286" r:id="rId12"/>
    <p:sldId id="276" r:id="rId13"/>
    <p:sldId id="287" r:id="rId14"/>
    <p:sldId id="270" r:id="rId15"/>
    <p:sldId id="289" r:id="rId16"/>
    <p:sldId id="277" r:id="rId17"/>
    <p:sldId id="278" r:id="rId18"/>
    <p:sldId id="291" r:id="rId19"/>
    <p:sldId id="292" r:id="rId20"/>
    <p:sldId id="294" r:id="rId21"/>
    <p:sldId id="295" r:id="rId22"/>
    <p:sldId id="280" r:id="rId23"/>
    <p:sldId id="279" r:id="rId24"/>
    <p:sldId id="281" r:id="rId25"/>
    <p:sldId id="272" r:id="rId26"/>
    <p:sldId id="257" r:id="rId27"/>
    <p:sldId id="258" r:id="rId28"/>
    <p:sldId id="260" r:id="rId29"/>
    <p:sldId id="261" r:id="rId30"/>
    <p:sldId id="262" r:id="rId31"/>
    <p:sldId id="263" r:id="rId32"/>
    <p:sldId id="264" r:id="rId33"/>
    <p:sldId id="265" r:id="rId34"/>
    <p:sldId id="266" r:id="rId35"/>
    <p:sldId id="267" r:id="rId36"/>
    <p:sldId id="268" r:id="rId3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6" d="100"/>
          <a:sy n="116" d="100"/>
        </p:scale>
        <p:origin x="27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6/11/relationships/changesInfo" Target="changesInfos/changesInfo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ad Furl" userId="e1f063c0-f891-481e-b162-0b825299f031" providerId="ADAL" clId="{6ADDB542-7708-4E33-BA5D-95E7728F0CE2}"/>
    <pc:docChg chg="undo custSel addSld modSld sldOrd">
      <pc:chgData name="Chad Furl" userId="e1f063c0-f891-481e-b162-0b825299f031" providerId="ADAL" clId="{6ADDB542-7708-4E33-BA5D-95E7728F0CE2}" dt="2026-08-19T19:06:32.031" v="1421" actId="20577"/>
      <pc:docMkLst>
        <pc:docMk/>
      </pc:docMkLst>
      <pc:sldChg chg="modSp mod">
        <pc:chgData name="Chad Furl" userId="e1f063c0-f891-481e-b162-0b825299f031" providerId="ADAL" clId="{6ADDB542-7708-4E33-BA5D-95E7728F0CE2}" dt="2026-08-19T18:05:44.814" v="53" actId="20577"/>
        <pc:sldMkLst>
          <pc:docMk/>
          <pc:sldMk cId="1393222068" sldId="276"/>
        </pc:sldMkLst>
        <pc:spChg chg="mod">
          <ac:chgData name="Chad Furl" userId="e1f063c0-f891-481e-b162-0b825299f031" providerId="ADAL" clId="{6ADDB542-7708-4E33-BA5D-95E7728F0CE2}" dt="2026-08-19T18:05:44.814" v="53" actId="20577"/>
          <ac:spMkLst>
            <pc:docMk/>
            <pc:sldMk cId="1393222068" sldId="276"/>
            <ac:spMk id="21" creationId="{EB69E011-44C8-441C-58AC-A2DF7B079033}"/>
          </ac:spMkLst>
        </pc:spChg>
      </pc:sldChg>
      <pc:sldChg chg="addSp delSp modSp mod">
        <pc:chgData name="Chad Furl" userId="e1f063c0-f891-481e-b162-0b825299f031" providerId="ADAL" clId="{6ADDB542-7708-4E33-BA5D-95E7728F0CE2}" dt="2026-08-19T19:06:32.031" v="1421" actId="20577"/>
        <pc:sldMkLst>
          <pc:docMk/>
          <pc:sldMk cId="1584524781" sldId="279"/>
        </pc:sldMkLst>
        <pc:spChg chg="del">
          <ac:chgData name="Chad Furl" userId="e1f063c0-f891-481e-b162-0b825299f031" providerId="ADAL" clId="{6ADDB542-7708-4E33-BA5D-95E7728F0CE2}" dt="2026-08-19T18:52:59.195" v="836" actId="478"/>
          <ac:spMkLst>
            <pc:docMk/>
            <pc:sldMk cId="1584524781" sldId="279"/>
            <ac:spMk id="2" creationId="{89C2E2E9-75A0-BDDF-8C24-56171069CE7E}"/>
          </ac:spMkLst>
        </pc:spChg>
        <pc:spChg chg="mod">
          <ac:chgData name="Chad Furl" userId="e1f063c0-f891-481e-b162-0b825299f031" providerId="ADAL" clId="{6ADDB542-7708-4E33-BA5D-95E7728F0CE2}" dt="2026-08-19T18:54:05.233" v="864" actId="20577"/>
          <ac:spMkLst>
            <pc:docMk/>
            <pc:sldMk cId="1584524781" sldId="279"/>
            <ac:spMk id="6" creationId="{30681F45-389A-1C88-537D-73A609998762}"/>
          </ac:spMkLst>
        </pc:spChg>
        <pc:spChg chg="del">
          <ac:chgData name="Chad Furl" userId="e1f063c0-f891-481e-b162-0b825299f031" providerId="ADAL" clId="{6ADDB542-7708-4E33-BA5D-95E7728F0CE2}" dt="2026-08-19T18:51:59.525" v="813" actId="478"/>
          <ac:spMkLst>
            <pc:docMk/>
            <pc:sldMk cId="1584524781" sldId="279"/>
            <ac:spMk id="7" creationId="{E16BE4D4-A845-FF95-B3FB-50E15DA339D2}"/>
          </ac:spMkLst>
        </pc:spChg>
        <pc:spChg chg="del">
          <ac:chgData name="Chad Furl" userId="e1f063c0-f891-481e-b162-0b825299f031" providerId="ADAL" clId="{6ADDB542-7708-4E33-BA5D-95E7728F0CE2}" dt="2026-08-19T18:52:50.870" v="833" actId="478"/>
          <ac:spMkLst>
            <pc:docMk/>
            <pc:sldMk cId="1584524781" sldId="279"/>
            <ac:spMk id="10" creationId="{C8DC8A76-FCBF-5581-C599-4BE7FF8785E9}"/>
          </ac:spMkLst>
        </pc:spChg>
        <pc:spChg chg="del">
          <ac:chgData name="Chad Furl" userId="e1f063c0-f891-481e-b162-0b825299f031" providerId="ADAL" clId="{6ADDB542-7708-4E33-BA5D-95E7728F0CE2}" dt="2026-08-19T18:52:54.565" v="834" actId="478"/>
          <ac:spMkLst>
            <pc:docMk/>
            <pc:sldMk cId="1584524781" sldId="279"/>
            <ac:spMk id="11" creationId="{92DCFD7C-F443-7E74-EF4F-72FCC5A496B1}"/>
          </ac:spMkLst>
        </pc:spChg>
        <pc:spChg chg="del">
          <ac:chgData name="Chad Furl" userId="e1f063c0-f891-481e-b162-0b825299f031" providerId="ADAL" clId="{6ADDB542-7708-4E33-BA5D-95E7728F0CE2}" dt="2026-08-19T18:52:56.015" v="835" actId="478"/>
          <ac:spMkLst>
            <pc:docMk/>
            <pc:sldMk cId="1584524781" sldId="279"/>
            <ac:spMk id="12" creationId="{B17261C5-1E6B-3017-3B6D-9597CD30F839}"/>
          </ac:spMkLst>
        </pc:spChg>
        <pc:spChg chg="mod">
          <ac:chgData name="Chad Furl" userId="e1f063c0-f891-481e-b162-0b825299f031" providerId="ADAL" clId="{6ADDB542-7708-4E33-BA5D-95E7728F0CE2}" dt="2026-08-19T19:00:47.046" v="1171" actId="1076"/>
          <ac:spMkLst>
            <pc:docMk/>
            <pc:sldMk cId="1584524781" sldId="279"/>
            <ac:spMk id="13" creationId="{F30D97F6-2ED0-93FA-4910-A1E9149FF25A}"/>
          </ac:spMkLst>
        </pc:spChg>
        <pc:spChg chg="del">
          <ac:chgData name="Chad Furl" userId="e1f063c0-f891-481e-b162-0b825299f031" providerId="ADAL" clId="{6ADDB542-7708-4E33-BA5D-95E7728F0CE2}" dt="2026-08-19T18:53:01.148" v="837" actId="478"/>
          <ac:spMkLst>
            <pc:docMk/>
            <pc:sldMk cId="1584524781" sldId="279"/>
            <ac:spMk id="14" creationId="{4141F423-6796-C605-C1AE-89227D3532DC}"/>
          </ac:spMkLst>
        </pc:spChg>
        <pc:spChg chg="del">
          <ac:chgData name="Chad Furl" userId="e1f063c0-f891-481e-b162-0b825299f031" providerId="ADAL" clId="{6ADDB542-7708-4E33-BA5D-95E7728F0CE2}" dt="2026-08-19T18:53:04.631" v="839" actId="478"/>
          <ac:spMkLst>
            <pc:docMk/>
            <pc:sldMk cId="1584524781" sldId="279"/>
            <ac:spMk id="15" creationId="{4A903568-B604-CABF-D7EF-DFE38D74AECD}"/>
          </ac:spMkLst>
        </pc:spChg>
        <pc:spChg chg="del">
          <ac:chgData name="Chad Furl" userId="e1f063c0-f891-481e-b162-0b825299f031" providerId="ADAL" clId="{6ADDB542-7708-4E33-BA5D-95E7728F0CE2}" dt="2026-08-19T18:53:03.018" v="838" actId="478"/>
          <ac:spMkLst>
            <pc:docMk/>
            <pc:sldMk cId="1584524781" sldId="279"/>
            <ac:spMk id="16" creationId="{A55F5D28-C432-2BBE-CABA-F81B7AF1A6D9}"/>
          </ac:spMkLst>
        </pc:spChg>
        <pc:spChg chg="del">
          <ac:chgData name="Chad Furl" userId="e1f063c0-f891-481e-b162-0b825299f031" providerId="ADAL" clId="{6ADDB542-7708-4E33-BA5D-95E7728F0CE2}" dt="2026-08-19T18:53:06.765" v="840" actId="478"/>
          <ac:spMkLst>
            <pc:docMk/>
            <pc:sldMk cId="1584524781" sldId="279"/>
            <ac:spMk id="17" creationId="{60CBD071-640F-990B-1A4E-66BB5EE0E2B3}"/>
          </ac:spMkLst>
        </pc:spChg>
        <pc:spChg chg="del">
          <ac:chgData name="Chad Furl" userId="e1f063c0-f891-481e-b162-0b825299f031" providerId="ADAL" clId="{6ADDB542-7708-4E33-BA5D-95E7728F0CE2}" dt="2026-08-19T18:53:09.338" v="842" actId="478"/>
          <ac:spMkLst>
            <pc:docMk/>
            <pc:sldMk cId="1584524781" sldId="279"/>
            <ac:spMk id="18" creationId="{F265CB2F-D7B5-F088-6E57-3E8150658702}"/>
          </ac:spMkLst>
        </pc:spChg>
        <pc:spChg chg="del">
          <ac:chgData name="Chad Furl" userId="e1f063c0-f891-481e-b162-0b825299f031" providerId="ADAL" clId="{6ADDB542-7708-4E33-BA5D-95E7728F0CE2}" dt="2026-08-19T18:53:08.354" v="841" actId="478"/>
          <ac:spMkLst>
            <pc:docMk/>
            <pc:sldMk cId="1584524781" sldId="279"/>
            <ac:spMk id="19" creationId="{D8D3BE7B-F5D3-533A-F14C-8E86E703E23D}"/>
          </ac:spMkLst>
        </pc:spChg>
        <pc:spChg chg="del">
          <ac:chgData name="Chad Furl" userId="e1f063c0-f891-481e-b162-0b825299f031" providerId="ADAL" clId="{6ADDB542-7708-4E33-BA5D-95E7728F0CE2}" dt="2026-08-19T18:53:11.053" v="843" actId="478"/>
          <ac:spMkLst>
            <pc:docMk/>
            <pc:sldMk cId="1584524781" sldId="279"/>
            <ac:spMk id="20" creationId="{0B9C5B88-D092-655A-5F15-760F5CF8CE2B}"/>
          </ac:spMkLst>
        </pc:spChg>
        <pc:spChg chg="del">
          <ac:chgData name="Chad Furl" userId="e1f063c0-f891-481e-b162-0b825299f031" providerId="ADAL" clId="{6ADDB542-7708-4E33-BA5D-95E7728F0CE2}" dt="2026-08-19T18:53:14.397" v="845" actId="478"/>
          <ac:spMkLst>
            <pc:docMk/>
            <pc:sldMk cId="1584524781" sldId="279"/>
            <ac:spMk id="21" creationId="{2C30DFC7-3315-2A9C-7174-9B8AF882AB13}"/>
          </ac:spMkLst>
        </pc:spChg>
        <pc:spChg chg="del">
          <ac:chgData name="Chad Furl" userId="e1f063c0-f891-481e-b162-0b825299f031" providerId="ADAL" clId="{6ADDB542-7708-4E33-BA5D-95E7728F0CE2}" dt="2026-08-19T18:53:12.720" v="844" actId="478"/>
          <ac:spMkLst>
            <pc:docMk/>
            <pc:sldMk cId="1584524781" sldId="279"/>
            <ac:spMk id="22" creationId="{E48CC750-EF74-148C-85A9-7A6762938B32}"/>
          </ac:spMkLst>
        </pc:spChg>
        <pc:spChg chg="del">
          <ac:chgData name="Chad Furl" userId="e1f063c0-f891-481e-b162-0b825299f031" providerId="ADAL" clId="{6ADDB542-7708-4E33-BA5D-95E7728F0CE2}" dt="2026-08-19T18:53:15.879" v="846" actId="478"/>
          <ac:spMkLst>
            <pc:docMk/>
            <pc:sldMk cId="1584524781" sldId="279"/>
            <ac:spMk id="23" creationId="{20D6BC1A-34CB-71D7-B4C6-6AABAB31E82C}"/>
          </ac:spMkLst>
        </pc:spChg>
        <pc:spChg chg="add mod">
          <ac:chgData name="Chad Furl" userId="e1f063c0-f891-481e-b162-0b825299f031" providerId="ADAL" clId="{6ADDB542-7708-4E33-BA5D-95E7728F0CE2}" dt="2026-08-19T18:54:18.253" v="866" actId="1076"/>
          <ac:spMkLst>
            <pc:docMk/>
            <pc:sldMk cId="1584524781" sldId="279"/>
            <ac:spMk id="25" creationId="{82081825-98AA-358E-C73E-4EF5AABF1CE3}"/>
          </ac:spMkLst>
        </pc:spChg>
        <pc:spChg chg="add mod">
          <ac:chgData name="Chad Furl" userId="e1f063c0-f891-481e-b162-0b825299f031" providerId="ADAL" clId="{6ADDB542-7708-4E33-BA5D-95E7728F0CE2}" dt="2026-08-19T18:54:28.605" v="878" actId="20577"/>
          <ac:spMkLst>
            <pc:docMk/>
            <pc:sldMk cId="1584524781" sldId="279"/>
            <ac:spMk id="27" creationId="{2FDFA9DC-DA79-0D76-1C01-F4557DD2E8D0}"/>
          </ac:spMkLst>
        </pc:spChg>
        <pc:spChg chg="add mod">
          <ac:chgData name="Chad Furl" userId="e1f063c0-f891-481e-b162-0b825299f031" providerId="ADAL" clId="{6ADDB542-7708-4E33-BA5D-95E7728F0CE2}" dt="2026-08-19T19:03:02.440" v="1260" actId="20577"/>
          <ac:spMkLst>
            <pc:docMk/>
            <pc:sldMk cId="1584524781" sldId="279"/>
            <ac:spMk id="29" creationId="{A8B4C846-5340-DD71-3317-D0BDF2968340}"/>
          </ac:spMkLst>
        </pc:spChg>
        <pc:spChg chg="add mod">
          <ac:chgData name="Chad Furl" userId="e1f063c0-f891-481e-b162-0b825299f031" providerId="ADAL" clId="{6ADDB542-7708-4E33-BA5D-95E7728F0CE2}" dt="2026-08-19T19:05:50.383" v="1376" actId="1076"/>
          <ac:spMkLst>
            <pc:docMk/>
            <pc:sldMk cId="1584524781" sldId="279"/>
            <ac:spMk id="31" creationId="{7F1B1082-7269-96A6-C9F5-36CC260E1BB2}"/>
          </ac:spMkLst>
        </pc:spChg>
        <pc:spChg chg="add mod">
          <ac:chgData name="Chad Furl" userId="e1f063c0-f891-481e-b162-0b825299f031" providerId="ADAL" clId="{6ADDB542-7708-4E33-BA5D-95E7728F0CE2}" dt="2026-08-19T19:05:50.383" v="1376" actId="1076"/>
          <ac:spMkLst>
            <pc:docMk/>
            <pc:sldMk cId="1584524781" sldId="279"/>
            <ac:spMk id="33" creationId="{EDC154FC-24BD-5F78-C0A9-BF8B650BF369}"/>
          </ac:spMkLst>
        </pc:spChg>
        <pc:spChg chg="add mod">
          <ac:chgData name="Chad Furl" userId="e1f063c0-f891-481e-b162-0b825299f031" providerId="ADAL" clId="{6ADDB542-7708-4E33-BA5D-95E7728F0CE2}" dt="2026-08-19T19:05:50.383" v="1376" actId="1076"/>
          <ac:spMkLst>
            <pc:docMk/>
            <pc:sldMk cId="1584524781" sldId="279"/>
            <ac:spMk id="35" creationId="{A51270C4-86BA-1CEA-B36F-00496C216742}"/>
          </ac:spMkLst>
        </pc:spChg>
        <pc:spChg chg="add mod">
          <ac:chgData name="Chad Furl" userId="e1f063c0-f891-481e-b162-0b825299f031" providerId="ADAL" clId="{6ADDB542-7708-4E33-BA5D-95E7728F0CE2}" dt="2026-08-19T19:06:02.860" v="1377" actId="1076"/>
          <ac:spMkLst>
            <pc:docMk/>
            <pc:sldMk cId="1584524781" sldId="279"/>
            <ac:spMk id="37" creationId="{A7C5DE3D-485C-D755-42FD-C92CFF0CD379}"/>
          </ac:spMkLst>
        </pc:spChg>
        <pc:spChg chg="add mod">
          <ac:chgData name="Chad Furl" userId="e1f063c0-f891-481e-b162-0b825299f031" providerId="ADAL" clId="{6ADDB542-7708-4E33-BA5D-95E7728F0CE2}" dt="2026-08-19T19:06:19.587" v="1390" actId="20577"/>
          <ac:spMkLst>
            <pc:docMk/>
            <pc:sldMk cId="1584524781" sldId="279"/>
            <ac:spMk id="39" creationId="{6AADF01C-4338-AAE1-25FA-32E52386A9FA}"/>
          </ac:spMkLst>
        </pc:spChg>
        <pc:spChg chg="add mod">
          <ac:chgData name="Chad Furl" userId="e1f063c0-f891-481e-b162-0b825299f031" providerId="ADAL" clId="{6ADDB542-7708-4E33-BA5D-95E7728F0CE2}" dt="2026-08-19T19:06:32.031" v="1421" actId="20577"/>
          <ac:spMkLst>
            <pc:docMk/>
            <pc:sldMk cId="1584524781" sldId="279"/>
            <ac:spMk id="41" creationId="{ACBDBBE8-15B5-ED64-F38F-B8398D705BDC}"/>
          </ac:spMkLst>
        </pc:spChg>
      </pc:sldChg>
      <pc:sldChg chg="modSp mod ord">
        <pc:chgData name="Chad Furl" userId="e1f063c0-f891-481e-b162-0b825299f031" providerId="ADAL" clId="{6ADDB542-7708-4E33-BA5D-95E7728F0CE2}" dt="2026-08-19T18:52:13.804" v="832" actId="20577"/>
        <pc:sldMkLst>
          <pc:docMk/>
          <pc:sldMk cId="2028975278" sldId="280"/>
        </pc:sldMkLst>
        <pc:spChg chg="mod">
          <ac:chgData name="Chad Furl" userId="e1f063c0-f891-481e-b162-0b825299f031" providerId="ADAL" clId="{6ADDB542-7708-4E33-BA5D-95E7728F0CE2}" dt="2026-08-19T18:52:13.804" v="832" actId="20577"/>
          <ac:spMkLst>
            <pc:docMk/>
            <pc:sldMk cId="2028975278" sldId="280"/>
            <ac:spMk id="6" creationId="{CC6BCB62-FDAF-627C-E02F-E91C5EFB20F1}"/>
          </ac:spMkLst>
        </pc:spChg>
      </pc:sldChg>
      <pc:sldChg chg="addSp modSp new mod">
        <pc:chgData name="Chad Furl" userId="e1f063c0-f891-481e-b162-0b825299f031" providerId="ADAL" clId="{6ADDB542-7708-4E33-BA5D-95E7728F0CE2}" dt="2026-08-19T18:16:18.636" v="121" actId="20577"/>
        <pc:sldMkLst>
          <pc:docMk/>
          <pc:sldMk cId="2367963908" sldId="293"/>
        </pc:sldMkLst>
        <pc:spChg chg="add mod">
          <ac:chgData name="Chad Furl" userId="e1f063c0-f891-481e-b162-0b825299f031" providerId="ADAL" clId="{6ADDB542-7708-4E33-BA5D-95E7728F0CE2}" dt="2026-08-19T18:16:18.636" v="121" actId="20577"/>
          <ac:spMkLst>
            <pc:docMk/>
            <pc:sldMk cId="2367963908" sldId="293"/>
            <ac:spMk id="2" creationId="{85853E1B-A1FF-8D03-D11A-7288E4E7E786}"/>
          </ac:spMkLst>
        </pc:spChg>
      </pc:sldChg>
      <pc:sldChg chg="addSp delSp modSp add mod">
        <pc:chgData name="Chad Furl" userId="e1f063c0-f891-481e-b162-0b825299f031" providerId="ADAL" clId="{6ADDB542-7708-4E33-BA5D-95E7728F0CE2}" dt="2026-08-19T18:49:17.887" v="722" actId="6549"/>
        <pc:sldMkLst>
          <pc:docMk/>
          <pc:sldMk cId="1374114861" sldId="294"/>
        </pc:sldMkLst>
        <pc:spChg chg="mod">
          <ac:chgData name="Chad Furl" userId="e1f063c0-f891-481e-b162-0b825299f031" providerId="ADAL" clId="{6ADDB542-7708-4E33-BA5D-95E7728F0CE2}" dt="2026-08-19T18:42:22.575" v="135" actId="20577"/>
          <ac:spMkLst>
            <pc:docMk/>
            <pc:sldMk cId="1374114861" sldId="294"/>
            <ac:spMk id="6" creationId="{26AF6BBF-C3C3-A563-A971-E8B82ED7A0C6}"/>
          </ac:spMkLst>
        </pc:spChg>
        <pc:spChg chg="mod">
          <ac:chgData name="Chad Furl" userId="e1f063c0-f891-481e-b162-0b825299f031" providerId="ADAL" clId="{6ADDB542-7708-4E33-BA5D-95E7728F0CE2}" dt="2026-08-19T18:42:30.528" v="146" actId="20577"/>
          <ac:spMkLst>
            <pc:docMk/>
            <pc:sldMk cId="1374114861" sldId="294"/>
            <ac:spMk id="10" creationId="{F85BE99F-740E-3928-4ABF-CABC9A280928}"/>
          </ac:spMkLst>
        </pc:spChg>
        <pc:spChg chg="mod">
          <ac:chgData name="Chad Furl" userId="e1f063c0-f891-481e-b162-0b825299f031" providerId="ADAL" clId="{6ADDB542-7708-4E33-BA5D-95E7728F0CE2}" dt="2026-08-19T18:49:17.887" v="722" actId="6549"/>
          <ac:spMkLst>
            <pc:docMk/>
            <pc:sldMk cId="1374114861" sldId="294"/>
            <ac:spMk id="11" creationId="{D5F10504-DA5B-4C0A-EFC4-B155FAC9B941}"/>
          </ac:spMkLst>
        </pc:spChg>
        <pc:spChg chg="mod">
          <ac:chgData name="Chad Furl" userId="e1f063c0-f891-481e-b162-0b825299f031" providerId="ADAL" clId="{6ADDB542-7708-4E33-BA5D-95E7728F0CE2}" dt="2026-08-19T18:44:35.422" v="153" actId="14100"/>
          <ac:spMkLst>
            <pc:docMk/>
            <pc:sldMk cId="1374114861" sldId="294"/>
            <ac:spMk id="18" creationId="{7A7BB5A0-A361-F3BD-A0CF-A1BC90D0F7D7}"/>
          </ac:spMkLst>
        </pc:spChg>
        <pc:spChg chg="mod">
          <ac:chgData name="Chad Furl" userId="e1f063c0-f891-481e-b162-0b825299f031" providerId="ADAL" clId="{6ADDB542-7708-4E33-BA5D-95E7728F0CE2}" dt="2026-08-19T18:46:05.386" v="359" actId="1036"/>
          <ac:spMkLst>
            <pc:docMk/>
            <pc:sldMk cId="1374114861" sldId="294"/>
            <ac:spMk id="19" creationId="{9FD44D4C-54F8-95EF-06B5-ECC2B7E73A49}"/>
          </ac:spMkLst>
        </pc:spChg>
        <pc:picChg chg="del">
          <ac:chgData name="Chad Furl" userId="e1f063c0-f891-481e-b162-0b825299f031" providerId="ADAL" clId="{6ADDB542-7708-4E33-BA5D-95E7728F0CE2}" dt="2026-08-19T18:43:44.160" v="150" actId="478"/>
          <ac:picMkLst>
            <pc:docMk/>
            <pc:sldMk cId="1374114861" sldId="294"/>
            <ac:picMk id="12" creationId="{AE498E07-6ABD-78E4-5174-8555BC7D066C}"/>
          </ac:picMkLst>
        </pc:picChg>
        <pc:picChg chg="add mod ord">
          <ac:chgData name="Chad Furl" userId="e1f063c0-f891-481e-b162-0b825299f031" providerId="ADAL" clId="{6ADDB542-7708-4E33-BA5D-95E7728F0CE2}" dt="2026-08-19T18:43:39.593" v="149" actId="171"/>
          <ac:picMkLst>
            <pc:docMk/>
            <pc:sldMk cId="1374114861" sldId="294"/>
            <ac:picMk id="13" creationId="{F4BB218D-1E99-2D7D-A7F3-671FC76AFC31}"/>
          </ac:picMkLst>
        </pc:picChg>
      </pc:sldChg>
      <pc:sldChg chg="delSp modSp add mod">
        <pc:chgData name="Chad Furl" userId="e1f063c0-f891-481e-b162-0b825299f031" providerId="ADAL" clId="{6ADDB542-7708-4E33-BA5D-95E7728F0CE2}" dt="2026-08-19T18:50:09.880" v="799" actId="20577"/>
        <pc:sldMkLst>
          <pc:docMk/>
          <pc:sldMk cId="3090401803" sldId="295"/>
        </pc:sldMkLst>
        <pc:spChg chg="mod">
          <ac:chgData name="Chad Furl" userId="e1f063c0-f891-481e-b162-0b825299f031" providerId="ADAL" clId="{6ADDB542-7708-4E33-BA5D-95E7728F0CE2}" dt="2026-08-19T18:49:49.545" v="739" actId="20577"/>
          <ac:spMkLst>
            <pc:docMk/>
            <pc:sldMk cId="3090401803" sldId="295"/>
            <ac:spMk id="6" creationId="{2631BA67-5BDA-D960-7D86-0BAF6E985F75}"/>
          </ac:spMkLst>
        </pc:spChg>
        <pc:spChg chg="mod">
          <ac:chgData name="Chad Furl" userId="e1f063c0-f891-481e-b162-0b825299f031" providerId="ADAL" clId="{6ADDB542-7708-4E33-BA5D-95E7728F0CE2}" dt="2026-08-19T18:49:58.287" v="750" actId="20577"/>
          <ac:spMkLst>
            <pc:docMk/>
            <pc:sldMk cId="3090401803" sldId="295"/>
            <ac:spMk id="10" creationId="{5980D932-12E5-F5BE-12A9-372BE6592716}"/>
          </ac:spMkLst>
        </pc:spChg>
        <pc:spChg chg="mod">
          <ac:chgData name="Chad Furl" userId="e1f063c0-f891-481e-b162-0b825299f031" providerId="ADAL" clId="{6ADDB542-7708-4E33-BA5D-95E7728F0CE2}" dt="2026-08-19T18:50:09.880" v="799" actId="20577"/>
          <ac:spMkLst>
            <pc:docMk/>
            <pc:sldMk cId="3090401803" sldId="295"/>
            <ac:spMk id="21" creationId="{C505F95F-42F8-1150-7236-AF007830B3E4}"/>
          </ac:spMkLst>
        </pc:spChg>
        <pc:picChg chg="del">
          <ac:chgData name="Chad Furl" userId="e1f063c0-f891-481e-b162-0b825299f031" providerId="ADAL" clId="{6ADDB542-7708-4E33-BA5D-95E7728F0CE2}" dt="2026-08-19T18:49:41.524" v="724" actId="478"/>
          <ac:picMkLst>
            <pc:docMk/>
            <pc:sldMk cId="3090401803" sldId="295"/>
            <ac:picMk id="14" creationId="{7275604D-5521-20CB-3313-2D573B2C4B4A}"/>
          </ac:picMkLst>
        </pc:picChg>
      </pc:sldChg>
    </pc:docChg>
  </pc:docChgLst>
  <pc:docChgLst>
    <pc:chgData name="Chad Furl" userId="e1f063c0-f891-481e-b162-0b825299f031" providerId="ADAL" clId="{3E978C21-B3D0-4285-96BE-5AD851B5E1C0}"/>
    <pc:docChg chg="undo custSel addSld delSld modSld sldOrd">
      <pc:chgData name="Chad Furl" userId="e1f063c0-f891-481e-b162-0b825299f031" providerId="ADAL" clId="{3E978C21-B3D0-4285-96BE-5AD851B5E1C0}" dt="2026-08-11T19:29:54.573" v="4766" actId="478"/>
      <pc:docMkLst>
        <pc:docMk/>
      </pc:docMkLst>
      <pc:sldChg chg="modSp mod">
        <pc:chgData name="Chad Furl" userId="e1f063c0-f891-481e-b162-0b825299f031" providerId="ADAL" clId="{3E978C21-B3D0-4285-96BE-5AD851B5E1C0}" dt="2026-08-07T18:47:03.034" v="111" actId="14100"/>
        <pc:sldMkLst>
          <pc:docMk/>
          <pc:sldMk cId="0" sldId="256"/>
        </pc:sldMkLst>
        <pc:spChg chg="mod">
          <ac:chgData name="Chad Furl" userId="e1f063c0-f891-481e-b162-0b825299f031" providerId="ADAL" clId="{3E978C21-B3D0-4285-96BE-5AD851B5E1C0}" dt="2026-08-07T18:46:18.485" v="47" actId="6549"/>
          <ac:spMkLst>
            <pc:docMk/>
            <pc:sldMk cId="0" sldId="256"/>
            <ac:spMk id="8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8-07T18:47:03.034" v="111" actId="14100"/>
          <ac:spMkLst>
            <pc:docMk/>
            <pc:sldMk cId="0" sldId="256"/>
            <ac:spMk id="9" creationId="{00000000-0000-0000-0000-000000000000}"/>
          </ac:spMkLst>
        </pc:spChg>
      </pc:sldChg>
      <pc:sldChg chg="addSp delSp modSp mod ord">
        <pc:chgData name="Chad Furl" userId="e1f063c0-f891-481e-b162-0b825299f031" providerId="ADAL" clId="{3E978C21-B3D0-4285-96BE-5AD851B5E1C0}" dt="2026-08-07T20:39:37.266" v="717" actId="171"/>
        <pc:sldMkLst>
          <pc:docMk/>
          <pc:sldMk cId="0" sldId="259"/>
        </pc:sldMkLst>
        <pc:spChg chg="mod">
          <ac:chgData name="Chad Furl" userId="e1f063c0-f891-481e-b162-0b825299f031" providerId="ADAL" clId="{3E978C21-B3D0-4285-96BE-5AD851B5E1C0}" dt="2026-08-07T20:33:40.805" v="686" actId="1076"/>
          <ac:spMkLst>
            <pc:docMk/>
            <pc:sldMk cId="0" sldId="259"/>
            <ac:spMk id="2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8-07T19:59:03.861" v="155" actId="20577"/>
          <ac:spMkLst>
            <pc:docMk/>
            <pc:sldMk cId="0" sldId="259"/>
            <ac:spMk id="6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8-07T20:02:37.553" v="183" actId="14100"/>
          <ac:spMkLst>
            <pc:docMk/>
            <pc:sldMk cId="0" sldId="259"/>
            <ac:spMk id="9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8-07T20:33:45.902" v="687" actId="1076"/>
          <ac:spMkLst>
            <pc:docMk/>
            <pc:sldMk cId="0" sldId="259"/>
            <ac:spMk id="10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8-07T20:31:02.018" v="443" actId="404"/>
          <ac:spMkLst>
            <pc:docMk/>
            <pc:sldMk cId="0" sldId="259"/>
            <ac:spMk id="11" creationId="{00000000-0000-0000-0000-000000000000}"/>
          </ac:spMkLst>
        </pc:spChg>
        <pc:spChg chg="mod ord">
          <ac:chgData name="Chad Furl" userId="e1f063c0-f891-481e-b162-0b825299f031" providerId="ADAL" clId="{3E978C21-B3D0-4285-96BE-5AD851B5E1C0}" dt="2026-08-07T20:39:37.266" v="717" actId="171"/>
          <ac:spMkLst>
            <pc:docMk/>
            <pc:sldMk cId="0" sldId="259"/>
            <ac:spMk id="18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8-07T20:33:29.014" v="684" actId="1076"/>
          <ac:spMkLst>
            <pc:docMk/>
            <pc:sldMk cId="0" sldId="259"/>
            <ac:spMk id="19" creationId="{00000000-0000-0000-0000-000000000000}"/>
          </ac:spMkLst>
        </pc:spChg>
        <pc:picChg chg="add mod">
          <ac:chgData name="Chad Furl" userId="e1f063c0-f891-481e-b162-0b825299f031" providerId="ADAL" clId="{3E978C21-B3D0-4285-96BE-5AD851B5E1C0}" dt="2026-08-07T20:28:15.517" v="442" actId="1076"/>
          <ac:picMkLst>
            <pc:docMk/>
            <pc:sldMk cId="0" sldId="259"/>
            <ac:picMk id="27" creationId="{5CE0C189-EFD5-914D-132E-BF643B42DF5F}"/>
          </ac:picMkLst>
        </pc:picChg>
      </pc:sldChg>
      <pc:sldChg chg="modSp mod">
        <pc:chgData name="Chad Furl" userId="e1f063c0-f891-481e-b162-0b825299f031" providerId="ADAL" clId="{3E978C21-B3D0-4285-96BE-5AD851B5E1C0}" dt="2026-08-07T18:47:16.763" v="117" actId="27636"/>
        <pc:sldMkLst>
          <pc:docMk/>
          <pc:sldMk cId="0" sldId="261"/>
        </pc:sldMkLst>
        <pc:spChg chg="mod">
          <ac:chgData name="Chad Furl" userId="e1f063c0-f891-481e-b162-0b825299f031" providerId="ADAL" clId="{3E978C21-B3D0-4285-96BE-5AD851B5E1C0}" dt="2026-08-07T18:47:16.763" v="117" actId="27636"/>
          <ac:spMkLst>
            <pc:docMk/>
            <pc:sldMk cId="0" sldId="261"/>
            <ac:spMk id="19" creationId="{00000000-0000-0000-0000-000000000000}"/>
          </ac:spMkLst>
        </pc:spChg>
      </pc:sldChg>
      <pc:sldChg chg="modSp mod">
        <pc:chgData name="Chad Furl" userId="e1f063c0-f891-481e-b162-0b825299f031" providerId="ADAL" clId="{3E978C21-B3D0-4285-96BE-5AD851B5E1C0}" dt="2026-08-07T18:47:16.766" v="118" actId="27636"/>
        <pc:sldMkLst>
          <pc:docMk/>
          <pc:sldMk cId="0" sldId="263"/>
        </pc:sldMkLst>
        <pc:spChg chg="mod">
          <ac:chgData name="Chad Furl" userId="e1f063c0-f891-481e-b162-0b825299f031" providerId="ADAL" clId="{3E978C21-B3D0-4285-96BE-5AD851B5E1C0}" dt="2026-08-07T18:47:16.766" v="118" actId="27636"/>
          <ac:spMkLst>
            <pc:docMk/>
            <pc:sldMk cId="0" sldId="263"/>
            <ac:spMk id="12" creationId="{00000000-0000-0000-0000-000000000000}"/>
          </ac:spMkLst>
        </pc:spChg>
      </pc:sldChg>
      <pc:sldChg chg="modSp mod">
        <pc:chgData name="Chad Furl" userId="e1f063c0-f891-481e-b162-0b825299f031" providerId="ADAL" clId="{3E978C21-B3D0-4285-96BE-5AD851B5E1C0}" dt="2026-08-07T18:47:16.769" v="119" actId="27636"/>
        <pc:sldMkLst>
          <pc:docMk/>
          <pc:sldMk cId="0" sldId="267"/>
        </pc:sldMkLst>
        <pc:spChg chg="mod">
          <ac:chgData name="Chad Furl" userId="e1f063c0-f891-481e-b162-0b825299f031" providerId="ADAL" clId="{3E978C21-B3D0-4285-96BE-5AD851B5E1C0}" dt="2026-08-07T18:47:16.769" v="119" actId="27636"/>
          <ac:spMkLst>
            <pc:docMk/>
            <pc:sldMk cId="0" sldId="267"/>
            <ac:spMk id="29" creationId="{00000000-0000-0000-0000-000000000000}"/>
          </ac:spMkLst>
        </pc:spChg>
      </pc:sldChg>
      <pc:sldChg chg="addSp delSp modSp add mod setBg">
        <pc:chgData name="Chad Furl" userId="e1f063c0-f891-481e-b162-0b825299f031" providerId="ADAL" clId="{3E978C21-B3D0-4285-96BE-5AD851B5E1C0}" dt="2026-08-10T14:32:26.097" v="1145" actId="1076"/>
        <pc:sldMkLst>
          <pc:docMk/>
          <pc:sldMk cId="2380401791" sldId="269"/>
        </pc:sldMkLst>
        <pc:spChg chg="mod">
          <ac:chgData name="Chad Furl" userId="e1f063c0-f891-481e-b162-0b825299f031" providerId="ADAL" clId="{3E978C21-B3D0-4285-96BE-5AD851B5E1C0}" dt="2026-08-07T20:42:50.787" v="763" actId="20577"/>
          <ac:spMkLst>
            <pc:docMk/>
            <pc:sldMk cId="2380401791" sldId="269"/>
            <ac:spMk id="6" creationId="{DC42AE2C-882F-5A75-1DC4-2AF844F0BAFF}"/>
          </ac:spMkLst>
        </pc:spChg>
        <pc:spChg chg="mod">
          <ac:chgData name="Chad Furl" userId="e1f063c0-f891-481e-b162-0b825299f031" providerId="ADAL" clId="{3E978C21-B3D0-4285-96BE-5AD851B5E1C0}" dt="2026-08-07T20:59:48.992" v="1096" actId="20577"/>
          <ac:spMkLst>
            <pc:docMk/>
            <pc:sldMk cId="2380401791" sldId="269"/>
            <ac:spMk id="10" creationId="{E301E2B6-8BD9-A86A-B91D-C6B419F1BBC2}"/>
          </ac:spMkLst>
        </pc:spChg>
        <pc:spChg chg="mod">
          <ac:chgData name="Chad Furl" userId="e1f063c0-f891-481e-b162-0b825299f031" providerId="ADAL" clId="{3E978C21-B3D0-4285-96BE-5AD851B5E1C0}" dt="2026-08-10T14:05:03.891" v="1137" actId="20577"/>
          <ac:spMkLst>
            <pc:docMk/>
            <pc:sldMk cId="2380401791" sldId="269"/>
            <ac:spMk id="11" creationId="{82639B2B-32B4-C710-4820-31EC76D09778}"/>
          </ac:spMkLst>
        </pc:spChg>
        <pc:spChg chg="mod">
          <ac:chgData name="Chad Furl" userId="e1f063c0-f891-481e-b162-0b825299f031" providerId="ADAL" clId="{3E978C21-B3D0-4285-96BE-5AD851B5E1C0}" dt="2026-08-07T20:43:12.344" v="792" actId="20577"/>
          <ac:spMkLst>
            <pc:docMk/>
            <pc:sldMk cId="2380401791" sldId="269"/>
            <ac:spMk id="14" creationId="{B51E6E3F-A174-E4EC-FF33-AB27B4BB7E3E}"/>
          </ac:spMkLst>
        </pc:spChg>
        <pc:spChg chg="mod">
          <ac:chgData name="Chad Furl" userId="e1f063c0-f891-481e-b162-0b825299f031" providerId="ADAL" clId="{3E978C21-B3D0-4285-96BE-5AD851B5E1C0}" dt="2026-08-10T14:32:26.097" v="1145" actId="1076"/>
          <ac:spMkLst>
            <pc:docMk/>
            <pc:sldMk cId="2380401791" sldId="269"/>
            <ac:spMk id="18" creationId="{9DC9963E-6F9E-3A41-AB59-DD6DD7FAF339}"/>
          </ac:spMkLst>
        </pc:spChg>
        <pc:spChg chg="mod">
          <ac:chgData name="Chad Furl" userId="e1f063c0-f891-481e-b162-0b825299f031" providerId="ADAL" clId="{3E978C21-B3D0-4285-96BE-5AD851B5E1C0}" dt="2026-08-10T14:32:26.097" v="1145" actId="1076"/>
          <ac:spMkLst>
            <pc:docMk/>
            <pc:sldMk cId="2380401791" sldId="269"/>
            <ac:spMk id="19" creationId="{121398A2-796C-236F-E253-81BEEECDC19C}"/>
          </ac:spMkLst>
        </pc:spChg>
        <pc:picChg chg="add mod modCrop">
          <ac:chgData name="Chad Furl" userId="e1f063c0-f891-481e-b162-0b825299f031" providerId="ADAL" clId="{3E978C21-B3D0-4285-96BE-5AD851B5E1C0}" dt="2026-08-10T14:32:20.430" v="1144" actId="14100"/>
          <ac:picMkLst>
            <pc:docMk/>
            <pc:sldMk cId="2380401791" sldId="269"/>
            <ac:picMk id="13" creationId="{58350EA5-0CCA-1F47-6781-1A734DF18BBD}"/>
          </ac:picMkLst>
        </pc:picChg>
      </pc:sldChg>
      <pc:sldChg chg="addSp delSp modSp add mod ord setBg">
        <pc:chgData name="Chad Furl" userId="e1f063c0-f891-481e-b162-0b825299f031" providerId="ADAL" clId="{3E978C21-B3D0-4285-96BE-5AD851B5E1C0}" dt="2026-08-11T16:00:26.919" v="3143" actId="20577"/>
        <pc:sldMkLst>
          <pc:docMk/>
          <pc:sldMk cId="2519128241" sldId="270"/>
        </pc:sldMkLst>
        <pc:spChg chg="mod">
          <ac:chgData name="Chad Furl" userId="e1f063c0-f891-481e-b162-0b825299f031" providerId="ADAL" clId="{3E978C21-B3D0-4285-96BE-5AD851B5E1C0}" dt="2026-08-10T14:36:41.255" v="1155" actId="20577"/>
          <ac:spMkLst>
            <pc:docMk/>
            <pc:sldMk cId="2519128241" sldId="270"/>
            <ac:spMk id="6" creationId="{E3A4842A-0791-00EB-9B64-CD8A7AC1CF26}"/>
          </ac:spMkLst>
        </pc:spChg>
        <pc:spChg chg="mod">
          <ac:chgData name="Chad Furl" userId="e1f063c0-f891-481e-b162-0b825299f031" providerId="ADAL" clId="{3E978C21-B3D0-4285-96BE-5AD851B5E1C0}" dt="2026-08-10T19:25:24.162" v="1768" actId="20577"/>
          <ac:spMkLst>
            <pc:docMk/>
            <pc:sldMk cId="2519128241" sldId="270"/>
            <ac:spMk id="10" creationId="{7DA9A809-A510-7682-D756-F1760DC6ADB8}"/>
          </ac:spMkLst>
        </pc:spChg>
        <pc:spChg chg="mod">
          <ac:chgData name="Chad Furl" userId="e1f063c0-f891-481e-b162-0b825299f031" providerId="ADAL" clId="{3E978C21-B3D0-4285-96BE-5AD851B5E1C0}" dt="2026-08-11T16:00:26.919" v="3143" actId="20577"/>
          <ac:spMkLst>
            <pc:docMk/>
            <pc:sldMk cId="2519128241" sldId="270"/>
            <ac:spMk id="11" creationId="{89DA4B83-F5F2-18D3-C5FF-4A57DD118649}"/>
          </ac:spMkLst>
        </pc:spChg>
        <pc:spChg chg="mod">
          <ac:chgData name="Chad Furl" userId="e1f063c0-f891-481e-b162-0b825299f031" providerId="ADAL" clId="{3E978C21-B3D0-4285-96BE-5AD851B5E1C0}" dt="2026-08-10T19:25:36.661" v="1772" actId="1076"/>
          <ac:spMkLst>
            <pc:docMk/>
            <pc:sldMk cId="2519128241" sldId="270"/>
            <ac:spMk id="18" creationId="{8528F6D0-00C9-D639-0973-0873A26FEC3A}"/>
          </ac:spMkLst>
        </pc:spChg>
        <pc:spChg chg="mod">
          <ac:chgData name="Chad Furl" userId="e1f063c0-f891-481e-b162-0b825299f031" providerId="ADAL" clId="{3E978C21-B3D0-4285-96BE-5AD851B5E1C0}" dt="2026-08-10T19:25:36.661" v="1772" actId="1076"/>
          <ac:spMkLst>
            <pc:docMk/>
            <pc:sldMk cId="2519128241" sldId="270"/>
            <ac:spMk id="19" creationId="{F677025A-7BB2-3810-EB7F-1607DEB8941D}"/>
          </ac:spMkLst>
        </pc:spChg>
        <pc:picChg chg="add mod">
          <ac:chgData name="Chad Furl" userId="e1f063c0-f891-481e-b162-0b825299f031" providerId="ADAL" clId="{3E978C21-B3D0-4285-96BE-5AD851B5E1C0}" dt="2026-08-11T14:39:35.824" v="3027" actId="1076"/>
          <ac:picMkLst>
            <pc:docMk/>
            <pc:sldMk cId="2519128241" sldId="270"/>
            <ac:picMk id="22" creationId="{BA7F138B-091D-4BE4-9839-0EAE97D9DF72}"/>
          </ac:picMkLst>
        </pc:picChg>
      </pc:sldChg>
      <pc:sldChg chg="addSp delSp modSp add mod setBg">
        <pc:chgData name="Chad Furl" userId="e1f063c0-f891-481e-b162-0b825299f031" providerId="ADAL" clId="{3E978C21-B3D0-4285-96BE-5AD851B5E1C0}" dt="2026-08-07T20:39:15.122" v="716" actId="14100"/>
        <pc:sldMkLst>
          <pc:docMk/>
          <pc:sldMk cId="993099284" sldId="271"/>
        </pc:sldMkLst>
        <pc:spChg chg="mod">
          <ac:chgData name="Chad Furl" userId="e1f063c0-f891-481e-b162-0b825299f031" providerId="ADAL" clId="{3E978C21-B3D0-4285-96BE-5AD851B5E1C0}" dt="2026-08-07T20:39:15.122" v="716" actId="14100"/>
          <ac:spMkLst>
            <pc:docMk/>
            <pc:sldMk cId="993099284" sldId="271"/>
            <ac:spMk id="18" creationId="{D2A6D4BB-677C-AAC4-5CCC-9AE1B97B29D6}"/>
          </ac:spMkLst>
        </pc:spChg>
        <pc:spChg chg="mod">
          <ac:chgData name="Chad Furl" userId="e1f063c0-f891-481e-b162-0b825299f031" providerId="ADAL" clId="{3E978C21-B3D0-4285-96BE-5AD851B5E1C0}" dt="2026-08-07T20:38:45.851" v="707" actId="6549"/>
          <ac:spMkLst>
            <pc:docMk/>
            <pc:sldMk cId="993099284" sldId="271"/>
            <ac:spMk id="19" creationId="{1DF7DF68-D4A2-5BBD-D879-0FD52D9EBC9A}"/>
          </ac:spMkLst>
        </pc:spChg>
        <pc:picChg chg="add mod ord">
          <ac:chgData name="Chad Furl" userId="e1f063c0-f891-481e-b162-0b825299f031" providerId="ADAL" clId="{3E978C21-B3D0-4285-96BE-5AD851B5E1C0}" dt="2026-08-07T20:36:59.959" v="705" actId="171"/>
          <ac:picMkLst>
            <pc:docMk/>
            <pc:sldMk cId="993099284" sldId="271"/>
            <ac:picMk id="8" creationId="{C4B17342-F888-7D43-68A0-1A44F5C0AA97}"/>
          </ac:picMkLst>
        </pc:picChg>
      </pc:sldChg>
      <pc:sldChg chg="delSp modSp add mod setBg">
        <pc:chgData name="Chad Furl" userId="e1f063c0-f891-481e-b162-0b825299f031" providerId="ADAL" clId="{3E978C21-B3D0-4285-96BE-5AD851B5E1C0}" dt="2026-08-10T13:21:16.166" v="1133" actId="20577"/>
        <pc:sldMkLst>
          <pc:docMk/>
          <pc:sldMk cId="1633223258" sldId="272"/>
        </pc:sldMkLst>
        <pc:spChg chg="mod">
          <ac:chgData name="Chad Furl" userId="e1f063c0-f891-481e-b162-0b825299f031" providerId="ADAL" clId="{3E978C21-B3D0-4285-96BE-5AD851B5E1C0}" dt="2026-08-07T20:47:07.218" v="967" actId="20577"/>
          <ac:spMkLst>
            <pc:docMk/>
            <pc:sldMk cId="1633223258" sldId="272"/>
            <ac:spMk id="6" creationId="{9F7FD2DA-89F6-E720-A3C6-9DCB7B4D81EA}"/>
          </ac:spMkLst>
        </pc:spChg>
        <pc:spChg chg="mod">
          <ac:chgData name="Chad Furl" userId="e1f063c0-f891-481e-b162-0b825299f031" providerId="ADAL" clId="{3E978C21-B3D0-4285-96BE-5AD851B5E1C0}" dt="2026-08-07T20:47:29.889" v="989" actId="20577"/>
          <ac:spMkLst>
            <pc:docMk/>
            <pc:sldMk cId="1633223258" sldId="272"/>
            <ac:spMk id="16" creationId="{FB103BBE-BF79-A383-5C99-903F6D6793B8}"/>
          </ac:spMkLst>
        </pc:spChg>
        <pc:spChg chg="mod">
          <ac:chgData name="Chad Furl" userId="e1f063c0-f891-481e-b162-0b825299f031" providerId="ADAL" clId="{3E978C21-B3D0-4285-96BE-5AD851B5E1C0}" dt="2026-08-07T20:47:40.481" v="1012" actId="20577"/>
          <ac:spMkLst>
            <pc:docMk/>
            <pc:sldMk cId="1633223258" sldId="272"/>
            <ac:spMk id="21" creationId="{BFC2D504-AFEB-8A94-98A6-483373B80913}"/>
          </ac:spMkLst>
        </pc:spChg>
        <pc:spChg chg="mod">
          <ac:chgData name="Chad Furl" userId="e1f063c0-f891-481e-b162-0b825299f031" providerId="ADAL" clId="{3E978C21-B3D0-4285-96BE-5AD851B5E1C0}" dt="2026-08-10T13:21:16.166" v="1133" actId="20577"/>
          <ac:spMkLst>
            <pc:docMk/>
            <pc:sldMk cId="1633223258" sldId="272"/>
            <ac:spMk id="26" creationId="{981E0544-8AFF-3055-7986-856865CF3B19}"/>
          </ac:spMkLst>
        </pc:spChg>
        <pc:spChg chg="mod">
          <ac:chgData name="Chad Furl" userId="e1f063c0-f891-481e-b162-0b825299f031" providerId="ADAL" clId="{3E978C21-B3D0-4285-96BE-5AD851B5E1C0}" dt="2026-08-07T20:48:43.753" v="1040" actId="20577"/>
          <ac:spMkLst>
            <pc:docMk/>
            <pc:sldMk cId="1633223258" sldId="272"/>
            <ac:spMk id="31" creationId="{B3ABC28D-58F3-B0F7-9636-F2C2F8AEF9D2}"/>
          </ac:spMkLst>
        </pc:spChg>
      </pc:sldChg>
      <pc:sldChg chg="addSp delSp modSp add mod">
        <pc:chgData name="Chad Furl" userId="e1f063c0-f891-481e-b162-0b825299f031" providerId="ADAL" clId="{3E978C21-B3D0-4285-96BE-5AD851B5E1C0}" dt="2026-08-11T16:45:43.583" v="3766" actId="1076"/>
        <pc:sldMkLst>
          <pc:docMk/>
          <pc:sldMk cId="2838444412" sldId="274"/>
        </pc:sldMkLst>
        <pc:spChg chg="mod">
          <ac:chgData name="Chad Furl" userId="e1f063c0-f891-481e-b162-0b825299f031" providerId="ADAL" clId="{3E978C21-B3D0-4285-96BE-5AD851B5E1C0}" dt="2026-08-11T16:25:15.025" v="3471" actId="20577"/>
          <ac:spMkLst>
            <pc:docMk/>
            <pc:sldMk cId="2838444412" sldId="274"/>
            <ac:spMk id="10" creationId="{B7D24A80-F6F8-B1BB-9A71-64E8692BF62A}"/>
          </ac:spMkLst>
        </pc:spChg>
        <pc:spChg chg="mod">
          <ac:chgData name="Chad Furl" userId="e1f063c0-f891-481e-b162-0b825299f031" providerId="ADAL" clId="{3E978C21-B3D0-4285-96BE-5AD851B5E1C0}" dt="2026-08-11T16:27:38.870" v="3739" actId="27636"/>
          <ac:spMkLst>
            <pc:docMk/>
            <pc:sldMk cId="2838444412" sldId="274"/>
            <ac:spMk id="11" creationId="{0A0E10F0-A4E5-93B1-D645-1E617D0FAAEB}"/>
          </ac:spMkLst>
        </pc:spChg>
        <pc:picChg chg="add mod">
          <ac:chgData name="Chad Furl" userId="e1f063c0-f891-481e-b162-0b825299f031" providerId="ADAL" clId="{3E978C21-B3D0-4285-96BE-5AD851B5E1C0}" dt="2026-08-11T16:45:43.583" v="3766" actId="1076"/>
          <ac:picMkLst>
            <pc:docMk/>
            <pc:sldMk cId="2838444412" sldId="274"/>
            <ac:picMk id="18" creationId="{915AACCF-469B-EAE2-A8AA-251A01AD7147}"/>
          </ac:picMkLst>
        </pc:picChg>
      </pc:sldChg>
      <pc:sldChg chg="addSp delSp modSp add mod">
        <pc:chgData name="Chad Furl" userId="e1f063c0-f891-481e-b162-0b825299f031" providerId="ADAL" clId="{3E978C21-B3D0-4285-96BE-5AD851B5E1C0}" dt="2026-08-11T13:29:59.775" v="2176" actId="14100"/>
        <pc:sldMkLst>
          <pc:docMk/>
          <pc:sldMk cId="1291104918" sldId="275"/>
        </pc:sldMkLst>
        <pc:spChg chg="mod">
          <ac:chgData name="Chad Furl" userId="e1f063c0-f891-481e-b162-0b825299f031" providerId="ADAL" clId="{3E978C21-B3D0-4285-96BE-5AD851B5E1C0}" dt="2026-08-10T21:02:22.324" v="2145" actId="1076"/>
          <ac:spMkLst>
            <pc:docMk/>
            <pc:sldMk cId="1291104918" sldId="275"/>
            <ac:spMk id="2" creationId="{4558FB08-F828-8F9A-BBAC-394632867AB9}"/>
          </ac:spMkLst>
        </pc:spChg>
        <pc:spChg chg="mod">
          <ac:chgData name="Chad Furl" userId="e1f063c0-f891-481e-b162-0b825299f031" providerId="ADAL" clId="{3E978C21-B3D0-4285-96BE-5AD851B5E1C0}" dt="2026-08-10T21:00:40.191" v="2135" actId="14100"/>
          <ac:spMkLst>
            <pc:docMk/>
            <pc:sldMk cId="1291104918" sldId="275"/>
            <ac:spMk id="7" creationId="{0876A901-8148-FE9B-AAEE-48BFB9C75270}"/>
          </ac:spMkLst>
        </pc:spChg>
        <pc:spChg chg="mod">
          <ac:chgData name="Chad Furl" userId="e1f063c0-f891-481e-b162-0b825299f031" providerId="ADAL" clId="{3E978C21-B3D0-4285-96BE-5AD851B5E1C0}" dt="2026-08-11T13:29:59.775" v="2176" actId="14100"/>
          <ac:spMkLst>
            <pc:docMk/>
            <pc:sldMk cId="1291104918" sldId="275"/>
            <ac:spMk id="11" creationId="{29F5A70C-FF02-F48B-68E6-D178E63E5375}"/>
          </ac:spMkLst>
        </pc:spChg>
        <pc:spChg chg="mod">
          <ac:chgData name="Chad Furl" userId="e1f063c0-f891-481e-b162-0b825299f031" providerId="ADAL" clId="{3E978C21-B3D0-4285-96BE-5AD851B5E1C0}" dt="2026-08-10T21:02:27.459" v="2146" actId="113"/>
          <ac:spMkLst>
            <pc:docMk/>
            <pc:sldMk cId="1291104918" sldId="275"/>
            <ac:spMk id="20" creationId="{3CB4A69F-7649-19DC-7D93-86E262ABCA2C}"/>
          </ac:spMkLst>
        </pc:spChg>
        <pc:picChg chg="add mod">
          <ac:chgData name="Chad Furl" userId="e1f063c0-f891-481e-b162-0b825299f031" providerId="ADAL" clId="{3E978C21-B3D0-4285-96BE-5AD851B5E1C0}" dt="2026-08-10T20:42:26.990" v="2043" actId="14100"/>
          <ac:picMkLst>
            <pc:docMk/>
            <pc:sldMk cId="1291104918" sldId="275"/>
            <ac:picMk id="14" creationId="{A7078DE9-3426-B654-5217-3A699E47856E}"/>
          </ac:picMkLst>
        </pc:picChg>
      </pc:sldChg>
      <pc:sldChg chg="modSp add mod ord">
        <pc:chgData name="Chad Furl" userId="e1f063c0-f891-481e-b162-0b825299f031" providerId="ADAL" clId="{3E978C21-B3D0-4285-96BE-5AD851B5E1C0}" dt="2026-08-11T14:04:57.465" v="2343" actId="20577"/>
        <pc:sldMkLst>
          <pc:docMk/>
          <pc:sldMk cId="1393222068" sldId="276"/>
        </pc:sldMkLst>
        <pc:spChg chg="mod">
          <ac:chgData name="Chad Furl" userId="e1f063c0-f891-481e-b162-0b825299f031" providerId="ADAL" clId="{3E978C21-B3D0-4285-96BE-5AD851B5E1C0}" dt="2026-08-11T14:04:57.465" v="2343" actId="20577"/>
          <ac:spMkLst>
            <pc:docMk/>
            <pc:sldMk cId="1393222068" sldId="276"/>
            <ac:spMk id="21" creationId="{EB69E011-44C8-441C-58AC-A2DF7B079033}"/>
          </ac:spMkLst>
        </pc:spChg>
      </pc:sldChg>
      <pc:sldChg chg="addSp delSp modSp add mod">
        <pc:chgData name="Chad Furl" userId="e1f063c0-f891-481e-b162-0b825299f031" providerId="ADAL" clId="{3E978C21-B3D0-4285-96BE-5AD851B5E1C0}" dt="2026-08-11T16:48:36.214" v="3906" actId="22"/>
        <pc:sldMkLst>
          <pc:docMk/>
          <pc:sldMk cId="1953992702" sldId="277"/>
        </pc:sldMkLst>
        <pc:spChg chg="add">
          <ac:chgData name="Chad Furl" userId="e1f063c0-f891-481e-b162-0b825299f031" providerId="ADAL" clId="{3E978C21-B3D0-4285-96BE-5AD851B5E1C0}" dt="2026-08-11T16:48:36.214" v="3906" actId="22"/>
          <ac:spMkLst>
            <pc:docMk/>
            <pc:sldMk cId="1953992702" sldId="277"/>
            <ac:spMk id="24" creationId="{6710D9A2-96F8-DB9F-C59A-EBD7BFAD90C8}"/>
          </ac:spMkLst>
        </pc:spChg>
        <pc:picChg chg="add mod modCrop">
          <ac:chgData name="Chad Furl" userId="e1f063c0-f891-481e-b162-0b825299f031" providerId="ADAL" clId="{3E978C21-B3D0-4285-96BE-5AD851B5E1C0}" dt="2026-08-11T15:54:52.687" v="3047" actId="14100"/>
          <ac:picMkLst>
            <pc:docMk/>
            <pc:sldMk cId="1953992702" sldId="277"/>
            <ac:picMk id="20" creationId="{1E3562F2-7204-D21A-D53A-6EB23D60C13A}"/>
          </ac:picMkLst>
        </pc:picChg>
      </pc:sldChg>
      <pc:sldChg chg="addSp delSp modSp add mod">
        <pc:chgData name="Chad Furl" userId="e1f063c0-f891-481e-b162-0b825299f031" providerId="ADAL" clId="{3E978C21-B3D0-4285-96BE-5AD851B5E1C0}" dt="2026-08-11T18:29:42.545" v="4404" actId="478"/>
        <pc:sldMkLst>
          <pc:docMk/>
          <pc:sldMk cId="989004632" sldId="278"/>
        </pc:sldMkLst>
        <pc:spChg chg="mod">
          <ac:chgData name="Chad Furl" userId="e1f063c0-f891-481e-b162-0b825299f031" providerId="ADAL" clId="{3E978C21-B3D0-4285-96BE-5AD851B5E1C0}" dt="2026-08-10T19:27:55.098" v="1909" actId="20577"/>
          <ac:spMkLst>
            <pc:docMk/>
            <pc:sldMk cId="989004632" sldId="278"/>
            <ac:spMk id="6" creationId="{F659A864-A034-D2CE-0991-AB772D948999}"/>
          </ac:spMkLst>
        </pc:spChg>
        <pc:spChg chg="mod">
          <ac:chgData name="Chad Furl" userId="e1f063c0-f891-481e-b162-0b825299f031" providerId="ADAL" clId="{3E978C21-B3D0-4285-96BE-5AD851B5E1C0}" dt="2026-08-11T18:27:46.747" v="4389" actId="20577"/>
          <ac:spMkLst>
            <pc:docMk/>
            <pc:sldMk cId="989004632" sldId="278"/>
            <ac:spMk id="14" creationId="{D89420F2-FF14-6F59-5DE6-D6DFF969156E}"/>
          </ac:spMkLst>
        </pc:spChg>
        <pc:spChg chg="mod">
          <ac:chgData name="Chad Furl" userId="e1f063c0-f891-481e-b162-0b825299f031" providerId="ADAL" clId="{3E978C21-B3D0-4285-96BE-5AD851B5E1C0}" dt="2026-08-11T18:21:44.026" v="3909" actId="20577"/>
          <ac:spMkLst>
            <pc:docMk/>
            <pc:sldMk cId="989004632" sldId="278"/>
            <ac:spMk id="16" creationId="{459322FB-9037-6C7E-C3A6-A561493AA4C1}"/>
          </ac:spMkLst>
        </pc:spChg>
        <pc:spChg chg="mod">
          <ac:chgData name="Chad Furl" userId="e1f063c0-f891-481e-b162-0b825299f031" providerId="ADAL" clId="{3E978C21-B3D0-4285-96BE-5AD851B5E1C0}" dt="2026-08-11T18:22:55.737" v="3962" actId="20577"/>
          <ac:spMkLst>
            <pc:docMk/>
            <pc:sldMk cId="989004632" sldId="278"/>
            <ac:spMk id="17" creationId="{6D606ADF-523E-C8F4-A2B7-4B08B3ADD3F2}"/>
          </ac:spMkLst>
        </pc:spChg>
        <pc:spChg chg="mod">
          <ac:chgData name="Chad Furl" userId="e1f063c0-f891-481e-b162-0b825299f031" providerId="ADAL" clId="{3E978C21-B3D0-4285-96BE-5AD851B5E1C0}" dt="2026-08-11T18:23:52.835" v="3988" actId="20577"/>
          <ac:spMkLst>
            <pc:docMk/>
            <pc:sldMk cId="989004632" sldId="278"/>
            <ac:spMk id="19" creationId="{34E5646C-A0FA-B36D-C0FD-4EE74BCCAA50}"/>
          </ac:spMkLst>
        </pc:spChg>
        <pc:spChg chg="mod">
          <ac:chgData name="Chad Furl" userId="e1f063c0-f891-481e-b162-0b825299f031" providerId="ADAL" clId="{3E978C21-B3D0-4285-96BE-5AD851B5E1C0}" dt="2026-08-11T18:24:45.763" v="4152" actId="27636"/>
          <ac:spMkLst>
            <pc:docMk/>
            <pc:sldMk cId="989004632" sldId="278"/>
            <ac:spMk id="20" creationId="{7862159E-C68B-00CE-7488-52320D53DAC3}"/>
          </ac:spMkLst>
        </pc:spChg>
        <pc:spChg chg="mod">
          <ac:chgData name="Chad Furl" userId="e1f063c0-f891-481e-b162-0b825299f031" providerId="ADAL" clId="{3E978C21-B3D0-4285-96BE-5AD851B5E1C0}" dt="2026-08-11T18:24:59.956" v="4171" actId="20577"/>
          <ac:spMkLst>
            <pc:docMk/>
            <pc:sldMk cId="989004632" sldId="278"/>
            <ac:spMk id="22" creationId="{BB2A014C-0407-168A-7605-95333DCE0E8F}"/>
          </ac:spMkLst>
        </pc:spChg>
        <pc:spChg chg="mod">
          <ac:chgData name="Chad Furl" userId="e1f063c0-f891-481e-b162-0b825299f031" providerId="ADAL" clId="{3E978C21-B3D0-4285-96BE-5AD851B5E1C0}" dt="2026-08-11T18:27:30.119" v="4361" actId="27636"/>
          <ac:spMkLst>
            <pc:docMk/>
            <pc:sldMk cId="989004632" sldId="278"/>
            <ac:spMk id="23" creationId="{0FA482F5-4F94-9225-DB87-0E7E2B0383D8}"/>
          </ac:spMkLst>
        </pc:spChg>
        <pc:picChg chg="add mod modCrop">
          <ac:chgData name="Chad Furl" userId="e1f063c0-f891-481e-b162-0b825299f031" providerId="ADAL" clId="{3E978C21-B3D0-4285-96BE-5AD851B5E1C0}" dt="2026-08-11T18:29:31.445" v="4403" actId="1076"/>
          <ac:picMkLst>
            <pc:docMk/>
            <pc:sldMk cId="989004632" sldId="278"/>
            <ac:picMk id="25" creationId="{7C1F64D8-AC50-3DD5-F508-2470083254B6}"/>
          </ac:picMkLst>
        </pc:picChg>
      </pc:sldChg>
      <pc:sldChg chg="modSp add mod">
        <pc:chgData name="Chad Furl" userId="e1f063c0-f891-481e-b162-0b825299f031" providerId="ADAL" clId="{3E978C21-B3D0-4285-96BE-5AD851B5E1C0}" dt="2026-08-10T19:28:39.681" v="1918" actId="20577"/>
        <pc:sldMkLst>
          <pc:docMk/>
          <pc:sldMk cId="1584524781" sldId="279"/>
        </pc:sldMkLst>
        <pc:spChg chg="mod">
          <ac:chgData name="Chad Furl" userId="e1f063c0-f891-481e-b162-0b825299f031" providerId="ADAL" clId="{3E978C21-B3D0-4285-96BE-5AD851B5E1C0}" dt="2026-08-10T19:28:39.681" v="1918" actId="20577"/>
          <ac:spMkLst>
            <pc:docMk/>
            <pc:sldMk cId="1584524781" sldId="279"/>
            <ac:spMk id="6" creationId="{30681F45-389A-1C88-537D-73A609998762}"/>
          </ac:spMkLst>
        </pc:spChg>
      </pc:sldChg>
      <pc:sldChg chg="modSp add mod">
        <pc:chgData name="Chad Furl" userId="e1f063c0-f891-481e-b162-0b825299f031" providerId="ADAL" clId="{3E978C21-B3D0-4285-96BE-5AD851B5E1C0}" dt="2026-08-10T19:29:42.689" v="1945" actId="20577"/>
        <pc:sldMkLst>
          <pc:docMk/>
          <pc:sldMk cId="2028975278" sldId="280"/>
        </pc:sldMkLst>
        <pc:spChg chg="mod">
          <ac:chgData name="Chad Furl" userId="e1f063c0-f891-481e-b162-0b825299f031" providerId="ADAL" clId="{3E978C21-B3D0-4285-96BE-5AD851B5E1C0}" dt="2026-08-10T19:29:42.689" v="1945" actId="20577"/>
          <ac:spMkLst>
            <pc:docMk/>
            <pc:sldMk cId="2028975278" sldId="280"/>
            <ac:spMk id="6" creationId="{CC6BCB62-FDAF-627C-E02F-E91C5EFB20F1}"/>
          </ac:spMkLst>
        </pc:spChg>
      </pc:sldChg>
      <pc:sldChg chg="modSp add mod">
        <pc:chgData name="Chad Furl" userId="e1f063c0-f891-481e-b162-0b825299f031" providerId="ADAL" clId="{3E978C21-B3D0-4285-96BE-5AD851B5E1C0}" dt="2026-08-10T19:31:01.100" v="1987" actId="20577"/>
        <pc:sldMkLst>
          <pc:docMk/>
          <pc:sldMk cId="1538029722" sldId="281"/>
        </pc:sldMkLst>
        <pc:spChg chg="mod">
          <ac:chgData name="Chad Furl" userId="e1f063c0-f891-481e-b162-0b825299f031" providerId="ADAL" clId="{3E978C21-B3D0-4285-96BE-5AD851B5E1C0}" dt="2026-08-10T19:31:01.100" v="1987" actId="20577"/>
          <ac:spMkLst>
            <pc:docMk/>
            <pc:sldMk cId="1538029722" sldId="281"/>
            <ac:spMk id="6" creationId="{175A3430-D54A-EE08-978E-E3E26EED2A3B}"/>
          </ac:spMkLst>
        </pc:spChg>
      </pc:sldChg>
      <pc:sldChg chg="addSp modSp add mod">
        <pc:chgData name="Chad Furl" userId="e1f063c0-f891-481e-b162-0b825299f031" providerId="ADAL" clId="{3E978C21-B3D0-4285-96BE-5AD851B5E1C0}" dt="2026-08-11T13:31:02.078" v="2189" actId="1076"/>
        <pc:sldMkLst>
          <pc:docMk/>
          <pc:sldMk cId="3380891519" sldId="283"/>
        </pc:sldMkLst>
        <pc:spChg chg="mod">
          <ac:chgData name="Chad Furl" userId="e1f063c0-f891-481e-b162-0b825299f031" providerId="ADAL" clId="{3E978C21-B3D0-4285-96BE-5AD851B5E1C0}" dt="2026-08-11T13:30:49.050" v="2188" actId="1076"/>
          <ac:spMkLst>
            <pc:docMk/>
            <pc:sldMk cId="3380891519" sldId="283"/>
            <ac:spMk id="2" creationId="{BB24E03F-827D-28D5-4F68-9261FEDD3049}"/>
          </ac:spMkLst>
        </pc:spChg>
        <pc:spChg chg="add mod">
          <ac:chgData name="Chad Furl" userId="e1f063c0-f891-481e-b162-0b825299f031" providerId="ADAL" clId="{3E978C21-B3D0-4285-96BE-5AD851B5E1C0}" dt="2026-08-11T13:31:02.078" v="2189" actId="1076"/>
          <ac:spMkLst>
            <pc:docMk/>
            <pc:sldMk cId="3380891519" sldId="283"/>
            <ac:spMk id="8" creationId="{21F2CBF3-C9C1-EB55-12DA-9AC2701C5E65}"/>
          </ac:spMkLst>
        </pc:spChg>
      </pc:sldChg>
      <pc:sldChg chg="addSp delSp modSp add mod">
        <pc:chgData name="Chad Furl" userId="e1f063c0-f891-481e-b162-0b825299f031" providerId="ADAL" clId="{3E978C21-B3D0-4285-96BE-5AD851B5E1C0}" dt="2026-08-11T16:22:04.683" v="3428" actId="20577"/>
        <pc:sldMkLst>
          <pc:docMk/>
          <pc:sldMk cId="5022066" sldId="284"/>
        </pc:sldMkLst>
        <pc:spChg chg="add mod">
          <ac:chgData name="Chad Furl" userId="e1f063c0-f891-481e-b162-0b825299f031" providerId="ADAL" clId="{3E978C21-B3D0-4285-96BE-5AD851B5E1C0}" dt="2026-08-11T14:02:22.355" v="2281" actId="20577"/>
          <ac:spMkLst>
            <pc:docMk/>
            <pc:sldMk cId="5022066" sldId="284"/>
            <ac:spMk id="15" creationId="{20A94749-30BE-F86F-744A-B558B5B56310}"/>
          </ac:spMkLst>
        </pc:spChg>
        <pc:spChg chg="mod">
          <ac:chgData name="Chad Furl" userId="e1f063c0-f891-481e-b162-0b825299f031" providerId="ADAL" clId="{3E978C21-B3D0-4285-96BE-5AD851B5E1C0}" dt="2026-08-11T16:22:04.683" v="3428" actId="20577"/>
          <ac:spMkLst>
            <pc:docMk/>
            <pc:sldMk cId="5022066" sldId="284"/>
            <ac:spMk id="20" creationId="{8052F829-25F8-7068-6477-68C7210814CD}"/>
          </ac:spMkLst>
        </pc:spChg>
        <pc:picChg chg="add mod modCrop">
          <ac:chgData name="Chad Furl" userId="e1f063c0-f891-481e-b162-0b825299f031" providerId="ADAL" clId="{3E978C21-B3D0-4285-96BE-5AD851B5E1C0}" dt="2026-08-11T13:33:04.352" v="2200" actId="1076"/>
          <ac:picMkLst>
            <pc:docMk/>
            <pc:sldMk cId="5022066" sldId="284"/>
            <ac:picMk id="13" creationId="{D421E582-D235-7692-54D4-06953D739B20}"/>
          </ac:picMkLst>
        </pc:picChg>
        <pc:picChg chg="add mod modCrop">
          <ac:chgData name="Chad Furl" userId="e1f063c0-f891-481e-b162-0b825299f031" providerId="ADAL" clId="{3E978C21-B3D0-4285-96BE-5AD851B5E1C0}" dt="2026-08-11T16:05:00.308" v="3158" actId="1076"/>
          <ac:picMkLst>
            <pc:docMk/>
            <pc:sldMk cId="5022066" sldId="284"/>
            <ac:picMk id="16" creationId="{5674D30B-3CB5-557A-E916-B116019EB9F8}"/>
          </ac:picMkLst>
        </pc:picChg>
      </pc:sldChg>
      <pc:sldChg chg="delSp modSp add mod">
        <pc:chgData name="Chad Furl" userId="e1f063c0-f891-481e-b162-0b825299f031" providerId="ADAL" clId="{3E978C21-B3D0-4285-96BE-5AD851B5E1C0}" dt="2026-08-11T16:47:15.275" v="3875" actId="20577"/>
        <pc:sldMkLst>
          <pc:docMk/>
          <pc:sldMk cId="3032059316" sldId="286"/>
        </pc:sldMkLst>
        <pc:spChg chg="mod">
          <ac:chgData name="Chad Furl" userId="e1f063c0-f891-481e-b162-0b825299f031" providerId="ADAL" clId="{3E978C21-B3D0-4285-96BE-5AD851B5E1C0}" dt="2026-08-11T16:47:15.275" v="3875" actId="20577"/>
          <ac:spMkLst>
            <pc:docMk/>
            <pc:sldMk cId="3032059316" sldId="286"/>
            <ac:spMk id="21" creationId="{8F3C2713-D252-7D04-13FB-43BED2940043}"/>
          </ac:spMkLst>
        </pc:spChg>
      </pc:sldChg>
      <pc:sldChg chg="addSp delSp modSp add mod setBg">
        <pc:chgData name="Chad Furl" userId="e1f063c0-f891-481e-b162-0b825299f031" providerId="ADAL" clId="{3E978C21-B3D0-4285-96BE-5AD851B5E1C0}" dt="2026-08-11T16:47:55.017" v="3902" actId="20577"/>
        <pc:sldMkLst>
          <pc:docMk/>
          <pc:sldMk cId="1643088688" sldId="287"/>
        </pc:sldMkLst>
        <pc:spChg chg="mod">
          <ac:chgData name="Chad Furl" userId="e1f063c0-f891-481e-b162-0b825299f031" providerId="ADAL" clId="{3E978C21-B3D0-4285-96BE-5AD851B5E1C0}" dt="2026-08-11T14:18:28.477" v="2786" actId="1076"/>
          <ac:spMkLst>
            <pc:docMk/>
            <pc:sldMk cId="1643088688" sldId="287"/>
            <ac:spMk id="2" creationId="{D2DD0B9A-5E7A-6D5A-11EC-101592CB5D6F}"/>
          </ac:spMkLst>
        </pc:spChg>
        <pc:spChg chg="mod">
          <ac:chgData name="Chad Furl" userId="e1f063c0-f891-481e-b162-0b825299f031" providerId="ADAL" clId="{3E978C21-B3D0-4285-96BE-5AD851B5E1C0}" dt="2026-08-11T14:11:46.129" v="2381" actId="20577"/>
          <ac:spMkLst>
            <pc:docMk/>
            <pc:sldMk cId="1643088688" sldId="287"/>
            <ac:spMk id="6" creationId="{157AB688-EAB2-13C7-BE30-784C9EB46BE4}"/>
          </ac:spMkLst>
        </pc:spChg>
        <pc:spChg chg="mod">
          <ac:chgData name="Chad Furl" userId="e1f063c0-f891-481e-b162-0b825299f031" providerId="ADAL" clId="{3E978C21-B3D0-4285-96BE-5AD851B5E1C0}" dt="2026-08-11T14:05:28.441" v="2354" actId="6549"/>
          <ac:spMkLst>
            <pc:docMk/>
            <pc:sldMk cId="1643088688" sldId="287"/>
            <ac:spMk id="7" creationId="{48A7C8B7-76A3-AF14-2DC5-9E6CCF94A32F}"/>
          </ac:spMkLst>
        </pc:spChg>
        <pc:spChg chg="mod">
          <ac:chgData name="Chad Furl" userId="e1f063c0-f891-481e-b162-0b825299f031" providerId="ADAL" clId="{3E978C21-B3D0-4285-96BE-5AD851B5E1C0}" dt="2026-08-11T14:22:11.207" v="2935" actId="14100"/>
          <ac:spMkLst>
            <pc:docMk/>
            <pc:sldMk cId="1643088688" sldId="287"/>
            <ac:spMk id="13" creationId="{F4BC5262-6844-0609-85A3-8561DD9B2E7E}"/>
          </ac:spMkLst>
        </pc:spChg>
        <pc:spChg chg="mod">
          <ac:chgData name="Chad Furl" userId="e1f063c0-f891-481e-b162-0b825299f031" providerId="ADAL" clId="{3E978C21-B3D0-4285-96BE-5AD851B5E1C0}" dt="2026-08-11T14:15:17.907" v="2436" actId="20577"/>
          <ac:spMkLst>
            <pc:docMk/>
            <pc:sldMk cId="1643088688" sldId="287"/>
            <ac:spMk id="14" creationId="{86F79B5C-BFF8-F77F-7F03-0F2B43EAD741}"/>
          </ac:spMkLst>
        </pc:spChg>
        <pc:spChg chg="mod">
          <ac:chgData name="Chad Furl" userId="e1f063c0-f891-481e-b162-0b825299f031" providerId="ADAL" clId="{3E978C21-B3D0-4285-96BE-5AD851B5E1C0}" dt="2026-08-11T14:21:28.195" v="2926" actId="6549"/>
          <ac:spMkLst>
            <pc:docMk/>
            <pc:sldMk cId="1643088688" sldId="287"/>
            <ac:spMk id="15" creationId="{FCBC6E98-E85B-3B81-1396-447C4E179C7A}"/>
          </ac:spMkLst>
        </pc:spChg>
        <pc:spChg chg="mod">
          <ac:chgData name="Chad Furl" userId="e1f063c0-f891-481e-b162-0b825299f031" providerId="ADAL" clId="{3E978C21-B3D0-4285-96BE-5AD851B5E1C0}" dt="2026-08-11T14:15:30.744" v="2449" actId="20577"/>
          <ac:spMkLst>
            <pc:docMk/>
            <pc:sldMk cId="1643088688" sldId="287"/>
            <ac:spMk id="16" creationId="{18BA0FE7-A738-22E9-946B-DD642A554247}"/>
          </ac:spMkLst>
        </pc:spChg>
        <pc:spChg chg="mod">
          <ac:chgData name="Chad Furl" userId="e1f063c0-f891-481e-b162-0b825299f031" providerId="ADAL" clId="{3E978C21-B3D0-4285-96BE-5AD851B5E1C0}" dt="2026-08-11T14:21:22.102" v="2925" actId="1035"/>
          <ac:spMkLst>
            <pc:docMk/>
            <pc:sldMk cId="1643088688" sldId="287"/>
            <ac:spMk id="17" creationId="{75C5677C-0082-A24A-A7F8-CB8D5904C336}"/>
          </ac:spMkLst>
        </pc:spChg>
        <pc:spChg chg="mod">
          <ac:chgData name="Chad Furl" userId="e1f063c0-f891-481e-b162-0b825299f031" providerId="ADAL" clId="{3E978C21-B3D0-4285-96BE-5AD851B5E1C0}" dt="2026-08-11T14:21:32.818" v="2927" actId="6549"/>
          <ac:spMkLst>
            <pc:docMk/>
            <pc:sldMk cId="1643088688" sldId="287"/>
            <ac:spMk id="18" creationId="{AB473F10-F07C-7E54-A995-B3DCEC09BEF6}"/>
          </ac:spMkLst>
        </pc:spChg>
        <pc:spChg chg="mod">
          <ac:chgData name="Chad Furl" userId="e1f063c0-f891-481e-b162-0b825299f031" providerId="ADAL" clId="{3E978C21-B3D0-4285-96BE-5AD851B5E1C0}" dt="2026-08-11T16:47:44.887" v="3886" actId="20577"/>
          <ac:spMkLst>
            <pc:docMk/>
            <pc:sldMk cId="1643088688" sldId="287"/>
            <ac:spMk id="19" creationId="{F5E2BF07-94F7-83EB-C5C4-6EE9D09C9A11}"/>
          </ac:spMkLst>
        </pc:spChg>
        <pc:spChg chg="mod">
          <ac:chgData name="Chad Furl" userId="e1f063c0-f891-481e-b162-0b825299f031" providerId="ADAL" clId="{3E978C21-B3D0-4285-96BE-5AD851B5E1C0}" dt="2026-08-11T14:20:33.425" v="2817" actId="1036"/>
          <ac:spMkLst>
            <pc:docMk/>
            <pc:sldMk cId="1643088688" sldId="287"/>
            <ac:spMk id="20" creationId="{79F491B2-E6B7-C904-5479-E3D187BC7F4C}"/>
          </ac:spMkLst>
        </pc:spChg>
        <pc:spChg chg="mod">
          <ac:chgData name="Chad Furl" userId="e1f063c0-f891-481e-b162-0b825299f031" providerId="ADAL" clId="{3E978C21-B3D0-4285-96BE-5AD851B5E1C0}" dt="2026-08-11T14:21:37.185" v="2928" actId="6549"/>
          <ac:spMkLst>
            <pc:docMk/>
            <pc:sldMk cId="1643088688" sldId="287"/>
            <ac:spMk id="21" creationId="{774FE3C0-B49A-2A80-04D6-8C862474C569}"/>
          </ac:spMkLst>
        </pc:spChg>
        <pc:spChg chg="mod">
          <ac:chgData name="Chad Furl" userId="e1f063c0-f891-481e-b162-0b825299f031" providerId="ADAL" clId="{3E978C21-B3D0-4285-96BE-5AD851B5E1C0}" dt="2026-08-11T16:47:55.017" v="3902" actId="20577"/>
          <ac:spMkLst>
            <pc:docMk/>
            <pc:sldMk cId="1643088688" sldId="287"/>
            <ac:spMk id="22" creationId="{8924B80F-92E0-8E58-F26C-2F918C4D4869}"/>
          </ac:spMkLst>
        </pc:spChg>
        <pc:spChg chg="mod">
          <ac:chgData name="Chad Furl" userId="e1f063c0-f891-481e-b162-0b825299f031" providerId="ADAL" clId="{3E978C21-B3D0-4285-96BE-5AD851B5E1C0}" dt="2026-08-11T15:59:01.215" v="3133" actId="27636"/>
          <ac:spMkLst>
            <pc:docMk/>
            <pc:sldMk cId="1643088688" sldId="287"/>
            <ac:spMk id="23" creationId="{E5AAB710-2E54-916A-1ED3-A96B9A867F88}"/>
          </ac:spMkLst>
        </pc:spChg>
        <pc:spChg chg="add mod">
          <ac:chgData name="Chad Furl" userId="e1f063c0-f891-481e-b162-0b825299f031" providerId="ADAL" clId="{3E978C21-B3D0-4285-96BE-5AD851B5E1C0}" dt="2026-08-11T14:22:01.694" v="2933" actId="14100"/>
          <ac:spMkLst>
            <pc:docMk/>
            <pc:sldMk cId="1643088688" sldId="287"/>
            <ac:spMk id="27" creationId="{ECF2EA35-5D32-576B-F767-0AFE52C6CA77}"/>
          </ac:spMkLst>
        </pc:spChg>
        <pc:spChg chg="add mod">
          <ac:chgData name="Chad Furl" userId="e1f063c0-f891-481e-b162-0b825299f031" providerId="ADAL" clId="{3E978C21-B3D0-4285-96BE-5AD851B5E1C0}" dt="2026-08-11T14:24:19.480" v="3017" actId="404"/>
          <ac:spMkLst>
            <pc:docMk/>
            <pc:sldMk cId="1643088688" sldId="287"/>
            <ac:spMk id="28" creationId="{206525D7-3B82-1148-C247-ECBAF1426635}"/>
          </ac:spMkLst>
        </pc:spChg>
        <pc:picChg chg="add del mod">
          <ac:chgData name="Chad Furl" userId="e1f063c0-f891-481e-b162-0b825299f031" providerId="ADAL" clId="{3E978C21-B3D0-4285-96BE-5AD851B5E1C0}" dt="2026-08-11T14:10:43.155" v="2370" actId="1076"/>
          <ac:picMkLst>
            <pc:docMk/>
            <pc:sldMk cId="1643088688" sldId="287"/>
            <ac:picMk id="25" creationId="{C54C01E3-BBCA-6729-E728-575DA72A0CCB}"/>
          </ac:picMkLst>
        </pc:picChg>
      </pc:sldChg>
      <pc:sldChg chg="addSp delSp modSp add mod">
        <pc:chgData name="Chad Furl" userId="e1f063c0-f891-481e-b162-0b825299f031" providerId="ADAL" clId="{3E978C21-B3D0-4285-96BE-5AD851B5E1C0}" dt="2026-08-11T16:01:43.622" v="3152" actId="478"/>
        <pc:sldMkLst>
          <pc:docMk/>
          <pc:sldMk cId="3398460120" sldId="289"/>
        </pc:sldMkLst>
        <pc:picChg chg="add mod ord">
          <ac:chgData name="Chad Furl" userId="e1f063c0-f891-481e-b162-0b825299f031" providerId="ADAL" clId="{3E978C21-B3D0-4285-96BE-5AD851B5E1C0}" dt="2026-08-11T16:01:40.658" v="3151" actId="171"/>
          <ac:picMkLst>
            <pc:docMk/>
            <pc:sldMk cId="3398460120" sldId="289"/>
            <ac:picMk id="12" creationId="{8918331F-DB79-0A74-6B07-7A5DCAB35648}"/>
          </ac:picMkLst>
        </pc:picChg>
      </pc:sldChg>
      <pc:sldChg chg="modSp add mod ord">
        <pc:chgData name="Chad Furl" userId="e1f063c0-f891-481e-b162-0b825299f031" providerId="ADAL" clId="{3E978C21-B3D0-4285-96BE-5AD851B5E1C0}" dt="2026-08-11T16:30:15.994" v="3761"/>
        <pc:sldMkLst>
          <pc:docMk/>
          <pc:sldMk cId="1587184410" sldId="290"/>
        </pc:sldMkLst>
        <pc:spChg chg="mod">
          <ac:chgData name="Chad Furl" userId="e1f063c0-f891-481e-b162-0b825299f031" providerId="ADAL" clId="{3E978C21-B3D0-4285-96BE-5AD851B5E1C0}" dt="2026-08-11T16:30:09.940" v="3759" actId="20577"/>
          <ac:spMkLst>
            <pc:docMk/>
            <pc:sldMk cId="1587184410" sldId="290"/>
            <ac:spMk id="21" creationId="{6BB0603E-F059-E171-D9F2-05B57DBA576E}"/>
          </ac:spMkLst>
        </pc:spChg>
      </pc:sldChg>
      <pc:sldChg chg="addSp delSp modSp add mod">
        <pc:chgData name="Chad Furl" userId="e1f063c0-f891-481e-b162-0b825299f031" providerId="ADAL" clId="{3E978C21-B3D0-4285-96BE-5AD851B5E1C0}" dt="2026-08-11T19:24:26.711" v="4733" actId="27636"/>
        <pc:sldMkLst>
          <pc:docMk/>
          <pc:sldMk cId="2618440478" sldId="291"/>
        </pc:sldMkLst>
        <pc:spChg chg="mod">
          <ac:chgData name="Chad Furl" userId="e1f063c0-f891-481e-b162-0b825299f031" providerId="ADAL" clId="{3E978C21-B3D0-4285-96BE-5AD851B5E1C0}" dt="2026-08-11T18:30:10.340" v="4429" actId="20577"/>
          <ac:spMkLst>
            <pc:docMk/>
            <pc:sldMk cId="2618440478" sldId="291"/>
            <ac:spMk id="6" creationId="{E8001144-EDBC-0BFC-9264-689ACB6679AF}"/>
          </ac:spMkLst>
        </pc:spChg>
        <pc:spChg chg="mod">
          <ac:chgData name="Chad Furl" userId="e1f063c0-f891-481e-b162-0b825299f031" providerId="ADAL" clId="{3E978C21-B3D0-4285-96BE-5AD851B5E1C0}" dt="2026-08-11T18:30:26.260" v="4459" actId="20577"/>
          <ac:spMkLst>
            <pc:docMk/>
            <pc:sldMk cId="2618440478" sldId="291"/>
            <ac:spMk id="10" creationId="{80C0BF1B-6F0C-7B9E-BA97-DB3A30C327DE}"/>
          </ac:spMkLst>
        </pc:spChg>
        <pc:spChg chg="mod">
          <ac:chgData name="Chad Furl" userId="e1f063c0-f891-481e-b162-0b825299f031" providerId="ADAL" clId="{3E978C21-B3D0-4285-96BE-5AD851B5E1C0}" dt="2026-08-11T19:24:26.711" v="4733" actId="27636"/>
          <ac:spMkLst>
            <pc:docMk/>
            <pc:sldMk cId="2618440478" sldId="291"/>
            <ac:spMk id="11" creationId="{2771EC15-EEDD-5E96-6895-79180F0E20B0}"/>
          </ac:spMkLst>
        </pc:spChg>
        <pc:picChg chg="add mod">
          <ac:chgData name="Chad Furl" userId="e1f063c0-f891-481e-b162-0b825299f031" providerId="ADAL" clId="{3E978C21-B3D0-4285-96BE-5AD851B5E1C0}" dt="2026-08-11T19:18:36.559" v="4474" actId="1076"/>
          <ac:picMkLst>
            <pc:docMk/>
            <pc:sldMk cId="2618440478" sldId="291"/>
            <ac:picMk id="22" creationId="{F6D414B9-6F21-773F-193B-7DAAA5F7C43A}"/>
          </ac:picMkLst>
        </pc:picChg>
      </pc:sldChg>
      <pc:sldChg chg="addSp delSp modSp add mod">
        <pc:chgData name="Chad Furl" userId="e1f063c0-f891-481e-b162-0b825299f031" providerId="ADAL" clId="{3E978C21-B3D0-4285-96BE-5AD851B5E1C0}" dt="2026-08-11T19:29:54.573" v="4766" actId="478"/>
        <pc:sldMkLst>
          <pc:docMk/>
          <pc:sldMk cId="2469971430" sldId="292"/>
        </pc:sldMkLst>
        <pc:spChg chg="mod">
          <ac:chgData name="Chad Furl" userId="e1f063c0-f891-481e-b162-0b825299f031" providerId="ADAL" clId="{3E978C21-B3D0-4285-96BE-5AD851B5E1C0}" dt="2026-08-11T19:29:50.129" v="4765" actId="14100"/>
          <ac:spMkLst>
            <pc:docMk/>
            <pc:sldMk cId="2469971430" sldId="292"/>
            <ac:spMk id="7" creationId="{580AAF6C-84A0-8444-C520-5F73BC760BD2}"/>
          </ac:spMkLst>
        </pc:spChg>
        <pc:picChg chg="add mod modCrop">
          <ac:chgData name="Chad Furl" userId="e1f063c0-f891-481e-b162-0b825299f031" providerId="ADAL" clId="{3E978C21-B3D0-4285-96BE-5AD851B5E1C0}" dt="2026-08-11T19:29:40.153" v="4763" actId="1076"/>
          <ac:picMkLst>
            <pc:docMk/>
            <pc:sldMk cId="2469971430" sldId="292"/>
            <ac:picMk id="14" creationId="{719CF41A-315E-886C-9567-7CF55A96885F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524834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BB4AE-3ED0-5EEB-1432-3A4BA7C57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03E5E0-F4A2-A427-D076-A895C6DEDE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A7C5B7-21B8-3153-B7EE-8E147D62A6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45CCCC-B59F-3678-A3B9-C456D04251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6872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C34DEA-34A5-D072-F60A-CF7241ADE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A1557C-60E0-76BB-E3C3-8E2133A448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76A2FD-77A5-7855-A2C8-A5577C168D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358A90-3726-17AD-ED79-8B66B0BE80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85259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7EDB5-A22A-8DB0-7142-832D3DE46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D19734-2B46-E49C-2243-9083850F17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9825FD-6C36-0DD2-CE7E-E6C05802FA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12F4B2-6A7B-E461-1058-0089AD1BAA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398426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B3ED8-2687-41D4-840E-B7CA9BC57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C4BC62-FD80-F456-24F0-DB569FC779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EFC391-17F7-E726-74F0-9722887DF3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A3EB35-3B32-02EA-382E-1A54D560C3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3591689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FFCFA9-4F05-5763-5BD8-929DCE335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A811F8-8D80-58CC-77EE-95CB4C0329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AB0E3C-4D1E-F526-10EA-E04884468B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432B7B-DEF3-500D-743A-C0E148D7B78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9687008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9938DB-4173-AB17-50DD-8C04F180D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96917C-4332-61D2-A1A2-F056C16A8C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9A38CF-5E09-72F4-7C64-5FB60CBD5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5A3704-F186-8AF7-DFE3-ACA6129E41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0687616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3474A-916A-172A-2C2B-DCAD1420BA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56D7F7-CB8E-008B-B6DB-FE23151B56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3A61BE-44C8-B750-E4A8-DE5A461D45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69595F-6380-3432-0BFD-E1D9D7A6B2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793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F4E07-3932-CA27-D3ED-4B97B4044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E35049-9422-50C3-BBCB-489C849963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EC7A21-7B98-F9C9-EB20-754A207CDB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8A276-9096-C039-3586-6A1F47AC1E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888050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4CB07A-6335-041E-7E42-0440FD6A4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466FEF-4C4D-0B14-442E-B229C5275E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03D09E-4270-EAA1-1609-5D88816E72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03BDE7-99AC-1B2A-DE60-6A50A80719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397279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267469-8C44-8DD9-08BA-1F44475D5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829C99-359E-CD84-644A-30FA4841F4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5E26C9-F20A-40AE-CB4E-30CF7BF679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DA0666-9E79-6908-8CAB-CA3E59F45B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0473176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8EC06-7174-C9A9-DFC7-7B33E0E13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28DDD5-C91B-82FF-6F14-6B92494F3A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916229-26E8-8A1E-F367-0E124DAD8E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FC35AB-B4BE-E4C9-E1B7-CD3A67811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89037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4CDE9-C80A-BD63-28DF-2A8E07FCA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0ED44D-9CED-D3C0-C16E-BF89012676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BBCD87-4C0D-2F64-9825-C7CA11CF34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6ED94C-2E36-A7AC-3D0E-66ED71CB2A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17925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330CF1-5825-CB6C-889E-8D29033013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6B8137-99E2-863C-D84F-A71BD0DE45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563233-64EC-279C-AB6A-06C6EFEB99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F445DA-21A4-538E-5547-8AEC5E9B68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907043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21008-123A-BA88-37F8-79F2CF4638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654261-EBED-BCA3-E46E-18F4B679BA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0619E6-E379-BA67-8454-211119CD68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65F3D3-5261-1931-A0A2-7D1F9FC1EE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0280152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32C163-D18F-AAFF-552F-A16C82A259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365104-C2BB-F813-90CA-0439663ED6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CBB803-01A0-4F94-6717-54918AE910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7F199B-1B58-B1FF-A88E-B544EB9AF5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297670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E9F49-120C-EE64-5DE6-E74FAF5BC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CEAAC3-8133-6485-7B34-94A134E35D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DBCB79-9978-4970-6F6D-D74466450F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166393-DFAD-FE86-2784-8E3C0C919A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772736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645780-B8F9-76DA-47C7-9F20BDFCE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9FC52A-3D8C-3919-B5CE-E29908AF44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DF1C6B-05AE-BBAF-3EBD-2F1BA9D9F5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D9C4B1-7A30-9A71-F650-EF26161FAA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787950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BCC35-38CE-BDB7-F4B2-6F4407A76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BEBC82-4095-605B-157E-937F7D1505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198FA5-AA11-B716-629A-7830E92FD1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F49164-F3E4-5EA8-B69A-5938807B7B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9936016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1DF21-1472-23D3-1775-896C07357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6A4B34-997F-6194-A392-51878CA2D7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CEB723-E5B9-623C-5618-B24B1A2C40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D92DF1-FFB6-985B-2F04-06BC2B6611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7372516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B2507C-2783-1CA5-D5BE-DD35F92E1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B1BBEC-519A-E5BF-9D7F-B7EC4531D1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08F8A7-69F0-1AD7-EB5F-D8E0727F9E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1878FA-A3AA-C7AA-D02C-EBD7AE6F91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980528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B6E94-FAD8-88DC-AA05-7627684EB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83372A-3DCA-19C2-0488-D164EE637B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2D3C30-AD4C-7059-2A0A-D8ACFCDC20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E58F5A-871B-707F-C323-02A98D7A5EC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258418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E419B-5978-2D62-723F-7A6E94AE83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F2CC6B-3F00-A06B-EAFC-1259915725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AD3E01-B5D5-6D94-518A-C2BC29931E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2C9223-97D3-B495-FE26-E16CC1BF92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311431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NDALAKE_MASTER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.edwardsaquifer.org/GroundWater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2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40"/>
          </a:solidFill>
          <a:ln w="12700">
            <a:solidFill>
              <a:srgbClr val="1232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166360"/>
            <a:ext cx="12191695" cy="1691640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5742432"/>
            <a:ext cx="12191695" cy="1115568"/>
          </a:xfrm>
          <a:prstGeom prst="rect">
            <a:avLst/>
          </a:prstGeom>
          <a:solidFill>
            <a:srgbClr val="4F7D4F">
              <a:alpha val="91000"/>
            </a:srgbClr>
          </a:solidFill>
          <a:ln w="12700">
            <a:solidFill>
              <a:srgbClr val="4F7D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 rot="480000">
            <a:off x="7909560" y="73152"/>
            <a:ext cx="2834640" cy="2834640"/>
          </a:xfrm>
          <a:prstGeom prst="arc">
            <a:avLst/>
          </a:prstGeom>
          <a:solidFill>
            <a:srgbClr val="123240">
              <a:alpha val="0"/>
            </a:srgbClr>
          </a:solidFill>
          <a:ln w="25400">
            <a:solidFill>
              <a:srgbClr val="6CB7A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 rot="660000">
            <a:off x="8549640" y="411480"/>
            <a:ext cx="2834640" cy="2834640"/>
          </a:xfrm>
          <a:prstGeom prst="arc">
            <a:avLst/>
          </a:prstGeom>
          <a:solidFill>
            <a:srgbClr val="123240">
              <a:alpha val="0"/>
            </a:srgbClr>
          </a:solidFill>
          <a:ln w="17780">
            <a:solidFill>
              <a:srgbClr val="8BAE66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58368" y="5120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6CB7AF"/>
                </a:solidFill>
              </a:rPr>
              <a:t>EAHCP</a:t>
            </a:r>
            <a:endParaRPr lang="en-US" sz="1100"/>
          </a:p>
        </p:txBody>
      </p:sp>
      <p:sp>
        <p:nvSpPr>
          <p:cNvPr id="8" name="Text 6"/>
          <p:cNvSpPr/>
          <p:nvPr/>
        </p:nvSpPr>
        <p:spPr>
          <a:xfrm>
            <a:off x="658367" y="1143000"/>
            <a:ext cx="7893961" cy="767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300" b="1">
                <a:solidFill>
                  <a:srgbClr val="FBFAF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Drought Management</a:t>
            </a:r>
          </a:p>
        </p:txBody>
      </p:sp>
      <p:sp>
        <p:nvSpPr>
          <p:cNvPr id="9" name="Text 7"/>
          <p:cNvSpPr/>
          <p:nvPr/>
        </p:nvSpPr>
        <p:spPr>
          <a:xfrm>
            <a:off x="676656" y="2148550"/>
            <a:ext cx="681783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>
                <a:solidFill>
                  <a:srgbClr val="DDED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EAHCP Conservation Measure Activities Through 2020s Drought</a:t>
            </a:r>
            <a:endParaRPr lang="en-US" sz="1900"/>
          </a:p>
        </p:txBody>
      </p:sp>
      <p:sp>
        <p:nvSpPr>
          <p:cNvPr id="10" name="Shape 8"/>
          <p:cNvSpPr/>
          <p:nvPr/>
        </p:nvSpPr>
        <p:spPr>
          <a:xfrm>
            <a:off x="676656" y="3090672"/>
            <a:ext cx="3794760" cy="0"/>
          </a:xfrm>
          <a:prstGeom prst="line">
            <a:avLst/>
          </a:prstGeom>
          <a:noFill/>
          <a:ln w="11430">
            <a:solidFill>
              <a:srgbClr val="D6A13A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85800" y="3328416"/>
            <a:ext cx="5212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>
                <a:solidFill>
                  <a:srgbClr val="6CB7AF"/>
                </a:solidFill>
              </a:rPr>
              <a:t>SCIENCE COMMITTEE IMPLEMENTATION MEETING</a:t>
            </a:r>
            <a:endParaRPr lang="en-US" sz="880"/>
          </a:p>
        </p:txBody>
      </p:sp>
      <p:sp>
        <p:nvSpPr>
          <p:cNvPr id="12" name="Text 10"/>
          <p:cNvSpPr/>
          <p:nvPr/>
        </p:nvSpPr>
        <p:spPr>
          <a:xfrm>
            <a:off x="685800" y="368503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D8CFBA"/>
                </a:solidFill>
              </a:rPr>
              <a:t>Meeting date  ·  Location  ·  Presenter</a:t>
            </a:r>
            <a:endParaRPr lang="en-US" sz="1250"/>
          </a:p>
        </p:txBody>
      </p:sp>
      <p:sp>
        <p:nvSpPr>
          <p:cNvPr id="13" name="Text 11"/>
          <p:cNvSpPr/>
          <p:nvPr/>
        </p:nvSpPr>
        <p:spPr>
          <a:xfrm>
            <a:off x="685800" y="6355080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40" b="1">
                <a:solidFill>
                  <a:srgbClr val="F4E9CF"/>
                </a:solidFill>
              </a:rPr>
              <a:t>CLEAR WATER / VEGETATION MOSAIC / HABITAT STEWARDSHIP</a:t>
            </a:r>
            <a:endParaRPr lang="en-US" sz="840"/>
          </a:p>
        </p:txBody>
      </p:sp>
      <p:sp>
        <p:nvSpPr>
          <p:cNvPr id="14" name="Text 12"/>
          <p:cNvSpPr/>
          <p:nvPr/>
        </p:nvSpPr>
        <p:spPr>
          <a:xfrm>
            <a:off x="11265408" y="6309360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40" b="1">
                <a:solidFill>
                  <a:srgbClr val="F4E9CF"/>
                </a:solidFill>
              </a:rPr>
              <a:t>01</a:t>
            </a:r>
            <a:endParaRPr lang="en-US" sz="84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79" y="347472"/>
            <a:ext cx="99040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Region Drought</a:t>
            </a:r>
            <a:endParaRPr lang="en-US" sz="2900"/>
          </a:p>
        </p:txBody>
      </p:sp>
      <p:sp>
        <p:nvSpPr>
          <p:cNvPr id="9" name="Text 7"/>
          <p:cNvSpPr/>
          <p:nvPr/>
        </p:nvSpPr>
        <p:spPr>
          <a:xfrm rot="10800000" flipV="1">
            <a:off x="11689079" y="561784"/>
            <a:ext cx="300113" cy="3082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/>
          <p:cNvSpPr/>
          <p:nvPr/>
        </p:nvSpPr>
        <p:spPr>
          <a:xfrm>
            <a:off x="658368" y="1839087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ROLLING MONTHLY SPRINGFLOW</a:t>
            </a:r>
            <a:endParaRPr lang="en-US" sz="900"/>
          </a:p>
        </p:txBody>
      </p:sp>
      <p:sp>
        <p:nvSpPr>
          <p:cNvPr id="18" name="Shape 16"/>
          <p:cNvSpPr/>
          <p:nvPr/>
        </p:nvSpPr>
        <p:spPr>
          <a:xfrm>
            <a:off x="658368" y="4878324"/>
            <a:ext cx="2084071" cy="1554480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79" y="1988820"/>
            <a:ext cx="198958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>
                <a:solidFill>
                  <a:srgbClr val="243036"/>
                </a:solidFill>
              </a:rPr>
              <a:t>Current drought has reduced </a:t>
            </a:r>
            <a:r>
              <a:rPr lang="en-US" sz="1400" err="1">
                <a:solidFill>
                  <a:srgbClr val="243036"/>
                </a:solidFill>
              </a:rPr>
              <a:t>springflows</a:t>
            </a:r>
            <a:r>
              <a:rPr lang="en-US" sz="1400">
                <a:solidFill>
                  <a:srgbClr val="243036"/>
                </a:solidFill>
              </a:rPr>
              <a:t> at Comal to levels not experienced since the drought of record in the 1950s. </a:t>
            </a:r>
            <a:endParaRPr lang="en-US" sz="1400"/>
          </a:p>
        </p:txBody>
      </p:sp>
      <p:sp>
        <p:nvSpPr>
          <p:cNvPr id="19" name="Text 17"/>
          <p:cNvSpPr/>
          <p:nvPr/>
        </p:nvSpPr>
        <p:spPr>
          <a:xfrm>
            <a:off x="826989" y="4696587"/>
            <a:ext cx="1897160" cy="18859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>
                <a:solidFill>
                  <a:srgbClr val="3B5B45"/>
                </a:solidFill>
              </a:rPr>
              <a:t>Daily mean </a:t>
            </a:r>
            <a:r>
              <a:rPr lang="en-US" sz="1100" b="1" err="1">
                <a:solidFill>
                  <a:srgbClr val="3B5B45"/>
                </a:solidFill>
              </a:rPr>
              <a:t>springflow</a:t>
            </a:r>
            <a:r>
              <a:rPr lang="en-US" sz="1100" b="1">
                <a:solidFill>
                  <a:srgbClr val="3B5B45"/>
                </a:solidFill>
              </a:rPr>
              <a:t> from USGS gage </a:t>
            </a:r>
            <a:r>
              <a:rPr lang="en-US" sz="1100" b="1" err="1">
                <a:solidFill>
                  <a:srgbClr val="3B5B45"/>
                </a:solidFill>
              </a:rPr>
              <a:t>xxxx</a:t>
            </a:r>
            <a:r>
              <a:rPr lang="en-US" sz="1100" b="1">
                <a:solidFill>
                  <a:srgbClr val="3B5B45"/>
                </a:solidFill>
              </a:rPr>
              <a:t> – Comal Springs, was aggregated to monthly means. Rolling averages represent the mean of consecutive monthly </a:t>
            </a:r>
            <a:r>
              <a:rPr lang="en-US" sz="1100" b="1" err="1">
                <a:solidFill>
                  <a:srgbClr val="3B5B45"/>
                </a:solidFill>
              </a:rPr>
              <a:t>springflow</a:t>
            </a:r>
            <a:r>
              <a:rPr lang="en-US" sz="1100" b="1">
                <a:solidFill>
                  <a:srgbClr val="3B5B45"/>
                </a:solidFill>
              </a:rPr>
              <a:t> values over the indicated 1- to 60-month periods.</a:t>
            </a:r>
            <a:endParaRPr lang="en-US" sz="110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5CE0C189-EFD5-914D-132E-BF643B42DF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0797" y="1078992"/>
            <a:ext cx="8714250" cy="546812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33EE9C-B67E-4ADE-7CEA-F0E3D47E92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C296FDF-3C67-9C25-D6C7-21C60D5DA4F8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53FAF78-78FA-1556-97A1-41B6D56A8C94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EC42DB2-EAB7-02B5-F469-5A516F0025B1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5579145-538C-A9D9-689D-48FCA0605CB3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D3E6581E-EFA3-E246-7892-E6AA7EFBD709}"/>
              </a:ext>
            </a:extLst>
          </p:cNvPr>
          <p:cNvSpPr/>
          <p:nvPr/>
        </p:nvSpPr>
        <p:spPr>
          <a:xfrm>
            <a:off x="640079" y="347472"/>
            <a:ext cx="99040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Region Drought</a:t>
            </a:r>
            <a:endParaRPr lang="en-US" sz="29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050A3BC-C498-7F83-CFAB-0451C477BD8B}"/>
              </a:ext>
            </a:extLst>
          </p:cNvPr>
          <p:cNvSpPr/>
          <p:nvPr/>
        </p:nvSpPr>
        <p:spPr>
          <a:xfrm rot="10800000" flipV="1">
            <a:off x="11689079" y="561784"/>
            <a:ext cx="300113" cy="3082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9ED5B2BB-D892-D77B-BD4F-5AC3590C5A87}"/>
              </a:ext>
            </a:extLst>
          </p:cNvPr>
          <p:cNvSpPr/>
          <p:nvPr/>
        </p:nvSpPr>
        <p:spPr>
          <a:xfrm>
            <a:off x="658368" y="1839087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ROLLING MONTHLY SPRINGFLOW</a:t>
            </a:r>
            <a:endParaRPr lang="en-US" sz="9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751DAD67-597C-D75D-8739-D8421A61DCEF}"/>
              </a:ext>
            </a:extLst>
          </p:cNvPr>
          <p:cNvSpPr/>
          <p:nvPr/>
        </p:nvSpPr>
        <p:spPr>
          <a:xfrm>
            <a:off x="640079" y="1988820"/>
            <a:ext cx="198958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>
                <a:solidFill>
                  <a:srgbClr val="243036"/>
                </a:solidFill>
              </a:rPr>
              <a:t>Current drought has reduced </a:t>
            </a:r>
            <a:r>
              <a:rPr lang="en-US" sz="1400" err="1">
                <a:solidFill>
                  <a:srgbClr val="243036"/>
                </a:solidFill>
              </a:rPr>
              <a:t>springflows</a:t>
            </a:r>
            <a:r>
              <a:rPr lang="en-US" sz="1400">
                <a:solidFill>
                  <a:srgbClr val="243036"/>
                </a:solidFill>
              </a:rPr>
              <a:t> at Comal to levels not experienced since the drought of record in the 1950s. </a:t>
            </a:r>
            <a:endParaRPr lang="en-US" sz="140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D2A6D4BB-677C-AAC4-5CCC-9AE1B97B29D6}"/>
              </a:ext>
            </a:extLst>
          </p:cNvPr>
          <p:cNvSpPr/>
          <p:nvPr/>
        </p:nvSpPr>
        <p:spPr>
          <a:xfrm>
            <a:off x="658368" y="4333875"/>
            <a:ext cx="2084071" cy="2098929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r>
              <a:rPr lang="en-US" sz="1050" b="1"/>
              <a:t>Points show the 50 lowest rolling-average </a:t>
            </a:r>
            <a:r>
              <a:rPr lang="en-US" sz="1050" b="1" err="1"/>
              <a:t>springflow</a:t>
            </a:r>
            <a:r>
              <a:rPr lang="en-US" sz="1050" b="1"/>
              <a:t> values for each averaging duration. Rolling periods overlap; for example, consecutive 12-month values may represent Jan–Dec 2024, Feb 2024–Jan 2025, and Mar 2024–Feb 2025. Colors identify periods ending in the 1950s and 2020s; all other periods are shown in black.</a:t>
            </a: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1DF7DF68-D4A2-5BBD-D879-0FD52D9EBC9A}"/>
              </a:ext>
            </a:extLst>
          </p:cNvPr>
          <p:cNvSpPr/>
          <p:nvPr/>
        </p:nvSpPr>
        <p:spPr>
          <a:xfrm>
            <a:off x="826989" y="4696587"/>
            <a:ext cx="1897160" cy="18859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sz="110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4B17342-F888-7D43-68A0-1A44F5C0AA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0797" y="1078991"/>
            <a:ext cx="8714250" cy="5468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30992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5853E1B-A1FF-8D03-D11A-7288E4E7E786}"/>
              </a:ext>
            </a:extLst>
          </p:cNvPr>
          <p:cNvSpPr txBox="1"/>
          <p:nvPr/>
        </p:nvSpPr>
        <p:spPr>
          <a:xfrm>
            <a:off x="1342768" y="1820562"/>
            <a:ext cx="64632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Maybe a 2025 and 2026 hydrograph since that’s most of the talk</a:t>
            </a:r>
          </a:p>
        </p:txBody>
      </p:sp>
    </p:spTree>
    <p:extLst>
      <p:ext uri="{BB962C8B-B14F-4D97-AF65-F5344CB8AC3E}">
        <p14:creationId xmlns:p14="http://schemas.microsoft.com/office/powerpoint/2010/main" val="23679639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AEAE7D-F3BF-BC6C-64CD-3E1666E44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D4D27D2-6BFC-141C-9345-8E84C9920965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E7B9C99-11D2-60C4-07FD-29BA472712CD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C40EF58-1296-F28A-D879-74B31A9DF301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2FABB08-9B17-E06E-768D-19C762829D8C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DC42AE2C-882F-5A75-1DC4-2AF844F0BAFF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Drought Management</a:t>
            </a:r>
            <a:endParaRPr lang="en-US" sz="29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BB4E4E4-8678-0C63-57E9-97E82469C71D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lang="en-US" sz="7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3683D44-6224-5132-57B7-7464BE398754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301E2B6-8BD9-A86A-B91D-C6B419F1BBC2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PRESSURE POINTS</a:t>
            </a:r>
            <a:endParaRPr lang="en-US" sz="9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2639B2B-32B4-C710-4820-31EC76D09778}"/>
              </a:ext>
            </a:extLst>
          </p:cNvPr>
          <p:cNvSpPr/>
          <p:nvPr/>
        </p:nvSpPr>
        <p:spPr>
          <a:xfrm>
            <a:off x="640080" y="1830514"/>
            <a:ext cx="2789682" cy="26462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>
                <a:solidFill>
                  <a:srgbClr val="243036"/>
                </a:solidFill>
              </a:rPr>
              <a:t>Lake wetted area</a:t>
            </a:r>
          </a:p>
          <a:p>
            <a:pPr marL="0" indent="0">
              <a:buNone/>
            </a:pPr>
            <a:endParaRPr lang="en-US" sz="1650">
              <a:solidFill>
                <a:srgbClr val="243036"/>
              </a:solidFill>
            </a:endParaRPr>
          </a:p>
          <a:p>
            <a:pPr marL="0" indent="0">
              <a:buNone/>
            </a:pPr>
            <a:r>
              <a:rPr lang="en-US" sz="1650">
                <a:solidFill>
                  <a:srgbClr val="243036"/>
                </a:solidFill>
              </a:rPr>
              <a:t>Lake level and culvert works</a:t>
            </a:r>
          </a:p>
          <a:p>
            <a:pPr marL="0" indent="0">
              <a:buNone/>
            </a:pPr>
            <a:endParaRPr lang="en-US" sz="1650">
              <a:solidFill>
                <a:srgbClr val="243036"/>
              </a:solidFill>
            </a:endParaRPr>
          </a:p>
          <a:p>
            <a:pPr marL="0" indent="0">
              <a:buNone/>
            </a:pPr>
            <a:r>
              <a:rPr lang="en-US" sz="1650">
                <a:solidFill>
                  <a:srgbClr val="243036"/>
                </a:solidFill>
              </a:rPr>
              <a:t>Dissolved oxygen</a:t>
            </a:r>
          </a:p>
          <a:p>
            <a:pPr marL="0" indent="0">
              <a:buNone/>
            </a:pPr>
            <a:endParaRPr lang="en-US" sz="1650">
              <a:solidFill>
                <a:srgbClr val="243036"/>
              </a:solidFill>
            </a:endParaRPr>
          </a:p>
          <a:p>
            <a:pPr marL="0" indent="0">
              <a:buNone/>
            </a:pPr>
            <a:r>
              <a:rPr lang="en-US" sz="1650">
                <a:solidFill>
                  <a:srgbClr val="243036"/>
                </a:solidFill>
              </a:rPr>
              <a:t>Temperature</a:t>
            </a:r>
          </a:p>
          <a:p>
            <a:pPr marL="0" indent="0">
              <a:buNone/>
            </a:pPr>
            <a:endParaRPr lang="en-US" sz="1650">
              <a:solidFill>
                <a:srgbClr val="243036"/>
              </a:solidFill>
            </a:endParaRPr>
          </a:p>
          <a:p>
            <a:pPr marL="0" indent="0">
              <a:buNone/>
            </a:pPr>
            <a:r>
              <a:rPr lang="en-US" sz="1650">
                <a:solidFill>
                  <a:srgbClr val="243036"/>
                </a:solidFill>
              </a:rPr>
              <a:t>Vegetation</a:t>
            </a: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0CA17D12-CBD6-78A5-A4EE-0BD9A1591F29}"/>
              </a:ext>
            </a:extLst>
          </p:cNvPr>
          <p:cNvSpPr/>
          <p:nvPr/>
        </p:nvSpPr>
        <p:spPr>
          <a:xfrm>
            <a:off x="4892040" y="1417320"/>
            <a:ext cx="6355080" cy="413308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51E6E3F-A174-E4EC-FF33-AB27B4BB7E3E}"/>
              </a:ext>
            </a:extLst>
          </p:cNvPr>
          <p:cNvSpPr/>
          <p:nvPr/>
        </p:nvSpPr>
        <p:spPr>
          <a:xfrm>
            <a:off x="5093208" y="1947672"/>
            <a:ext cx="59527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5737A"/>
                </a:solidFill>
              </a:rPr>
              <a:t>Need a map here </a:t>
            </a:r>
            <a:r>
              <a:rPr lang="en-US" sz="1050" err="1">
                <a:solidFill>
                  <a:srgbClr val="65737A"/>
                </a:solidFill>
              </a:rPr>
              <a:t>fo</a:t>
            </a:r>
            <a:r>
              <a:rPr lang="en-US" sz="1050">
                <a:solidFill>
                  <a:srgbClr val="65737A"/>
                </a:solidFill>
              </a:rPr>
              <a:t> sure</a:t>
            </a:r>
            <a:endParaRPr lang="en-US" sz="105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890D093B-9706-7693-53AC-BCEEB664754B}"/>
              </a:ext>
            </a:extLst>
          </p:cNvPr>
          <p:cNvSpPr/>
          <p:nvPr/>
        </p:nvSpPr>
        <p:spPr>
          <a:xfrm>
            <a:off x="5120640" y="5166360"/>
            <a:ext cx="589788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BBFB4C25-9684-FFBD-F0D8-8073F7FAD0FA}"/>
              </a:ext>
            </a:extLst>
          </p:cNvPr>
          <p:cNvSpPr/>
          <p:nvPr/>
        </p:nvSpPr>
        <p:spPr>
          <a:xfrm>
            <a:off x="5102352" y="5047488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>
                <a:solidFill>
                  <a:srgbClr val="65737A"/>
                </a:solidFill>
              </a:rPr>
              <a:t>TIME / REACH / VEGETATION TYPE</a:t>
            </a:r>
            <a:endParaRPr lang="en-US" sz="72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5916DA6F-4FF3-1BB7-BC21-EF7A2CCEC11B}"/>
              </a:ext>
            </a:extLst>
          </p:cNvPr>
          <p:cNvSpPr/>
          <p:nvPr/>
        </p:nvSpPr>
        <p:spPr>
          <a:xfrm>
            <a:off x="10030968" y="5047488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>
                <a:solidFill>
                  <a:srgbClr val="65737A"/>
                </a:solidFill>
              </a:rPr>
              <a:t>MEASURE</a:t>
            </a:r>
            <a:endParaRPr lang="en-US" sz="72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9DC9963E-6F9E-3A41-AB59-DD6DD7FAF339}"/>
              </a:ext>
            </a:extLst>
          </p:cNvPr>
          <p:cNvSpPr/>
          <p:nvPr/>
        </p:nvSpPr>
        <p:spPr>
          <a:xfrm>
            <a:off x="4514850" y="6193902"/>
            <a:ext cx="41605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121398A2-796C-236F-E253-81BEEECDC19C}"/>
              </a:ext>
            </a:extLst>
          </p:cNvPr>
          <p:cNvSpPr/>
          <p:nvPr/>
        </p:nvSpPr>
        <p:spPr>
          <a:xfrm>
            <a:off x="4606290" y="6312774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950" b="1">
                <a:solidFill>
                  <a:srgbClr val="3B5B45"/>
                </a:solidFill>
              </a:rPr>
              <a:t>TAKEAWAY  ·  Explain what changed, why it matters for habitat, and what the program is doing about it.</a:t>
            </a:r>
            <a:endParaRPr lang="en-US" sz="95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8350EA5-0CCA-1F47-6781-1A734DF18BB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6094" t="17070" r="26328" b="37639"/>
          <a:stretch>
            <a:fillRect/>
          </a:stretch>
        </p:blipFill>
        <p:spPr>
          <a:xfrm>
            <a:off x="4524375" y="1231026"/>
            <a:ext cx="7373375" cy="4776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04017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A936CF-1B9E-DC39-69A5-DD03F5187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558FB08-F828-8F9A-BBAC-394632867AB9}"/>
              </a:ext>
            </a:extLst>
          </p:cNvPr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655F07E-CC7F-F4FF-3BA8-47610700D053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2B525AA-20C0-05A9-D804-350D7DBCB232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A6AA0372-07C9-95B3-029B-4194A75E9BD0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D3A628D-D2B6-C061-3F14-DB058F64F892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3BD1420C-213F-9BC3-2D3E-03857F47AD81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LAKE LEVEL AND WETTED AREA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29F5A70C-FF02-F48B-68E6-D178E63E5375}"/>
              </a:ext>
            </a:extLst>
          </p:cNvPr>
          <p:cNvSpPr/>
          <p:nvPr/>
        </p:nvSpPr>
        <p:spPr>
          <a:xfrm>
            <a:off x="640080" y="1901951"/>
            <a:ext cx="2417445" cy="29035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1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LBG-Guyton 2004</a:t>
            </a:r>
            <a:r>
              <a:rPr kumimoji="0" lang="en-US" sz="1650" b="1" i="0" u="none" strike="noStrike" kern="1200" cap="none" spc="0" normalizeH="0" baseline="3000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SR 1 and 2 stop flowing </a:t>
            </a:r>
            <a:endParaRPr lang="en-US" sz="1650">
              <a:solidFill>
                <a:srgbClr val="243036"/>
              </a:solidFill>
              <a:latin typeface="Apto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LCRA well ~ 625 ft.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Comal flow ~ 130 </a:t>
            </a:r>
            <a:r>
              <a:rPr kumimoji="0" lang="en-US" sz="1650" b="0" i="0" u="none" strike="noStrike" kern="1200" cap="none" spc="0" normalizeH="0" baseline="0" noProof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SR3 stops flowing when                LCRA well ~ 621.5 ft.    Comal flow ~ 50 </a:t>
            </a:r>
            <a:r>
              <a:rPr kumimoji="0" lang="en-US" sz="1650" b="0" i="0" u="none" strike="noStrike" kern="1200" cap="none" spc="0" normalizeH="0" baseline="0" noProof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50">
              <a:solidFill>
                <a:srgbClr val="243036"/>
              </a:solidFill>
              <a:latin typeface="Aptos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9D120D31-30B5-7B88-8028-7031F87AAF0E}"/>
              </a:ext>
            </a:extLst>
          </p:cNvPr>
          <p:cNvSpPr/>
          <p:nvPr/>
        </p:nvSpPr>
        <p:spPr>
          <a:xfrm>
            <a:off x="3895725" y="1417320"/>
            <a:ext cx="7900035" cy="4535424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0876A901-8148-FE9B-AAEE-48BFB9C75270}"/>
              </a:ext>
            </a:extLst>
          </p:cNvPr>
          <p:cNvSpPr/>
          <p:nvPr/>
        </p:nvSpPr>
        <p:spPr>
          <a:xfrm>
            <a:off x="3962400" y="6071616"/>
            <a:ext cx="72847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3CB4A69F-7649-19DC-7D93-86E262ABCA2C}"/>
              </a:ext>
            </a:extLst>
          </p:cNvPr>
          <p:cNvSpPr/>
          <p:nvPr/>
        </p:nvSpPr>
        <p:spPr>
          <a:xfrm>
            <a:off x="4095750" y="6190488"/>
            <a:ext cx="700506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lvl="0"/>
            <a:r>
              <a:rPr lang="en-US" sz="1000" b="1" baseline="30000"/>
              <a:t>1</a:t>
            </a:r>
            <a:r>
              <a:rPr lang="en-US" sz="1000" b="1"/>
              <a:t>LBG-Guyton Associates. 2004. </a:t>
            </a:r>
            <a:r>
              <a:rPr lang="en-US" sz="1000" b="1" i="1"/>
              <a:t>Evaluation of Augmentation Methodologies in Support of In-Situ Refugia at Comal and San Marcos Springs, Texas.</a:t>
            </a:r>
            <a:r>
              <a:rPr lang="en-US" sz="1000" b="1"/>
              <a:t> Prepared for the Edwards Aquifer Authority.</a:t>
            </a:r>
            <a:endParaRPr kumimoji="0" lang="en-US" sz="95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C12D278-CB0D-6BD5-008C-583AEC0BC2C1}"/>
              </a:ext>
            </a:extLst>
          </p:cNvPr>
          <p:cNvSpPr txBox="1"/>
          <p:nvPr/>
        </p:nvSpPr>
        <p:spPr>
          <a:xfrm>
            <a:off x="5219700" y="2093975"/>
            <a:ext cx="46196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Make a graph of LCRA well 2025-1-1 to present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7078DE9-3426-B654-5217-3A699E4785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5725" y="1188720"/>
            <a:ext cx="7900035" cy="474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11049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470DAA-EF57-2D81-E3BF-B7A1C780E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B24E03F-827D-28D5-4F68-9261FEDD3049}"/>
              </a:ext>
            </a:extLst>
          </p:cNvPr>
          <p:cNvSpPr/>
          <p:nvPr/>
        </p:nvSpPr>
        <p:spPr>
          <a:xfrm>
            <a:off x="53299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FDA8C0CB-B6C7-13EE-8799-CA404C236B46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C462919-A97B-DAFC-B29A-3949BF5D9B30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7746AE4-8058-D873-9B2A-7362B4CDB325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940E989-79FA-2448-ABA5-AB781F9C865B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A42149BB-601E-4A9E-9C1C-E8A552B7D844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LAKE LEVEL AND WETTED AREA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9BF9F424-8A88-9776-9ABB-79E5E9B3913B}"/>
              </a:ext>
            </a:extLst>
          </p:cNvPr>
          <p:cNvSpPr/>
          <p:nvPr/>
        </p:nvSpPr>
        <p:spPr>
          <a:xfrm>
            <a:off x="640080" y="1901951"/>
            <a:ext cx="2417445" cy="29035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1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LBG-Guyton 2004</a:t>
            </a:r>
            <a:r>
              <a:rPr kumimoji="0" lang="en-US" sz="1650" b="1" i="0" u="none" strike="noStrike" kern="1200" cap="none" spc="0" normalizeH="0" baseline="3000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SR 1 and 2 stop flowing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LCRA well ~ 625 ft.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Comal flow ~ 130 </a:t>
            </a:r>
            <a:r>
              <a:rPr kumimoji="0" lang="en-US" sz="1650" b="0" i="0" u="none" strike="noStrike" kern="1200" cap="none" spc="0" normalizeH="0" baseline="0" noProof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SR3 stops flowing when                LCRA well ~ 621.5 ft.    Comal flow ~ 50 </a:t>
            </a:r>
            <a:r>
              <a:rPr kumimoji="0" lang="en-US" sz="1650" b="0" i="0" u="none" strike="noStrike" kern="1200" cap="none" spc="0" normalizeH="0" baseline="0" noProof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57CA819C-55EF-7887-CD82-98FE1051A8C5}"/>
              </a:ext>
            </a:extLst>
          </p:cNvPr>
          <p:cNvSpPr/>
          <p:nvPr/>
        </p:nvSpPr>
        <p:spPr>
          <a:xfrm>
            <a:off x="3895725" y="1417320"/>
            <a:ext cx="7900035" cy="4535424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BCD5C208-BE2D-8206-60A7-51E8654E1BD1}"/>
              </a:ext>
            </a:extLst>
          </p:cNvPr>
          <p:cNvSpPr/>
          <p:nvPr/>
        </p:nvSpPr>
        <p:spPr>
          <a:xfrm>
            <a:off x="3962400" y="6071616"/>
            <a:ext cx="72847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4231DECB-0415-33E1-AA90-0055437C39EA}"/>
              </a:ext>
            </a:extLst>
          </p:cNvPr>
          <p:cNvSpPr/>
          <p:nvPr/>
        </p:nvSpPr>
        <p:spPr>
          <a:xfrm>
            <a:off x="4095750" y="6190488"/>
            <a:ext cx="700506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1</a:t>
            </a: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LBG-Guyton Associates. 2004. </a:t>
            </a:r>
            <a:r>
              <a:rPr kumimoji="0" lang="en-US" sz="1000" b="1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Evaluation of Augmentation Methodologies in Support of In-Situ Refugia at Comal and San Marcos Springs, Texas.</a:t>
            </a: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Prepared for the Edwards Aquifer Authority.</a:t>
            </a:r>
            <a:endParaRPr kumimoji="0" lang="en-US" sz="95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F204B30-7923-E927-44E1-F55E25922409}"/>
              </a:ext>
            </a:extLst>
          </p:cNvPr>
          <p:cNvSpPr txBox="1"/>
          <p:nvPr/>
        </p:nvSpPr>
        <p:spPr>
          <a:xfrm>
            <a:off x="5219700" y="2093975"/>
            <a:ext cx="46196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Make a graph of LCRA well 2025-1-1 to present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B911AD8-6B31-C290-7CA4-F759684371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5725" y="1188720"/>
            <a:ext cx="7900035" cy="474116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1F2CBF3-C9C1-EB55-12DA-9AC2701C5E65}"/>
              </a:ext>
            </a:extLst>
          </p:cNvPr>
          <p:cNvSpPr txBox="1"/>
          <p:nvPr/>
        </p:nvSpPr>
        <p:spPr>
          <a:xfrm>
            <a:off x="585893" y="4871618"/>
            <a:ext cx="2628414" cy="16389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1650" b="1">
                <a:solidFill>
                  <a:srgbClr val="243036"/>
                </a:solidFill>
              </a:rPr>
              <a:t>2025-2026 Observations</a:t>
            </a:r>
          </a:p>
          <a:p>
            <a:pPr marL="114300" lvl="0" indent="-114300">
              <a:defRPr/>
            </a:pPr>
            <a:endParaRPr lang="en-US" sz="1650">
              <a:solidFill>
                <a:srgbClr val="243036"/>
              </a:solidFill>
            </a:endParaRPr>
          </a:p>
          <a:p>
            <a:pPr marL="114300" lvl="0" indent="-114300">
              <a:defRPr/>
            </a:pPr>
            <a:r>
              <a:rPr lang="en-US" sz="1650">
                <a:solidFill>
                  <a:srgbClr val="243036"/>
                </a:solidFill>
              </a:rPr>
              <a:t>SR3 stops flowing when                LCRA well ~ 620.25 ft.    Comal flow ~ 50 </a:t>
            </a:r>
            <a:r>
              <a:rPr lang="en-US" sz="1650" err="1">
                <a:solidFill>
                  <a:srgbClr val="243036"/>
                </a:solidFill>
              </a:rPr>
              <a:t>cfs</a:t>
            </a:r>
            <a:r>
              <a:rPr lang="en-US" sz="1650">
                <a:solidFill>
                  <a:srgbClr val="243036"/>
                </a:solidFill>
              </a:rPr>
              <a:t>.</a:t>
            </a:r>
            <a:endParaRPr lang="en-US" sz="1650">
              <a:solidFill>
                <a:prstClr val="black"/>
              </a:solidFill>
            </a:endParaRP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8915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8D0B8E-F7F1-2E39-4AEC-542656FD86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CEE4DFFA-8ACA-8B13-F602-B536A2ADB6D8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5A5D1D97-5645-1A81-3511-82B1DAB6C3C8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BD030C4-2D27-804A-DCFF-BAC6DF697743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B27C5DC-9E7F-DE4A-E088-05ECAFC36F25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AD9EABCF-B923-B7F7-B668-B993D0E2387A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LAKE LEVEL AND WETTED AREA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2BFC587D-2650-812B-ED59-DD1E852CA25E}"/>
              </a:ext>
            </a:extLst>
          </p:cNvPr>
          <p:cNvSpPr/>
          <p:nvPr/>
        </p:nvSpPr>
        <p:spPr>
          <a:xfrm>
            <a:off x="640080" y="1901951"/>
            <a:ext cx="2417445" cy="29035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1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LBG-Guyton 2004</a:t>
            </a:r>
            <a:r>
              <a:rPr kumimoji="0" lang="en-US" sz="1650" b="1" i="0" u="none" strike="noStrike" kern="1200" cap="none" spc="0" normalizeH="0" baseline="3000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SR 1 and 2 stop flowing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LCRA well ~ 625 ft.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Comal flow ~ 130 </a:t>
            </a:r>
            <a:r>
              <a:rPr kumimoji="0" lang="en-US" sz="1650" b="0" i="0" u="none" strike="noStrike" kern="1200" cap="none" spc="0" normalizeH="0" baseline="0" noProof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SR3 stops flowing when                LCRA well ~ 621.5 ft.    Comal flow ~ 50 </a:t>
            </a:r>
            <a:r>
              <a:rPr kumimoji="0" lang="en-US" sz="1650" b="0" i="0" u="none" strike="noStrike" kern="1200" cap="none" spc="0" normalizeH="0" baseline="0" noProof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6D0E6C4C-827F-B641-159B-F14440FC4BAA}"/>
              </a:ext>
            </a:extLst>
          </p:cNvPr>
          <p:cNvSpPr/>
          <p:nvPr/>
        </p:nvSpPr>
        <p:spPr>
          <a:xfrm>
            <a:off x="3962400" y="6071616"/>
            <a:ext cx="72847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8052F829-25F8-7068-6477-68C7210814CD}"/>
              </a:ext>
            </a:extLst>
          </p:cNvPr>
          <p:cNvSpPr/>
          <p:nvPr/>
        </p:nvSpPr>
        <p:spPr>
          <a:xfrm>
            <a:off x="4095750" y="6190488"/>
            <a:ext cx="700506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Picture on left is Spring Run 3 facing downstream from walking bridge on May 21, 2025 (Total Comal discharge 49 </a:t>
            </a:r>
            <a:r>
              <a:rPr kumimoji="0" lang="en-US" sz="1200" b="1" i="0" u="none" strike="noStrike" kern="1200" cap="none" spc="0" normalizeH="0" baseline="3000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200" b="1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).  Picture on the right is WQ monitoring equipment attached to </a:t>
            </a:r>
            <a:r>
              <a:rPr kumimoji="0" lang="en-US" sz="1200" b="1" i="0" u="none" strike="noStrike" kern="1200" cap="none" spc="0" normalizeH="0" baseline="3000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sam</a:t>
            </a:r>
            <a:r>
              <a:rPr lang="en-US" sz="1200" b="1" baseline="30000">
                <a:solidFill>
                  <a:prstClr val="black"/>
                </a:solidFill>
                <a:latin typeface="Aptos"/>
              </a:rPr>
              <a:t>e walking bridge on </a:t>
            </a:r>
            <a:r>
              <a:rPr kumimoji="0" lang="en-US" sz="1200" b="1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April 1, 2026 (Total Comal discharge 53 </a:t>
            </a:r>
            <a:r>
              <a:rPr kumimoji="0" lang="en-US" sz="1200" b="1" i="0" u="none" strike="noStrike" kern="1200" cap="none" spc="0" normalizeH="0" baseline="3000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200" b="1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).</a:t>
            </a:r>
            <a:endParaRPr kumimoji="0" lang="en-US" sz="11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C9BD83-37C9-F99E-F4D8-26D08EA608B1}"/>
              </a:ext>
            </a:extLst>
          </p:cNvPr>
          <p:cNvSpPr txBox="1"/>
          <p:nvPr/>
        </p:nvSpPr>
        <p:spPr>
          <a:xfrm>
            <a:off x="585893" y="4871618"/>
            <a:ext cx="2628414" cy="16389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1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2025-2026 Observations</a:t>
            </a: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114300" marR="0" lvl="0" indent="-1143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SR3 stops flowing when                LCRA well ~ 620.25 ft.    Comal flow ~ 50 </a:t>
            </a:r>
            <a:r>
              <a:rPr kumimoji="0" lang="en-US" sz="1650" b="0" i="0" u="none" strike="noStrike" kern="1200" cap="none" spc="0" normalizeH="0" baseline="0" noProof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421E582-D235-7692-54D4-06953D739B2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314" t="11044" r="48058" b="14652"/>
          <a:stretch>
            <a:fillRect/>
          </a:stretch>
        </p:blipFill>
        <p:spPr>
          <a:xfrm>
            <a:off x="7984031" y="1463040"/>
            <a:ext cx="3567889" cy="428853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0A94749-30BE-F86F-744A-B558B5B56310}"/>
              </a:ext>
            </a:extLst>
          </p:cNvPr>
          <p:cNvSpPr txBox="1"/>
          <p:nvPr/>
        </p:nvSpPr>
        <p:spPr>
          <a:xfrm>
            <a:off x="4095750" y="2548647"/>
            <a:ext cx="24174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Add one more sr3</a:t>
            </a:r>
          </a:p>
          <a:p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674D30B-3CB5-557A-E916-B116019EB9F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>
            <a:fillRect/>
          </a:stretch>
        </p:blipFill>
        <p:spPr bwMode="auto">
          <a:xfrm>
            <a:off x="3689795" y="2048937"/>
            <a:ext cx="4066157" cy="3050594"/>
          </a:xfrm>
          <a:prstGeom prst="rect">
            <a:avLst/>
          </a:prstGeom>
          <a:ln w="3175" cap="sq">
            <a:solidFill>
              <a:srgbClr val="000000"/>
            </a:solidFill>
            <a:prstDash val="solid"/>
            <a:miter lim="800000"/>
          </a:ln>
          <a:effectLst/>
        </p:spPr>
      </p:pic>
    </p:spTree>
    <p:extLst>
      <p:ext uri="{BB962C8B-B14F-4D97-AF65-F5344CB8AC3E}">
        <p14:creationId xmlns:p14="http://schemas.microsoft.com/office/powerpoint/2010/main" val="50220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01978-3B14-8571-4970-20BFCB843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22293B6-AF45-B3A7-305C-1F7AE947762A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F6DDD78A-8436-8AE7-2CF0-3CD6C83559C1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5908B86-266C-82FA-4EE2-5B5B58E367C0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0C66CA4-6FE2-AC72-231C-F8F7AE6F3205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3A456D5-2626-966F-52EE-08709308862F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3F9EA2B-4922-F88B-AAD1-C9CF896EDA58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E4F24BC2-7378-5B1F-6D4E-C5A974A3ADEA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9444992-DFF2-025A-FBCF-5523B3493C0B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LANDA LAKE HYDROLOGY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E20B16C7-01D9-394E-010C-AD6D6392781D}"/>
              </a:ext>
            </a:extLst>
          </p:cNvPr>
          <p:cNvSpPr/>
          <p:nvPr/>
        </p:nvSpPr>
        <p:spPr>
          <a:xfrm>
            <a:off x="640080" y="1882399"/>
            <a:ext cx="2036445" cy="28192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Surface discharge is measured at four spring runs and four lake cross sections to estimate </a:t>
            </a:r>
            <a:r>
              <a:rPr kumimoji="0" lang="en-US" sz="1650" b="0" i="0" u="none" strike="noStrike" kern="1200" cap="none" spc="0" normalizeH="0" baseline="0" noProof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springflow</a:t>
            </a: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contributions from different areas of the lake.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346B99BD-A57E-81FD-F97A-E4E526246525}"/>
              </a:ext>
            </a:extLst>
          </p:cNvPr>
          <p:cNvSpPr/>
          <p:nvPr/>
        </p:nvSpPr>
        <p:spPr>
          <a:xfrm>
            <a:off x="3895725" y="1417320"/>
            <a:ext cx="7900035" cy="4535424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2E8292DB-057A-EDFC-CDA8-7EA5942BF342}"/>
              </a:ext>
            </a:extLst>
          </p:cNvPr>
          <p:cNvSpPr/>
          <p:nvPr/>
        </p:nvSpPr>
        <p:spPr>
          <a:xfrm>
            <a:off x="7086600" y="6071616"/>
            <a:ext cx="41605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91B44CC9-2338-5393-6DD2-5A0B2948FA92}"/>
              </a:ext>
            </a:extLst>
          </p:cNvPr>
          <p:cNvSpPr/>
          <p:nvPr/>
        </p:nvSpPr>
        <p:spPr>
          <a:xfrm>
            <a:off x="7232904" y="6190488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>
                <a:ln>
                  <a:noFill/>
                </a:ln>
                <a:solidFill>
                  <a:srgbClr val="3B5B45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TAKEAWAY  ·  Explain what changed, why it matters for habitat, and what the program is doing about it.</a:t>
            </a:r>
            <a:endParaRPr kumimoji="0" lang="en-US" sz="9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BB0603E-F059-E171-D9F2-05B57DBA576E}"/>
              </a:ext>
            </a:extLst>
          </p:cNvPr>
          <p:cNvSpPr txBox="1"/>
          <p:nvPr/>
        </p:nvSpPr>
        <p:spPr>
          <a:xfrm>
            <a:off x="4097845" y="2340078"/>
            <a:ext cx="4619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Make a graph of spring orifices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B8BE42D-7349-19E3-8951-3500DE6BDC1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427" t="20682" r="32695" b="9351"/>
          <a:stretch>
            <a:fillRect/>
          </a:stretch>
        </p:blipFill>
        <p:spPr>
          <a:xfrm>
            <a:off x="7421498" y="1380744"/>
            <a:ext cx="4374262" cy="4658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71844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F476C3-EE6C-4439-5E72-5CF1B0BE8C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93F3979-3A58-01D6-E865-E5B67C4BCF09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26F8172-1EBF-8DB8-7CB9-94CA7D5289E1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C17A246-D56C-DAB2-F6EE-C3D8DF60C229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1E991AE3-4935-F3F5-6A5E-E880353D88DB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83E014E-C00A-E7C4-F32E-A3CB1C7C0035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lang="en-US" sz="29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CAED31C-A629-FEB9-7C23-3383A364C2BE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lang="en-US" sz="7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021ABC2C-4811-7768-5C91-D42D1223824A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B7D24A80-F6F8-B1BB-9A71-64E8692BF62A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LANDA LAKE HYDROLOGY</a:t>
            </a:r>
            <a:endParaRPr lang="en-US" sz="9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0A0E10F0-A4E5-93B1-D645-1E617D0FAAEB}"/>
              </a:ext>
            </a:extLst>
          </p:cNvPr>
          <p:cNvSpPr/>
          <p:nvPr/>
        </p:nvSpPr>
        <p:spPr>
          <a:xfrm>
            <a:off x="640080" y="1882399"/>
            <a:ext cx="2036445" cy="28192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>
                <a:solidFill>
                  <a:srgbClr val="243036"/>
                </a:solidFill>
              </a:rPr>
              <a:t>Surface discharge is measured at four spring runs and four lake cross sections to estimate </a:t>
            </a:r>
            <a:r>
              <a:rPr lang="en-US" sz="1650" err="1">
                <a:solidFill>
                  <a:srgbClr val="243036"/>
                </a:solidFill>
              </a:rPr>
              <a:t>springflow</a:t>
            </a:r>
            <a:r>
              <a:rPr lang="en-US" sz="1650">
                <a:solidFill>
                  <a:srgbClr val="243036"/>
                </a:solidFill>
              </a:rPr>
              <a:t> contributions from different areas of the lake.</a:t>
            </a:r>
          </a:p>
          <a:p>
            <a:pPr marL="0" indent="0">
              <a:buNone/>
            </a:pPr>
            <a:endParaRPr lang="en-US" sz="1650">
              <a:solidFill>
                <a:srgbClr val="243036"/>
              </a:solidFill>
            </a:endParaRPr>
          </a:p>
          <a:p>
            <a:pPr marL="0" indent="0">
              <a:buNone/>
            </a:pPr>
            <a:endParaRPr lang="en-US" sz="1650">
              <a:solidFill>
                <a:srgbClr val="243036"/>
              </a:solidFill>
            </a:endParaRPr>
          </a:p>
          <a:p>
            <a:pPr marL="0" indent="0">
              <a:buNone/>
            </a:pPr>
            <a:endParaRPr lang="en-US" sz="1650"/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18D614D3-F9FA-D936-1A6B-13D9ACE4757A}"/>
              </a:ext>
            </a:extLst>
          </p:cNvPr>
          <p:cNvSpPr/>
          <p:nvPr/>
        </p:nvSpPr>
        <p:spPr>
          <a:xfrm>
            <a:off x="7086600" y="6071616"/>
            <a:ext cx="41605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775BE20B-2B7F-7CFD-EAEA-BF0FA31A06CC}"/>
              </a:ext>
            </a:extLst>
          </p:cNvPr>
          <p:cNvSpPr/>
          <p:nvPr/>
        </p:nvSpPr>
        <p:spPr>
          <a:xfrm>
            <a:off x="7232904" y="6190488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950" b="1">
                <a:solidFill>
                  <a:srgbClr val="3B5B45"/>
                </a:solidFill>
              </a:rPr>
              <a:t>TAKEAWAY  ·  Explain what changed, why it matters for habitat, and what the program is doing about it.</a:t>
            </a:r>
            <a:endParaRPr lang="en-US" sz="95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915AACCF-469B-EAE2-A8AA-251A01AD71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3200" y="1206998"/>
            <a:ext cx="7900432" cy="4745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84444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3F261-F9D6-0C9C-7AA1-289D75C339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73B9E12-856A-700E-FD0A-2AB063A54EDE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26D1686-453B-988B-56B4-4DE8D7C8F035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787DA75-3557-65EE-F6CB-ADF271B1DC04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28F741D-24D5-B3A7-FBC7-AAD8A21650AF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B60DF58C-4BF6-BA61-9EBC-51B874243EC6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63DB12E-FED3-7F8B-6B24-387B1169BE25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91EA55F3-349E-0DA5-6795-BAF7A6378B0F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54110659-031A-08F4-ED23-37FE67098C0F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LANDA LAKE FLOW SPLIT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A8D07888-CDA8-A432-23C1-9712855B7CF4}"/>
              </a:ext>
            </a:extLst>
          </p:cNvPr>
          <p:cNvSpPr/>
          <p:nvPr/>
        </p:nvSpPr>
        <p:spPr>
          <a:xfrm>
            <a:off x="3895725" y="1417320"/>
            <a:ext cx="7900035" cy="4535424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4ED8C6E0-F3E9-7B54-05DA-7511E12B7D58}"/>
              </a:ext>
            </a:extLst>
          </p:cNvPr>
          <p:cNvSpPr/>
          <p:nvPr/>
        </p:nvSpPr>
        <p:spPr>
          <a:xfrm>
            <a:off x="7086600" y="6071616"/>
            <a:ext cx="41605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8B001F28-C13B-000E-920B-DEEB3DF4AD9D}"/>
              </a:ext>
            </a:extLst>
          </p:cNvPr>
          <p:cNvSpPr/>
          <p:nvPr/>
        </p:nvSpPr>
        <p:spPr>
          <a:xfrm>
            <a:off x="7232904" y="6190488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>
                <a:ln>
                  <a:noFill/>
                </a:ln>
                <a:solidFill>
                  <a:srgbClr val="3B5B45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TAKEAWAY  ·  Explain what changed, why it matters for habitat, and what the program is doing about it.</a:t>
            </a:r>
            <a:endParaRPr kumimoji="0" lang="en-US" sz="9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F3C2713-D252-7D04-13FB-43BED2940043}"/>
              </a:ext>
            </a:extLst>
          </p:cNvPr>
          <p:cNvSpPr txBox="1"/>
          <p:nvPr/>
        </p:nvSpPr>
        <p:spPr>
          <a:xfrm>
            <a:off x="4333084" y="2293464"/>
            <a:ext cx="237760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Bring it back home with one more graph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>
              <a:solidFill>
                <a:prstClr val="black"/>
              </a:solidFill>
              <a:latin typeface="Apto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Showing the viewer where that water is coming from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D4487B9-BC9A-3999-781A-5E55BBDBD7B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427" t="20682" r="32695" b="9351"/>
          <a:stretch>
            <a:fillRect/>
          </a:stretch>
        </p:blipFill>
        <p:spPr>
          <a:xfrm>
            <a:off x="7421498" y="1380744"/>
            <a:ext cx="4374262" cy="4658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20593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2C80F4-92D1-96AC-A6E0-39CE3F6081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0F57E6E-05BE-3E04-9430-CC78100F0E51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7636CA2-15CD-5535-ED33-4460AF95AFCE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1D3574C9-3067-DA4F-97B5-540BEB0D3544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C0F4BC3D-EB03-D1EC-F2A3-0FA6C59926D7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2827BFD-59D7-864D-4C23-136C75A7A7F6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Under Drought Conditions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0922BAA9-A24C-F182-7156-70B16FDEB795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119E6632-371F-6441-F042-423123C7B740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DF92FB88-6A66-8833-60F7-82BEB0783ABD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LANDA LAKE FLOW SPLIT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A8FF49C8-5433-B3DC-5DE3-41871CCC90BF}"/>
              </a:ext>
            </a:extLst>
          </p:cNvPr>
          <p:cNvSpPr/>
          <p:nvPr/>
        </p:nvSpPr>
        <p:spPr>
          <a:xfrm>
            <a:off x="640080" y="2093975"/>
            <a:ext cx="2487549" cy="29256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Describe how water is distributed among lake at this level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8F2948DE-85AB-EAC1-EE43-30580FD90A72}"/>
              </a:ext>
            </a:extLst>
          </p:cNvPr>
          <p:cNvSpPr/>
          <p:nvPr/>
        </p:nvSpPr>
        <p:spPr>
          <a:xfrm>
            <a:off x="3895725" y="1417320"/>
            <a:ext cx="7900035" cy="4535424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81799742-323B-5FBC-61DC-1E83144DD830}"/>
              </a:ext>
            </a:extLst>
          </p:cNvPr>
          <p:cNvSpPr/>
          <p:nvPr/>
        </p:nvSpPr>
        <p:spPr>
          <a:xfrm>
            <a:off x="7086600" y="6071616"/>
            <a:ext cx="41605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B05ECB45-6F0A-DB51-9F2A-0F15D7C039AC}"/>
              </a:ext>
            </a:extLst>
          </p:cNvPr>
          <p:cNvSpPr/>
          <p:nvPr/>
        </p:nvSpPr>
        <p:spPr>
          <a:xfrm>
            <a:off x="7232904" y="6190488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>
                <a:ln>
                  <a:noFill/>
                </a:ln>
                <a:solidFill>
                  <a:srgbClr val="3B5B45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TAKEAWAY  ·  Explain what changed, why it matters for habitat, and what the program is doing about it.</a:t>
            </a:r>
            <a:endParaRPr kumimoji="0" lang="en-US" sz="9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B69E011-44C8-441C-58AC-A2DF7B079033}"/>
              </a:ext>
            </a:extLst>
          </p:cNvPr>
          <p:cNvSpPr txBox="1"/>
          <p:nvPr/>
        </p:nvSpPr>
        <p:spPr>
          <a:xfrm>
            <a:off x="5219700" y="2093975"/>
            <a:ext cx="46196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Perhaps a few pictures here, visual tour, this is where I would put in wetted perimeter</a:t>
            </a:r>
          </a:p>
        </p:txBody>
      </p:sp>
    </p:spTree>
    <p:extLst>
      <p:ext uri="{BB962C8B-B14F-4D97-AF65-F5344CB8AC3E}">
        <p14:creationId xmlns:p14="http://schemas.microsoft.com/office/powerpoint/2010/main" val="13932220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34ED4-B19C-869A-F0E6-45C19C67A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2DD0B9A-5E7A-6D5A-11EC-101592CB5D6F}"/>
              </a:ext>
            </a:extLst>
          </p:cNvPr>
          <p:cNvSpPr/>
          <p:nvPr/>
        </p:nvSpPr>
        <p:spPr>
          <a:xfrm>
            <a:off x="305" y="128016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CE8A55B-EF05-129F-F37D-4AFBD8188DFA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A874463-6530-8B64-3093-6B2430CAB4E3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C463284-A944-6BFB-E18D-4A21D91304E9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57AB688-EAB2-13C7-BE30-784C9EB46BE4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Flow Split Management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8A7C8B7-76A3-AF14-2DC5-9E6CCF94A32F}"/>
              </a:ext>
            </a:extLst>
          </p:cNvPr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5B19285-8D62-36EF-8107-3B45C412928F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LAKE CONTEXT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406DE6D3-E35A-984D-1F92-F5F62DFB9C57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F4BC5262-6844-0609-85A3-8561DD9B2E7E}"/>
              </a:ext>
            </a:extLst>
          </p:cNvPr>
          <p:cNvSpPr/>
          <p:nvPr/>
        </p:nvSpPr>
        <p:spPr>
          <a:xfrm>
            <a:off x="502920" y="5843016"/>
            <a:ext cx="6997106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86F79B5C-BFF8-F77F-7F03-0F2B43EAD741}"/>
              </a:ext>
            </a:extLst>
          </p:cNvPr>
          <p:cNvSpPr/>
          <p:nvPr/>
        </p:nvSpPr>
        <p:spPr>
          <a:xfrm>
            <a:off x="7818119" y="1444752"/>
            <a:ext cx="267802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FLOW SPLIT MANAGEMENT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FCBC6E98-E85B-3B81-1396-447C4E179C7A}"/>
              </a:ext>
            </a:extLst>
          </p:cNvPr>
          <p:cNvSpPr/>
          <p:nvPr/>
        </p:nvSpPr>
        <p:spPr>
          <a:xfrm>
            <a:off x="7818120" y="1847088"/>
            <a:ext cx="256032" cy="256032"/>
          </a:xfrm>
          <a:prstGeom prst="rect">
            <a:avLst/>
          </a:prstGeom>
          <a:solidFill>
            <a:srgbClr val="1E6F73"/>
          </a:solidFill>
          <a:ln>
            <a:solidFill>
              <a:srgbClr val="1E6F73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18BA0FE7-A738-22E9-946B-DD642A554247}"/>
              </a:ext>
            </a:extLst>
          </p:cNvPr>
          <p:cNvSpPr/>
          <p:nvPr/>
        </p:nvSpPr>
        <p:spPr>
          <a:xfrm>
            <a:off x="8211312" y="1837944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EAHCP § 5.2.1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75C5677C-0082-A24A-A7F8-CB8D5904C336}"/>
              </a:ext>
            </a:extLst>
          </p:cNvPr>
          <p:cNvSpPr/>
          <p:nvPr/>
        </p:nvSpPr>
        <p:spPr>
          <a:xfrm>
            <a:off x="8211312" y="2147472"/>
            <a:ext cx="3474720" cy="2348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Flow split management in the Old and New Channel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AB473F10-F07C-7E54-A995-B3DCEC09BEF6}"/>
              </a:ext>
            </a:extLst>
          </p:cNvPr>
          <p:cNvSpPr/>
          <p:nvPr/>
        </p:nvSpPr>
        <p:spPr>
          <a:xfrm>
            <a:off x="7818120" y="2889504"/>
            <a:ext cx="256032" cy="256032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F5E2BF07-94F7-83EB-C5C4-6EE9D09C9A11}"/>
              </a:ext>
            </a:extLst>
          </p:cNvPr>
          <p:cNvSpPr/>
          <p:nvPr/>
        </p:nvSpPr>
        <p:spPr>
          <a:xfrm>
            <a:off x="8211312" y="2880360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Old Channel Protection</a:t>
            </a: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79F491B2-E6B7-C904-5479-E3D187BC7F4C}"/>
              </a:ext>
            </a:extLst>
          </p:cNvPr>
          <p:cNvSpPr/>
          <p:nvPr/>
        </p:nvSpPr>
        <p:spPr>
          <a:xfrm>
            <a:off x="8211312" y="3221608"/>
            <a:ext cx="3474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Flow split management is intended to complement the ecological restoration of aquatic vegetation in the Old Channel, by reducing long-duration high flows and allowing for more seasonal variability to be maintained, mimicking a more natural flow pattern.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774FE3C0-B49A-2A80-04D6-8C862474C569}"/>
              </a:ext>
            </a:extLst>
          </p:cNvPr>
          <p:cNvSpPr/>
          <p:nvPr/>
        </p:nvSpPr>
        <p:spPr>
          <a:xfrm>
            <a:off x="7818120" y="4194572"/>
            <a:ext cx="256032" cy="256032"/>
          </a:xfrm>
          <a:prstGeom prst="rect">
            <a:avLst/>
          </a:prstGeom>
          <a:solidFill>
            <a:srgbClr val="B86156"/>
          </a:solidFill>
          <a:ln>
            <a:solidFill>
              <a:srgbClr val="B86156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8924B80F-92E0-8E58-F26C-2F918C4D4869}"/>
              </a:ext>
            </a:extLst>
          </p:cNvPr>
          <p:cNvSpPr/>
          <p:nvPr/>
        </p:nvSpPr>
        <p:spPr>
          <a:xfrm>
            <a:off x="8211312" y="4185428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Culvert Management</a:t>
            </a: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E5AAB710-2E54-916A-1ED3-A96B9A867F88}"/>
              </a:ext>
            </a:extLst>
          </p:cNvPr>
          <p:cNvSpPr/>
          <p:nvPr/>
        </p:nvSpPr>
        <p:spPr>
          <a:xfrm>
            <a:off x="8211312" y="4478036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Flow manipulations are managed </a:t>
            </a:r>
            <a:r>
              <a:rPr lang="en-US" sz="1050">
                <a:solidFill>
                  <a:srgbClr val="243036"/>
                </a:solidFill>
                <a:latin typeface="Aptos"/>
              </a:rPr>
              <a:t>by City of New Braunfels according to </a:t>
            </a: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season and total system discharge. 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54C01E3-BBCA-6729-E728-575DA72A0C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52" y="1460365"/>
            <a:ext cx="7304852" cy="3639019"/>
          </a:xfrm>
          <a:prstGeom prst="rect">
            <a:avLst/>
          </a:prstGeom>
        </p:spPr>
      </p:pic>
      <p:sp>
        <p:nvSpPr>
          <p:cNvPr id="27" name="Shape 16">
            <a:extLst>
              <a:ext uri="{FF2B5EF4-FFF2-40B4-BE49-F238E27FC236}">
                <a16:creationId xmlns:a16="http://schemas.microsoft.com/office/drawing/2014/main" id="{ECF2EA35-5D32-576B-F767-0AFE52C6CA77}"/>
              </a:ext>
            </a:extLst>
          </p:cNvPr>
          <p:cNvSpPr/>
          <p:nvPr/>
        </p:nvSpPr>
        <p:spPr>
          <a:xfrm>
            <a:off x="502920" y="5178179"/>
            <a:ext cx="6997106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06525D7-3B82-1148-C247-ECBAF1426635}"/>
              </a:ext>
            </a:extLst>
          </p:cNvPr>
          <p:cNvSpPr txBox="1"/>
          <p:nvPr/>
        </p:nvSpPr>
        <p:spPr>
          <a:xfrm>
            <a:off x="640080" y="5262664"/>
            <a:ext cx="66556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/>
              <a:t>Table 5-3 EAHCP Flow split management for Old and New channels</a:t>
            </a:r>
          </a:p>
        </p:txBody>
      </p:sp>
    </p:spTree>
    <p:extLst>
      <p:ext uri="{BB962C8B-B14F-4D97-AF65-F5344CB8AC3E}">
        <p14:creationId xmlns:p14="http://schemas.microsoft.com/office/powerpoint/2010/main" val="16430886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BC122-A12D-FBD3-1BE5-DE713F63D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441FBF7-E698-FC36-854B-0086614DC831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CDB838D-F607-B4C0-D2B9-3E90AAC52207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E10EA62D-421F-3075-2D09-29FBE5DE41F9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E6D6E544-9025-C302-220C-DCB332A386A8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3A4842A-0791-00EB-9B64-CD8A7AC1CF26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Flow Split</a:t>
            </a:r>
            <a:endParaRPr lang="en-US" sz="29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A56295D-02A1-E526-B8E9-79ECB60406C3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lang="en-US" sz="7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9839828D-8D5C-F480-E9E2-45300ABAAE59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7DA9A809-A510-7682-D756-F1760DC6ADB8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FLOW SPLIT</a:t>
            </a:r>
            <a:endParaRPr lang="en-US" sz="9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9DA4B83-F5F2-18D3-C5FF-4A57DD118649}"/>
              </a:ext>
            </a:extLst>
          </p:cNvPr>
          <p:cNvSpPr/>
          <p:nvPr/>
        </p:nvSpPr>
        <p:spPr>
          <a:xfrm>
            <a:off x="640080" y="1929384"/>
            <a:ext cx="2399157" cy="3730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en-US" sz="1300"/>
              <a:t>Priority will be given to achieving target flow rates in the Old Channel and, secondly, to flow rates in the New Channel. </a:t>
            </a:r>
          </a:p>
          <a:p>
            <a:endParaRPr lang="en-US" sz="1300"/>
          </a:p>
          <a:p>
            <a:r>
              <a:rPr lang="en-US" sz="1300"/>
              <a:t>City of New Braunfels staff will monitor streamflow conditions via USGS streamflow gages and operate the flow-control gates between Landa Lake and the Old Channel to achieve flow targets.</a:t>
            </a:r>
          </a:p>
          <a:p>
            <a:r>
              <a:rPr lang="en-US" sz="1300"/>
              <a:t> </a:t>
            </a:r>
          </a:p>
          <a:p>
            <a:r>
              <a:rPr lang="en-US" sz="1300"/>
              <a:t>Maintenance activities associated with the flow-control gates will be conducted as needed to ensure continued operability.</a:t>
            </a: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8528F6D0-00C9-D639-0973-0873A26FEC3A}"/>
              </a:ext>
            </a:extLst>
          </p:cNvPr>
          <p:cNvSpPr/>
          <p:nvPr/>
        </p:nvSpPr>
        <p:spPr>
          <a:xfrm>
            <a:off x="4892040" y="5797296"/>
            <a:ext cx="41605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F677025A-7BB2-3810-EB7F-1607DEB8941D}"/>
              </a:ext>
            </a:extLst>
          </p:cNvPr>
          <p:cNvSpPr/>
          <p:nvPr/>
        </p:nvSpPr>
        <p:spPr>
          <a:xfrm>
            <a:off x="5038344" y="5916168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950" b="1">
                <a:solidFill>
                  <a:srgbClr val="3B5B45"/>
                </a:solidFill>
              </a:rPr>
              <a:t>TAKEAWAY  ·  Explain what changed, why it matters for habitat, and what the program is doing about it.</a:t>
            </a:r>
            <a:endParaRPr lang="en-US" sz="95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BA7F138B-091D-4BE4-9839-0EAE97D9DF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5308" y="1060699"/>
            <a:ext cx="7900432" cy="4745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1282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A2C6A3-CE68-C5EF-FD29-190E9E349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F740EAD-8964-60E1-B24D-E4043F7A3EBE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96C9EA8-C6EF-E8A5-A227-44B5BEAC0298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237AE45-CB6C-4E6B-864B-F83867AE9F6E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2F929A2A-9F3E-166B-F490-C245F70D4137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A0C547A-19FC-6444-C3EB-C06051471CCE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Flow Split</a:t>
            </a:r>
            <a:endParaRPr lang="en-US" sz="29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B654D0E-F8AF-F051-1DC2-A6DFDC5B2AF4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lang="en-US" sz="7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ECBD885-0DCE-4B80-B4A5-C8E6CFF40511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F3D5B8CA-B5BB-512D-DE3F-019307D38587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FLOW SPLIT</a:t>
            </a:r>
            <a:endParaRPr lang="en-US" sz="9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E43F7342-11CC-0BC4-9FD1-5C9346B735EC}"/>
              </a:ext>
            </a:extLst>
          </p:cNvPr>
          <p:cNvSpPr/>
          <p:nvPr/>
        </p:nvSpPr>
        <p:spPr>
          <a:xfrm>
            <a:off x="640080" y="1929384"/>
            <a:ext cx="2399157" cy="3730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en-US" sz="1300"/>
              <a:t>Priority will be given to achieving target flow rates in the Old Channel and, secondly, to flow rates in the New Channel. </a:t>
            </a:r>
          </a:p>
          <a:p>
            <a:endParaRPr lang="en-US" sz="1300"/>
          </a:p>
          <a:p>
            <a:r>
              <a:rPr lang="en-US" sz="1300"/>
              <a:t>City of New Braunfels staff will monitor streamflow conditions via USGS streamflow gages and operate the flow-control gates between Landa Lake and the Old Channel to achieve flow targets.</a:t>
            </a:r>
          </a:p>
          <a:p>
            <a:r>
              <a:rPr lang="en-US" sz="1300"/>
              <a:t> </a:t>
            </a:r>
          </a:p>
          <a:p>
            <a:r>
              <a:rPr lang="en-US" sz="1300"/>
              <a:t>Maintenance activities associated with the flow-control gates will be conducted as needed to ensure continued operability.</a:t>
            </a: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7D270370-2D59-D305-57E3-EBFB1D043385}"/>
              </a:ext>
            </a:extLst>
          </p:cNvPr>
          <p:cNvSpPr/>
          <p:nvPr/>
        </p:nvSpPr>
        <p:spPr>
          <a:xfrm>
            <a:off x="4892040" y="5797296"/>
            <a:ext cx="41605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F24108C3-41A0-BEA7-39C1-E4FC808EB0A2}"/>
              </a:ext>
            </a:extLst>
          </p:cNvPr>
          <p:cNvSpPr/>
          <p:nvPr/>
        </p:nvSpPr>
        <p:spPr>
          <a:xfrm>
            <a:off x="5038344" y="5916168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950" b="1">
                <a:solidFill>
                  <a:srgbClr val="3B5B45"/>
                </a:solidFill>
              </a:rPr>
              <a:t>TAKEAWAY  ·  Explain what changed, why it matters for habitat, and what the program is doing about it.</a:t>
            </a:r>
            <a:endParaRPr lang="en-US" sz="95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918331F-DB79-0A74-6B07-7A5DCAB356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5308" y="1150966"/>
            <a:ext cx="7900432" cy="4745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84601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46FF5D-ABD4-0AEE-9935-7BF3A8254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288800E-8EA2-1208-C190-C49C2BC4215F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34556DE-932B-AE02-3090-0B2C718DD7A9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3EDB163-1D87-CD6D-63BF-9DB0120B1BB0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CE02BCE6-6432-2F74-8F9A-16F1E3F1FA2A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EBFAA73-5F29-E8D2-0778-662E839BF863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Flow Split</a:t>
            </a:r>
            <a:endParaRPr lang="en-US" sz="29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C614344-904E-C943-80AF-238894D1CA80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lang="en-US" sz="7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680302FF-A3EF-5CD6-09C3-512AACF64EEB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1CFC6406-D413-E71B-095D-FFD51C7E20F1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FLOW SPLIT</a:t>
            </a:r>
            <a:endParaRPr lang="en-US" sz="90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C2374C13-B236-9E0E-E2A9-38D8E7B7505B}"/>
              </a:ext>
            </a:extLst>
          </p:cNvPr>
          <p:cNvSpPr/>
          <p:nvPr/>
        </p:nvSpPr>
        <p:spPr>
          <a:xfrm>
            <a:off x="4892040" y="5797296"/>
            <a:ext cx="41605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62D58D00-80A7-C45F-F104-D7B8627E461A}"/>
              </a:ext>
            </a:extLst>
          </p:cNvPr>
          <p:cNvSpPr/>
          <p:nvPr/>
        </p:nvSpPr>
        <p:spPr>
          <a:xfrm>
            <a:off x="5038344" y="5916168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950" b="1">
                <a:solidFill>
                  <a:srgbClr val="3B5B45"/>
                </a:solidFill>
              </a:rPr>
              <a:t>TAKEAWAY  ·  Explain what changed, why it matters for habitat, and what the program is doing about it.</a:t>
            </a:r>
            <a:endParaRPr lang="en-US" sz="95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1E3562F2-7204-D21A-D53A-6EB23D60C1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0186" t="7851" r="20292" b="7851"/>
          <a:stretch>
            <a:fillRect/>
          </a:stretch>
        </p:blipFill>
        <p:spPr>
          <a:xfrm>
            <a:off x="4892039" y="1078991"/>
            <a:ext cx="6294769" cy="4663867"/>
          </a:xfrm>
          <a:prstGeom prst="rect">
            <a:avLst/>
          </a:prstGeom>
        </p:spPr>
      </p:pic>
      <p:sp>
        <p:nvSpPr>
          <p:cNvPr id="24" name="Text 9">
            <a:extLst>
              <a:ext uri="{FF2B5EF4-FFF2-40B4-BE49-F238E27FC236}">
                <a16:creationId xmlns:a16="http://schemas.microsoft.com/office/drawing/2014/main" id="{6710D9A2-96F8-DB9F-C59A-EBD7BFAD90C8}"/>
              </a:ext>
            </a:extLst>
          </p:cNvPr>
          <p:cNvSpPr/>
          <p:nvPr/>
        </p:nvSpPr>
        <p:spPr>
          <a:xfrm>
            <a:off x="640080" y="1929384"/>
            <a:ext cx="2399157" cy="3730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en-US" sz="1300"/>
              <a:t>Priority will be given to achieving target flow rates in the Old Channel and, secondly, to flow rates in the New Channel. </a:t>
            </a:r>
          </a:p>
          <a:p>
            <a:endParaRPr lang="en-US" sz="1300"/>
          </a:p>
          <a:p>
            <a:r>
              <a:rPr lang="en-US" sz="1300"/>
              <a:t>City of New Braunfels staff will monitor streamflow conditions via USGS streamflow gages and operate the flow-control gates between Landa Lake and the Old Channel to achieve flow targets.</a:t>
            </a:r>
          </a:p>
          <a:p>
            <a:r>
              <a:rPr lang="en-US" sz="1300"/>
              <a:t> </a:t>
            </a:r>
          </a:p>
          <a:p>
            <a:r>
              <a:rPr lang="en-US" sz="1300"/>
              <a:t>Maintenance activities associated with the flow-control gates will be conducted as needed to ensure continued operability.</a:t>
            </a:r>
          </a:p>
        </p:txBody>
      </p:sp>
    </p:spTree>
    <p:extLst>
      <p:ext uri="{BB962C8B-B14F-4D97-AF65-F5344CB8AC3E}">
        <p14:creationId xmlns:p14="http://schemas.microsoft.com/office/powerpoint/2010/main" val="19539927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2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575928-826F-BDFE-29BF-7BB61932E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5DAF4A1-927B-EE2A-72CA-DAD1B3F0FDB2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65C8F78-28CA-89E6-51B7-A294C420EC2B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4BFD93C0-1EF7-9518-DF2C-D4614AE96146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2B1E799-A126-B191-4CC9-D97AFC226CA3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659A864-A034-D2CE-0991-AB772D948999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Vegetation Management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1B6DE84-2E28-4482-0685-18EEC60A6114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LAKE CONTEXT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9796CAE-8C83-F5A3-8565-9FBE071C9534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24246172-F704-B695-3E30-BD2D17A0E611}"/>
              </a:ext>
            </a:extLst>
          </p:cNvPr>
          <p:cNvSpPr/>
          <p:nvPr/>
        </p:nvSpPr>
        <p:spPr>
          <a:xfrm>
            <a:off x="658368" y="1417320"/>
            <a:ext cx="6720840" cy="422452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0F781C56-2954-D4A8-0678-F51BF0176C02}"/>
              </a:ext>
            </a:extLst>
          </p:cNvPr>
          <p:cNvSpPr/>
          <p:nvPr/>
        </p:nvSpPr>
        <p:spPr>
          <a:xfrm>
            <a:off x="859536" y="1618488"/>
            <a:ext cx="6318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MAP / PHOTO / SITE FIGURE</a:t>
            </a:r>
            <a:endParaRPr kumimoji="0" lang="en-US" sz="9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2B6BE22C-A6F5-EB65-78F4-C45A29E42D75}"/>
              </a:ext>
            </a:extLst>
          </p:cNvPr>
          <p:cNvSpPr/>
          <p:nvPr/>
        </p:nvSpPr>
        <p:spPr>
          <a:xfrm>
            <a:off x="859536" y="1947672"/>
            <a:ext cx="6318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Replace with Landa Lake reach map, drone image, transect photo, or monitoring station map.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CDE43182-757D-439D-F22D-96A262B80E0A}"/>
              </a:ext>
            </a:extLst>
          </p:cNvPr>
          <p:cNvSpPr/>
          <p:nvPr/>
        </p:nvSpPr>
        <p:spPr>
          <a:xfrm>
            <a:off x="886968" y="5257800"/>
            <a:ext cx="626364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D89420F2-FF14-6F59-5DE6-D6DFF969156E}"/>
              </a:ext>
            </a:extLst>
          </p:cNvPr>
          <p:cNvSpPr/>
          <p:nvPr/>
        </p:nvSpPr>
        <p:spPr>
          <a:xfrm>
            <a:off x="7818120" y="1444752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SUBMERGED AQUATIC VEGETATION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DFE51941-3405-C94F-9813-7EA5C055016C}"/>
              </a:ext>
            </a:extLst>
          </p:cNvPr>
          <p:cNvSpPr/>
          <p:nvPr/>
        </p:nvSpPr>
        <p:spPr>
          <a:xfrm>
            <a:off x="7818120" y="1847088"/>
            <a:ext cx="256032" cy="256032"/>
          </a:xfrm>
          <a:prstGeom prst="rect">
            <a:avLst/>
          </a:prstGeom>
          <a:solidFill>
            <a:srgbClr val="1E6F73"/>
          </a:solidFill>
          <a:ln>
            <a:solidFill>
              <a:srgbClr val="1E6F73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1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459322FB-9037-6C7E-C3A6-A561493AA4C1}"/>
              </a:ext>
            </a:extLst>
          </p:cNvPr>
          <p:cNvSpPr/>
          <p:nvPr/>
        </p:nvSpPr>
        <p:spPr>
          <a:xfrm>
            <a:off x="8211312" y="1837944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>
              <a:defRPr/>
            </a:pPr>
            <a:r>
              <a:rPr lang="en-US" sz="1350" b="1" dirty="0">
                <a:solidFill>
                  <a:srgbClr val="123240"/>
                </a:solidFill>
              </a:rPr>
              <a:t>EAHCP § 5.2.2</a:t>
            </a:r>
            <a:endParaRPr lang="en-US" sz="1350" dirty="0">
              <a:solidFill>
                <a:prstClr val="black"/>
              </a:solidFill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6D606ADF-523E-C8F4-A2B7-4B08B3ADD3F2}"/>
              </a:ext>
            </a:extLst>
          </p:cNvPr>
          <p:cNvSpPr/>
          <p:nvPr/>
        </p:nvSpPr>
        <p:spPr>
          <a:xfrm>
            <a:off x="8211312" y="2130552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Native Aquatic Vegetation Restoration and Maintenance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83B35AC-9519-2B22-7AF1-D0155F828FC5}"/>
              </a:ext>
            </a:extLst>
          </p:cNvPr>
          <p:cNvSpPr/>
          <p:nvPr/>
        </p:nvSpPr>
        <p:spPr>
          <a:xfrm>
            <a:off x="7818120" y="2889504"/>
            <a:ext cx="256032" cy="256032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2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34E5646C-A0FA-B36D-C0FD-4EE74BCCAA50}"/>
              </a:ext>
            </a:extLst>
          </p:cNvPr>
          <p:cNvSpPr/>
          <p:nvPr/>
        </p:nvSpPr>
        <p:spPr>
          <a:xfrm>
            <a:off x="8211312" y="2880360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Provide Beneficial Habitat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7862159E-C68B-00CE-7488-52320D53DAC3}"/>
              </a:ext>
            </a:extLst>
          </p:cNvPr>
          <p:cNvSpPr/>
          <p:nvPr/>
        </p:nvSpPr>
        <p:spPr>
          <a:xfrm>
            <a:off x="8211312" y="3172968"/>
            <a:ext cx="3474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To minimize and mitigate the impacts of incidental take from low-flow events by providing better habitat conditions for the ecological community.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8D386F03-82C1-ED7F-AC92-03B319713204}"/>
              </a:ext>
            </a:extLst>
          </p:cNvPr>
          <p:cNvSpPr/>
          <p:nvPr/>
        </p:nvSpPr>
        <p:spPr>
          <a:xfrm>
            <a:off x="7818120" y="3931920"/>
            <a:ext cx="256032" cy="256032"/>
          </a:xfrm>
          <a:prstGeom prst="rect">
            <a:avLst/>
          </a:prstGeom>
          <a:solidFill>
            <a:srgbClr val="B86156"/>
          </a:solidFill>
          <a:ln>
            <a:solidFill>
              <a:srgbClr val="B86156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3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BB2A014C-0407-168A-7605-95333DCE0E8F}"/>
              </a:ext>
            </a:extLst>
          </p:cNvPr>
          <p:cNvSpPr/>
          <p:nvPr/>
        </p:nvSpPr>
        <p:spPr>
          <a:xfrm>
            <a:off x="8211312" y="3922776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Restoration Goals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0FA482F5-4F94-9225-DB87-0E7E2B0383D8}"/>
              </a:ext>
            </a:extLst>
          </p:cNvPr>
          <p:cNvSpPr/>
          <p:nvPr/>
        </p:nvSpPr>
        <p:spPr>
          <a:xfrm>
            <a:off x="8211312" y="4215384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Restoration activities occur in Long-term Biological Goal Reaches designated by the EAHCP as well as supportive Restoration Reaches which provide further habitat enhancement objectives.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7C1F64D8-AC50-3DD5-F508-2470083254B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7643" t="27753" r="22348" b="24051"/>
          <a:stretch>
            <a:fillRect/>
          </a:stretch>
        </p:blipFill>
        <p:spPr>
          <a:xfrm>
            <a:off x="658368" y="1392510"/>
            <a:ext cx="6720840" cy="4421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90046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EDE738-459E-FAA4-338A-DAA168A09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879BDCD-F8E5-A955-A82C-86CD5D88B013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05F9A43-D3A5-FEAF-49C0-A1B66ABF9479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190474BF-96B8-6B19-172C-F6403CC30502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1EC6282E-BC4A-5B59-DE4F-95FD67F1DED6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8001144-EDBC-0BFC-9264-689ACB6679AF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Vegetation Maintenance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69BF26AD-7AC9-BE69-FFC8-A39350C4BFC3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D11E5010-1508-5AA6-3796-0179AB0EB1CB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0C0BF1B-6F0C-7B9E-BA97-DB3A30C327DE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SUBMERGED AQUATIC VEGETATION</a:t>
            </a: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2771EC15-EEDD-5E96-6895-79180F0E20B0}"/>
              </a:ext>
            </a:extLst>
          </p:cNvPr>
          <p:cNvSpPr/>
          <p:nvPr/>
        </p:nvSpPr>
        <p:spPr>
          <a:xfrm>
            <a:off x="640080" y="2093975"/>
            <a:ext cx="2487549" cy="356616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Restoration activities have been moderated by Condition M of the permit with flows &lt; 130 </a:t>
            </a:r>
            <a:r>
              <a:rPr kumimoji="0" lang="en-US" sz="16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50" dirty="0">
              <a:solidFill>
                <a:srgbClr val="243036"/>
              </a:solidFill>
              <a:latin typeface="Apto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Currently, only </a:t>
            </a:r>
            <a:r>
              <a:rPr kumimoji="0" lang="en-US" sz="16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Ludwigia</a:t>
            </a:r>
            <a:r>
              <a:rPr lang="en-US" sz="1650" dirty="0">
                <a:solidFill>
                  <a:srgbClr val="243036"/>
                </a:solidFill>
                <a:latin typeface="Aptos"/>
              </a:rPr>
              <a:t> and </a:t>
            </a:r>
            <a:r>
              <a:rPr lang="en-US" sz="1650" dirty="0" err="1">
                <a:solidFill>
                  <a:srgbClr val="243036"/>
                </a:solidFill>
                <a:latin typeface="Aptos"/>
              </a:rPr>
              <a:t>Cabomba</a:t>
            </a:r>
            <a:r>
              <a:rPr lang="en-US" sz="1650" dirty="0">
                <a:solidFill>
                  <a:srgbClr val="243036"/>
                </a:solidFill>
                <a:latin typeface="Aptos"/>
              </a:rPr>
              <a:t> are propagated and planted.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50" dirty="0">
                <a:solidFill>
                  <a:srgbClr val="243036"/>
                </a:solidFill>
                <a:latin typeface="Aptos"/>
              </a:rPr>
              <a:t>~ 3500 plants were planted across six restoration plot areas (~ 750 m</a:t>
            </a:r>
            <a:r>
              <a:rPr lang="en-US" sz="1650" baseline="30000" dirty="0">
                <a:solidFill>
                  <a:srgbClr val="243036"/>
                </a:solidFill>
                <a:latin typeface="Aptos"/>
              </a:rPr>
              <a:t>2</a:t>
            </a:r>
            <a:r>
              <a:rPr lang="en-US" sz="1650" dirty="0">
                <a:solidFill>
                  <a:srgbClr val="243036"/>
                </a:solidFill>
                <a:latin typeface="Aptos"/>
              </a:rPr>
              <a:t>)</a:t>
            </a: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9E3ACEBA-4DAB-32F6-8AB4-67004F2A953C}"/>
              </a:ext>
            </a:extLst>
          </p:cNvPr>
          <p:cNvSpPr/>
          <p:nvPr/>
        </p:nvSpPr>
        <p:spPr>
          <a:xfrm>
            <a:off x="3895725" y="1417320"/>
            <a:ext cx="7900035" cy="4535424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D75A8E79-84A4-9E5C-B049-DE5C32F2388B}"/>
              </a:ext>
            </a:extLst>
          </p:cNvPr>
          <p:cNvSpPr/>
          <p:nvPr/>
        </p:nvSpPr>
        <p:spPr>
          <a:xfrm>
            <a:off x="7086600" y="6071616"/>
            <a:ext cx="4160520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4B97D37B-8DB4-63FB-73F6-5DCFB2066FF7}"/>
              </a:ext>
            </a:extLst>
          </p:cNvPr>
          <p:cNvSpPr/>
          <p:nvPr/>
        </p:nvSpPr>
        <p:spPr>
          <a:xfrm>
            <a:off x="7232904" y="6190488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>
                <a:ln>
                  <a:noFill/>
                </a:ln>
                <a:solidFill>
                  <a:srgbClr val="3B5B45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TAKEAWAY  ·  Explain what changed, why it matters for habitat, and what the program is doing about it.</a:t>
            </a:r>
            <a:endParaRPr kumimoji="0" lang="en-US" sz="9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F4BB2EF-8DD6-6372-E0F2-8C706964AC31}"/>
              </a:ext>
            </a:extLst>
          </p:cNvPr>
          <p:cNvSpPr txBox="1"/>
          <p:nvPr/>
        </p:nvSpPr>
        <p:spPr>
          <a:xfrm>
            <a:off x="5219700" y="2093975"/>
            <a:ext cx="4619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Perhaps a few pictures here, visual tour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F6D414B9-6F21-773F-193B-7DAAA5F7C4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5725" y="1261862"/>
            <a:ext cx="7900432" cy="4745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84404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212028-7430-BFDC-EEB9-A60B2695E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0E3F1FC-286D-502D-4530-E39B8137D0A0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649B20C-C3FF-9239-7042-67821DAD4B44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61C87A6-29B1-2DBB-10AF-5A6BC7BB4B85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5326EFAA-EEA7-5749-989A-C985ABAFEC8A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6FF71E4-8C3C-E0C0-B13B-CC19AF0164EA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Vegetation Maintenance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8CE4168E-CAB1-2EEB-47F3-0D5F34359B2F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1C5E2A2B-04B1-BB20-3001-4FE3FC6F0F77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CCC4F979-811F-3FD4-48E0-15791C236F96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SUBMERGED AQUATIC VEGETATION</a:t>
            </a: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CF17DFB2-52BC-8FFB-D8BE-979DDC29E2D7}"/>
              </a:ext>
            </a:extLst>
          </p:cNvPr>
          <p:cNvSpPr/>
          <p:nvPr/>
        </p:nvSpPr>
        <p:spPr>
          <a:xfrm>
            <a:off x="640080" y="2093975"/>
            <a:ext cx="2487549" cy="356616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Restoration activities have been moderated by Condition M of the permit with flows &lt; 130 </a:t>
            </a:r>
            <a:r>
              <a:rPr kumimoji="0" lang="en-US" sz="16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50" dirty="0">
              <a:solidFill>
                <a:srgbClr val="243036"/>
              </a:solidFill>
              <a:latin typeface="Apto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Currently, only </a:t>
            </a:r>
            <a:r>
              <a:rPr kumimoji="0" lang="en-US" sz="16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Ludwigia</a:t>
            </a:r>
            <a:r>
              <a:rPr lang="en-US" sz="1650" dirty="0">
                <a:solidFill>
                  <a:srgbClr val="243036"/>
                </a:solidFill>
                <a:latin typeface="Aptos"/>
              </a:rPr>
              <a:t> and </a:t>
            </a:r>
            <a:r>
              <a:rPr lang="en-US" sz="1650" dirty="0" err="1">
                <a:solidFill>
                  <a:srgbClr val="243036"/>
                </a:solidFill>
                <a:latin typeface="Aptos"/>
              </a:rPr>
              <a:t>Cabomba</a:t>
            </a:r>
            <a:r>
              <a:rPr lang="en-US" sz="1650" dirty="0">
                <a:solidFill>
                  <a:srgbClr val="243036"/>
                </a:solidFill>
                <a:latin typeface="Aptos"/>
              </a:rPr>
              <a:t> are propagated and planted.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50" dirty="0">
                <a:solidFill>
                  <a:srgbClr val="243036"/>
                </a:solidFill>
                <a:latin typeface="Aptos"/>
              </a:rPr>
              <a:t>~ 3500 plants were planted across six restoration plot areas (~ 750 m</a:t>
            </a:r>
            <a:r>
              <a:rPr lang="en-US" sz="1650" baseline="30000" dirty="0">
                <a:solidFill>
                  <a:srgbClr val="243036"/>
                </a:solidFill>
                <a:latin typeface="Aptos"/>
              </a:rPr>
              <a:t>2</a:t>
            </a:r>
            <a:r>
              <a:rPr lang="en-US" sz="1650" dirty="0">
                <a:solidFill>
                  <a:srgbClr val="243036"/>
                </a:solidFill>
                <a:latin typeface="Aptos"/>
              </a:rPr>
              <a:t>)</a:t>
            </a: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580AAF6C-84A0-8444-C520-5F73BC760BD2}"/>
              </a:ext>
            </a:extLst>
          </p:cNvPr>
          <p:cNvSpPr/>
          <p:nvPr/>
        </p:nvSpPr>
        <p:spPr>
          <a:xfrm>
            <a:off x="4646822" y="6071616"/>
            <a:ext cx="6208776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CF18A851-F9F2-8961-1DBC-C5C02F5569A7}"/>
              </a:ext>
            </a:extLst>
          </p:cNvPr>
          <p:cNvSpPr/>
          <p:nvPr/>
        </p:nvSpPr>
        <p:spPr>
          <a:xfrm>
            <a:off x="7232904" y="6190488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3B5B45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TAKEAWAY  ·  Explain what changed, why it matters for habitat, and what the program is doing about it.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7B8EE17-D6F1-E169-5A3A-58ED6DB22943}"/>
              </a:ext>
            </a:extLst>
          </p:cNvPr>
          <p:cNvSpPr txBox="1"/>
          <p:nvPr/>
        </p:nvSpPr>
        <p:spPr>
          <a:xfrm>
            <a:off x="5219700" y="2093975"/>
            <a:ext cx="4619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Perhaps a few pictures here, visual tour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19CF41A-315E-886C-9567-7CF55A96885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583" t="15409" r="26220" b="15671"/>
          <a:stretch>
            <a:fillRect/>
          </a:stretch>
        </p:blipFill>
        <p:spPr>
          <a:xfrm>
            <a:off x="4646822" y="1108366"/>
            <a:ext cx="6208776" cy="484895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699714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A9C211-0F50-6188-8E03-A50C0A184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6245667-BB64-B754-266E-36EFA1CA5C7B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B7329FFF-2C1B-C902-24F9-148B8AEED80E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5729CC2A-4FCA-4D29-4AA7-DC6DB8A7A76C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46AE2EA4-21ED-111C-06B3-4E276A981FB9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6AF6BBF-C3C3-A563-A971-E8B82ED7A0C6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Water Quality</a:t>
            </a:r>
            <a:endParaRPr lang="en-US" sz="29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9EB2A009-2327-6C6E-837B-664FC4B00CAE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lang="en-US" sz="7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25F6D2B5-55D4-7A99-C346-F78EB9027BAC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F85BE99F-740E-3928-4ABF-CABC9A280928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23240"/>
                </a:solidFill>
              </a:rPr>
              <a:t>TEMPERATURE</a:t>
            </a:r>
            <a:endParaRPr lang="en-US" sz="9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D5F10504-DA5B-4C0A-EFC4-B155FAC9B941}"/>
              </a:ext>
            </a:extLst>
          </p:cNvPr>
          <p:cNvSpPr/>
          <p:nvPr/>
        </p:nvSpPr>
        <p:spPr>
          <a:xfrm>
            <a:off x="640080" y="1929384"/>
            <a:ext cx="2399157" cy="3730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en-US" sz="1300" dirty="0"/>
              <a:t>Spring Run 3 and Spring Run 7 were unable to record data for 6 days in May of 2025 and 2 days in April of 2026 due to low/zero flows at the monitoring locations.</a:t>
            </a:r>
          </a:p>
          <a:p>
            <a:endParaRPr lang="en-US" sz="1300" dirty="0"/>
          </a:p>
          <a:p>
            <a:r>
              <a:rPr lang="en-US" sz="1300" dirty="0"/>
              <a:t>Temperatures in the Old Channel have largely remained under 25C at the RTWQ monitoring stations with the exception of a brief period in May 2025.</a:t>
            </a:r>
          </a:p>
          <a:p>
            <a:r>
              <a:rPr lang="en-US" sz="1300" dirty="0"/>
              <a:t> </a:t>
            </a: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7A7BB5A0-A361-F3BD-A0CF-A1BC90D0F7D7}"/>
              </a:ext>
            </a:extLst>
          </p:cNvPr>
          <p:cNvSpPr/>
          <p:nvPr/>
        </p:nvSpPr>
        <p:spPr>
          <a:xfrm>
            <a:off x="4357816" y="5797296"/>
            <a:ext cx="7026876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9FD44D4C-54F8-95EF-06B5-ECC2B7E73A49}"/>
              </a:ext>
            </a:extLst>
          </p:cNvPr>
          <p:cNvSpPr/>
          <p:nvPr/>
        </p:nvSpPr>
        <p:spPr>
          <a:xfrm>
            <a:off x="4530811" y="5957358"/>
            <a:ext cx="6672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3B5B45"/>
                </a:solidFill>
              </a:rPr>
              <a:t>Temperature data from real-time water quality stations operating in the Comal system.  Data from 2026 are unapproved and potentially contain incorrect values.</a:t>
            </a:r>
            <a:endParaRPr lang="en-US" sz="95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4BB218D-1E99-2D7D-A7F3-671FC76AFC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5288" y="1138418"/>
            <a:ext cx="7900432" cy="4745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41148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2B6D21-0392-12CD-D67F-FDE641B71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EACCA21-2F44-073E-4F01-A890A74E402A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A352B59-FCBD-1968-808F-C215C50FDCD1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55D738A2-4776-9209-F832-439CAC36B3B5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EA362355-8519-57E5-208A-DD96E067819F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631BA67-5BDA-D960-7D86-0BAF6E985F75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 Water Quality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6F30BDE9-80F9-B2E9-03C5-7F474AF807D2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829B5D1C-8BCD-0C3D-F1C2-295E3473576C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5980D932-12E5-F5BE-12A9-372BE6592716}"/>
              </a:ext>
            </a:extLst>
          </p:cNvPr>
          <p:cNvSpPr/>
          <p:nvPr/>
        </p:nvSpPr>
        <p:spPr>
          <a:xfrm>
            <a:off x="658368" y="14630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TEMPERATURE</a:t>
            </a: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7553506-3310-A576-1B74-42ADCA2E4796}"/>
              </a:ext>
            </a:extLst>
          </p:cNvPr>
          <p:cNvSpPr/>
          <p:nvPr/>
        </p:nvSpPr>
        <p:spPr>
          <a:xfrm>
            <a:off x="640080" y="2093975"/>
            <a:ext cx="2487549" cy="356616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Restoration activities have been moderated by Condition M of the permit with flows &lt; 130 </a:t>
            </a:r>
            <a:r>
              <a:rPr kumimoji="0" lang="en-US" sz="16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cfs</a:t>
            </a: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50" dirty="0">
              <a:solidFill>
                <a:srgbClr val="243036"/>
              </a:solidFill>
              <a:latin typeface="Apto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Currently, only </a:t>
            </a:r>
            <a:r>
              <a:rPr kumimoji="0" lang="en-US" sz="16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Ludwigia</a:t>
            </a:r>
            <a:r>
              <a:rPr lang="en-US" sz="1650" dirty="0">
                <a:solidFill>
                  <a:srgbClr val="243036"/>
                </a:solidFill>
                <a:latin typeface="Aptos"/>
              </a:rPr>
              <a:t> and </a:t>
            </a:r>
            <a:r>
              <a:rPr lang="en-US" sz="1650" dirty="0" err="1">
                <a:solidFill>
                  <a:srgbClr val="243036"/>
                </a:solidFill>
                <a:latin typeface="Aptos"/>
              </a:rPr>
              <a:t>Cabomba</a:t>
            </a:r>
            <a:r>
              <a:rPr lang="en-US" sz="1650" dirty="0">
                <a:solidFill>
                  <a:srgbClr val="243036"/>
                </a:solidFill>
                <a:latin typeface="Aptos"/>
              </a:rPr>
              <a:t> are propagated and planted.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50" dirty="0">
                <a:solidFill>
                  <a:srgbClr val="243036"/>
                </a:solidFill>
                <a:latin typeface="Aptos"/>
              </a:rPr>
              <a:t>~ 3500 plants were planted across six restoration plot areas (~ 750 m</a:t>
            </a:r>
            <a:r>
              <a:rPr lang="en-US" sz="1650" baseline="30000" dirty="0">
                <a:solidFill>
                  <a:srgbClr val="243036"/>
                </a:solidFill>
                <a:latin typeface="Aptos"/>
              </a:rPr>
              <a:t>2</a:t>
            </a:r>
            <a:r>
              <a:rPr lang="en-US" sz="1650" dirty="0">
                <a:solidFill>
                  <a:srgbClr val="243036"/>
                </a:solidFill>
                <a:latin typeface="Aptos"/>
              </a:rPr>
              <a:t>)</a:t>
            </a: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0271F9D8-8E19-25D6-8F94-2F6D51A1922A}"/>
              </a:ext>
            </a:extLst>
          </p:cNvPr>
          <p:cNvSpPr/>
          <p:nvPr/>
        </p:nvSpPr>
        <p:spPr>
          <a:xfrm>
            <a:off x="4646822" y="6071616"/>
            <a:ext cx="6208776" cy="438912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217E0848-E79C-9893-A16C-5EF6DC1B0D43}"/>
              </a:ext>
            </a:extLst>
          </p:cNvPr>
          <p:cNvSpPr/>
          <p:nvPr/>
        </p:nvSpPr>
        <p:spPr>
          <a:xfrm>
            <a:off x="7232904" y="6190488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3B5B45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TAKEAWAY  ·  Explain what changed, why it matters for habitat, and what the program is doing about it.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505F95F-42F8-1150-7236-AF007830B3E4}"/>
              </a:ext>
            </a:extLst>
          </p:cNvPr>
          <p:cNvSpPr txBox="1"/>
          <p:nvPr/>
        </p:nvSpPr>
        <p:spPr>
          <a:xfrm>
            <a:off x="5219700" y="2093975"/>
            <a:ext cx="4619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Distributed water quality monitoring</a:t>
            </a:r>
          </a:p>
        </p:txBody>
      </p:sp>
    </p:spTree>
    <p:extLst>
      <p:ext uri="{BB962C8B-B14F-4D97-AF65-F5344CB8AC3E}">
        <p14:creationId xmlns:p14="http://schemas.microsoft.com/office/powerpoint/2010/main" val="30904018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2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060D4E-7E4A-FB3A-9B6D-D710D5430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101F904-EA8D-6500-966B-F68FAF1A9A09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62EDDE0-EACD-332D-D5B9-8C70CF32A750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2B1EE23-D288-5BA7-4198-6A24A3DBD41D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ED9D01E6-D357-AB5F-C32D-49CFC1CE4F65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C6BCB62-FDAF-627C-E02F-E91C5EFB20F1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Conclusions Slide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11983AE-3533-9C2D-DD70-32349B4C208C}"/>
              </a:ext>
            </a:extLst>
          </p:cNvPr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0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Use this layout for a map/photo paired with a compact site-specific interpretation.</a:t>
            </a:r>
            <a:endParaRPr kumimoji="0" lang="en-US" sz="14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1B447771-44FC-0046-261F-C96F73378769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LAKE CONTEXT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32A3E88-75EE-21A2-F079-F1B6F92F0311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7CCE1BEE-403F-AFE8-47B7-6D4F17022679}"/>
              </a:ext>
            </a:extLst>
          </p:cNvPr>
          <p:cNvSpPr/>
          <p:nvPr/>
        </p:nvSpPr>
        <p:spPr>
          <a:xfrm>
            <a:off x="658368" y="1417320"/>
            <a:ext cx="6720840" cy="422452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DDB454EC-BD40-98CA-293F-24A066080561}"/>
              </a:ext>
            </a:extLst>
          </p:cNvPr>
          <p:cNvSpPr/>
          <p:nvPr/>
        </p:nvSpPr>
        <p:spPr>
          <a:xfrm>
            <a:off x="859536" y="1618488"/>
            <a:ext cx="6318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MAP / PHOTO / SITE FIGURE</a:t>
            </a:r>
            <a:endParaRPr kumimoji="0" lang="en-US" sz="9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F92A06E4-DD41-96F4-F118-3A4B5593FDF1}"/>
              </a:ext>
            </a:extLst>
          </p:cNvPr>
          <p:cNvSpPr/>
          <p:nvPr/>
        </p:nvSpPr>
        <p:spPr>
          <a:xfrm>
            <a:off x="859536" y="1947672"/>
            <a:ext cx="6318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Replace with Landa Lake reach map, drone image, transect photo, or monitoring station map.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253B87BD-89CD-F92C-466C-1A135F4209B6}"/>
              </a:ext>
            </a:extLst>
          </p:cNvPr>
          <p:cNvSpPr/>
          <p:nvPr/>
        </p:nvSpPr>
        <p:spPr>
          <a:xfrm>
            <a:off x="886968" y="5257800"/>
            <a:ext cx="626364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AD0D1A8F-B683-B482-EDBF-25D0DDFA7AC5}"/>
              </a:ext>
            </a:extLst>
          </p:cNvPr>
          <p:cNvSpPr/>
          <p:nvPr/>
        </p:nvSpPr>
        <p:spPr>
          <a:xfrm>
            <a:off x="7818120" y="1444752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WHAT THE FIGURE SHOWS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B751A0DC-0755-2893-A284-6632892F9402}"/>
              </a:ext>
            </a:extLst>
          </p:cNvPr>
          <p:cNvSpPr/>
          <p:nvPr/>
        </p:nvSpPr>
        <p:spPr>
          <a:xfrm>
            <a:off x="7818120" y="1847088"/>
            <a:ext cx="256032" cy="256032"/>
          </a:xfrm>
          <a:prstGeom prst="rect">
            <a:avLst/>
          </a:prstGeom>
          <a:solidFill>
            <a:srgbClr val="1E6F73"/>
          </a:solidFill>
          <a:ln>
            <a:solidFill>
              <a:srgbClr val="1E6F73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1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6961D661-F654-5651-3F8B-D21016AA41DE}"/>
              </a:ext>
            </a:extLst>
          </p:cNvPr>
          <p:cNvSpPr/>
          <p:nvPr/>
        </p:nvSpPr>
        <p:spPr>
          <a:xfrm>
            <a:off x="8211312" y="1837944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Habitat setting</a:t>
            </a: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88CC86C7-BD86-821A-E557-724B7D205F4E}"/>
              </a:ext>
            </a:extLst>
          </p:cNvPr>
          <p:cNvSpPr/>
          <p:nvPr/>
        </p:nvSpPr>
        <p:spPr>
          <a:xfrm>
            <a:off x="8211312" y="2130552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Location-specific finding: reach, shoreline condition, vegetation patch, or flow path.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85906EAB-CE35-7002-91D1-E39088C87000}"/>
              </a:ext>
            </a:extLst>
          </p:cNvPr>
          <p:cNvSpPr/>
          <p:nvPr/>
        </p:nvSpPr>
        <p:spPr>
          <a:xfrm>
            <a:off x="7818120" y="2889504"/>
            <a:ext cx="256032" cy="256032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2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2F24D575-BF42-1888-D986-5A67C115DBDC}"/>
              </a:ext>
            </a:extLst>
          </p:cNvPr>
          <p:cNvSpPr/>
          <p:nvPr/>
        </p:nvSpPr>
        <p:spPr>
          <a:xfrm>
            <a:off x="8211312" y="2880360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Interpretation context</a:t>
            </a: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0806878D-7D46-D977-4B57-E1CE39546581}"/>
              </a:ext>
            </a:extLst>
          </p:cNvPr>
          <p:cNvSpPr/>
          <p:nvPr/>
        </p:nvSpPr>
        <p:spPr>
          <a:xfrm>
            <a:off x="8211312" y="3172968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Why season, springflow, clarity, or survey design matters for this result.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34F4BA6C-816A-4F7C-4837-6B4CF92A1BD7}"/>
              </a:ext>
            </a:extLst>
          </p:cNvPr>
          <p:cNvSpPr/>
          <p:nvPr/>
        </p:nvSpPr>
        <p:spPr>
          <a:xfrm>
            <a:off x="7818120" y="3931920"/>
            <a:ext cx="256032" cy="256032"/>
          </a:xfrm>
          <a:prstGeom prst="rect">
            <a:avLst/>
          </a:prstGeom>
          <a:solidFill>
            <a:srgbClr val="B86156"/>
          </a:solidFill>
          <a:ln>
            <a:solidFill>
              <a:srgbClr val="B86156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3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52E4A1BF-4C7F-5E59-F9D6-8803A51321C8}"/>
              </a:ext>
            </a:extLst>
          </p:cNvPr>
          <p:cNvSpPr/>
          <p:nvPr/>
        </p:nvSpPr>
        <p:spPr>
          <a:xfrm>
            <a:off x="8211312" y="3922776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Point requiring attention</a:t>
            </a: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DD3643C3-695D-2DD6-B2ED-8823F7123D9E}"/>
              </a:ext>
            </a:extLst>
          </p:cNvPr>
          <p:cNvSpPr/>
          <p:nvPr/>
        </p:nvSpPr>
        <p:spPr>
          <a:xfrm>
            <a:off x="8211312" y="4215384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Use coral only for a stressor, threshold, management issue, or discussion item.</a:t>
            </a:r>
            <a:endParaRPr kumimoji="0" 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89752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2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AEEE40-92D6-C972-8116-2AB65454F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3B60FA11-3769-120E-D373-6457E741D1E5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19D35EC-A304-6CFC-6494-ACA15E34ACE4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925FFF4D-684D-DD19-04B9-234CBF0D0B93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0681F45-389A-1C88-537D-73A609998762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Lake/ Comal Data Presented 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0CA9996C-90EA-6666-115D-F11361B5B0D7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LAKE CONTEXT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EF977C67-E773-92EF-507B-F8CCDB1EB886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F30D97F6-2ED0-93FA-4910-A1E9149FF25A}"/>
              </a:ext>
            </a:extLst>
          </p:cNvPr>
          <p:cNvSpPr/>
          <p:nvPr/>
        </p:nvSpPr>
        <p:spPr>
          <a:xfrm>
            <a:off x="886968" y="5998463"/>
            <a:ext cx="626364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Text 13">
            <a:extLst>
              <a:ext uri="{FF2B5EF4-FFF2-40B4-BE49-F238E27FC236}">
                <a16:creationId xmlns:a16="http://schemas.microsoft.com/office/drawing/2014/main" id="{82081825-98AA-358E-C73E-4EF5AABF1CE3}"/>
              </a:ext>
            </a:extLst>
          </p:cNvPr>
          <p:cNvSpPr/>
          <p:nvPr/>
        </p:nvSpPr>
        <p:spPr>
          <a:xfrm>
            <a:off x="640080" y="1133857"/>
            <a:ext cx="256032" cy="256032"/>
          </a:xfrm>
          <a:prstGeom prst="rect">
            <a:avLst/>
          </a:prstGeom>
          <a:solidFill>
            <a:srgbClr val="1E6F73"/>
          </a:solidFill>
          <a:ln>
            <a:solidFill>
              <a:srgbClr val="1E6F73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1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7" name="Text 14">
            <a:extLst>
              <a:ext uri="{FF2B5EF4-FFF2-40B4-BE49-F238E27FC236}">
                <a16:creationId xmlns:a16="http://schemas.microsoft.com/office/drawing/2014/main" id="{2FDFA9DC-DA79-0D76-1C01-F4557DD2E8D0}"/>
              </a:ext>
            </a:extLst>
          </p:cNvPr>
          <p:cNvSpPr/>
          <p:nvPr/>
        </p:nvSpPr>
        <p:spPr>
          <a:xfrm>
            <a:off x="1033272" y="1124713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>
              <a:defRPr/>
            </a:pPr>
            <a:r>
              <a:rPr lang="en-US" sz="1350" b="1" dirty="0">
                <a:solidFill>
                  <a:srgbClr val="123240"/>
                </a:solidFill>
              </a:rPr>
              <a:t>Hydrologic</a:t>
            </a:r>
            <a:endParaRPr lang="en-US" sz="1350" dirty="0">
              <a:solidFill>
                <a:prstClr val="black"/>
              </a:solidFill>
            </a:endParaRPr>
          </a:p>
        </p:txBody>
      </p:sp>
      <p:sp>
        <p:nvSpPr>
          <p:cNvPr id="29" name="Text 15">
            <a:extLst>
              <a:ext uri="{FF2B5EF4-FFF2-40B4-BE49-F238E27FC236}">
                <a16:creationId xmlns:a16="http://schemas.microsoft.com/office/drawing/2014/main" id="{A8B4C846-5340-DD71-3317-D0BDF2968340}"/>
              </a:ext>
            </a:extLst>
          </p:cNvPr>
          <p:cNvSpPr/>
          <p:nvPr/>
        </p:nvSpPr>
        <p:spPr>
          <a:xfrm>
            <a:off x="1033272" y="1417320"/>
            <a:ext cx="5359290" cy="15041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Springflow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and River </a:t>
            </a:r>
            <a:r>
              <a:rPr kumimoji="0" lang="en-US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Dischage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 Comal </a:t>
            </a:r>
            <a:r>
              <a:rPr kumimoji="0" lang="en-US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Spgs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at New Braunfels, TX – USGS-08168710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50" dirty="0">
                <a:solidFill>
                  <a:srgbClr val="243036"/>
                </a:solidFill>
                <a:latin typeface="Aptos"/>
              </a:rPr>
              <a:t>    Comal </a:t>
            </a:r>
            <a:r>
              <a:rPr lang="en-US" sz="1050" dirty="0" err="1">
                <a:solidFill>
                  <a:srgbClr val="243036"/>
                </a:solidFill>
                <a:latin typeface="Aptos"/>
              </a:rPr>
              <a:t>Rv</a:t>
            </a:r>
            <a:r>
              <a:rPr lang="en-US" sz="1050" dirty="0">
                <a:solidFill>
                  <a:srgbClr val="243036"/>
                </a:solidFill>
                <a:latin typeface="Aptos"/>
              </a:rPr>
              <a:t> at New Braunfels, TX – USGS-08169000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50" dirty="0">
                <a:solidFill>
                  <a:srgbClr val="243036"/>
                </a:solidFill>
                <a:latin typeface="Aptos"/>
              </a:rPr>
              <a:t>    Comal </a:t>
            </a:r>
            <a:r>
              <a:rPr lang="en-US" sz="1050" dirty="0" err="1">
                <a:solidFill>
                  <a:srgbClr val="243036"/>
                </a:solidFill>
                <a:latin typeface="Aptos"/>
              </a:rPr>
              <a:t>Rv</a:t>
            </a:r>
            <a:r>
              <a:rPr lang="en-US" sz="1050" dirty="0">
                <a:solidFill>
                  <a:srgbClr val="243036"/>
                </a:solidFill>
                <a:latin typeface="Aptos"/>
              </a:rPr>
              <a:t> (nc) nr Landa Lk, New Braunfels, TX – USGS-08168932</a:t>
            </a:r>
          </a:p>
          <a:p>
            <a:pPr lvl="0"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   Comal </a:t>
            </a:r>
            <a:r>
              <a:rPr kumimoji="0" lang="en-US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Rv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(</a:t>
            </a:r>
            <a:r>
              <a:rPr kumimoji="0" lang="en-US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oc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) nr Landa Lk</a:t>
            </a:r>
            <a:r>
              <a:rPr lang="en-US" sz="1050" dirty="0">
                <a:solidFill>
                  <a:srgbClr val="243036"/>
                </a:solidFill>
              </a:rPr>
              <a:t>, New Braunfels, TX – USGS-08168913</a:t>
            </a:r>
          </a:p>
          <a:p>
            <a:pPr lvl="0">
              <a:defRPr/>
            </a:pP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srgbClr val="243036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lvl="0">
              <a:defRPr/>
            </a:pPr>
            <a:r>
              <a:rPr lang="en-US" sz="1050" dirty="0">
                <a:solidFill>
                  <a:srgbClr val="243036"/>
                </a:solidFill>
                <a:latin typeface="Aptos"/>
              </a:rPr>
              <a:t>Groundwater Height at LCRA Well - </a:t>
            </a:r>
            <a:r>
              <a:rPr lang="en-US" sz="1050" dirty="0">
                <a:solidFill>
                  <a:srgbClr val="243036"/>
                </a:solidFill>
                <a:latin typeface="Aptos"/>
                <a:hlinkClick r:id="rId3"/>
              </a:rPr>
              <a:t>https://data.edwardsaquifer.org/GroundWater</a:t>
            </a:r>
            <a:endParaRPr lang="en-US" sz="1050" dirty="0">
              <a:solidFill>
                <a:srgbClr val="243036"/>
              </a:solidFill>
              <a:latin typeface="Aptos"/>
            </a:endParaRPr>
          </a:p>
          <a:p>
            <a:pPr lvl="0">
              <a:defRPr/>
            </a:pP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lvl="0"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Landa Lake Spring Run and Flow split discharge - </a:t>
            </a:r>
          </a:p>
        </p:txBody>
      </p:sp>
      <p:sp>
        <p:nvSpPr>
          <p:cNvPr id="31" name="Text 16">
            <a:extLst>
              <a:ext uri="{FF2B5EF4-FFF2-40B4-BE49-F238E27FC236}">
                <a16:creationId xmlns:a16="http://schemas.microsoft.com/office/drawing/2014/main" id="{7F1B1082-7269-96A6-C9F5-36CC260E1BB2}"/>
              </a:ext>
            </a:extLst>
          </p:cNvPr>
          <p:cNvSpPr/>
          <p:nvPr/>
        </p:nvSpPr>
        <p:spPr>
          <a:xfrm>
            <a:off x="640080" y="3138326"/>
            <a:ext cx="256032" cy="256032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2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3" name="Text 17">
            <a:extLst>
              <a:ext uri="{FF2B5EF4-FFF2-40B4-BE49-F238E27FC236}">
                <a16:creationId xmlns:a16="http://schemas.microsoft.com/office/drawing/2014/main" id="{EDC154FC-24BD-5F78-C0A9-BF8B650BF369}"/>
              </a:ext>
            </a:extLst>
          </p:cNvPr>
          <p:cNvSpPr/>
          <p:nvPr/>
        </p:nvSpPr>
        <p:spPr>
          <a:xfrm>
            <a:off x="1033272" y="312918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Water Quality and Habitat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5" name="Text 18">
            <a:extLst>
              <a:ext uri="{FF2B5EF4-FFF2-40B4-BE49-F238E27FC236}">
                <a16:creationId xmlns:a16="http://schemas.microsoft.com/office/drawing/2014/main" id="{A51270C4-86BA-1CEA-B36F-00496C216742}"/>
              </a:ext>
            </a:extLst>
          </p:cNvPr>
          <p:cNvSpPr/>
          <p:nvPr/>
        </p:nvSpPr>
        <p:spPr>
          <a:xfrm>
            <a:off x="1033272" y="3421790"/>
            <a:ext cx="3474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50" dirty="0">
                <a:solidFill>
                  <a:srgbClr val="243036"/>
                </a:solidFill>
                <a:latin typeface="Aptos"/>
              </a:rPr>
              <a:t>Spring Run 3, 7, and OC RTWQ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50" dirty="0">
                <a:solidFill>
                  <a:srgbClr val="243036"/>
                </a:solidFill>
                <a:latin typeface="Aptos"/>
              </a:rPr>
              <a:t>Land Lake Thermistors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50" dirty="0">
                <a:solidFill>
                  <a:srgbClr val="243036"/>
                </a:solidFill>
                <a:latin typeface="Aptos"/>
              </a:rPr>
              <a:t>Landa Lake SAV maps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7" name="Text 19">
            <a:extLst>
              <a:ext uri="{FF2B5EF4-FFF2-40B4-BE49-F238E27FC236}">
                <a16:creationId xmlns:a16="http://schemas.microsoft.com/office/drawing/2014/main" id="{A7C5DE3D-485C-D755-42FD-C92CFF0CD379}"/>
              </a:ext>
            </a:extLst>
          </p:cNvPr>
          <p:cNvSpPr/>
          <p:nvPr/>
        </p:nvSpPr>
        <p:spPr>
          <a:xfrm>
            <a:off x="640080" y="4184347"/>
            <a:ext cx="256032" cy="256032"/>
          </a:xfrm>
          <a:prstGeom prst="rect">
            <a:avLst/>
          </a:prstGeom>
          <a:solidFill>
            <a:srgbClr val="B86156"/>
          </a:solidFill>
          <a:ln>
            <a:solidFill>
              <a:srgbClr val="B86156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3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9" name="Text 20">
            <a:extLst>
              <a:ext uri="{FF2B5EF4-FFF2-40B4-BE49-F238E27FC236}">
                <a16:creationId xmlns:a16="http://schemas.microsoft.com/office/drawing/2014/main" id="{6AADF01C-4338-AAE1-25FA-32E52386A9FA}"/>
              </a:ext>
            </a:extLst>
          </p:cNvPr>
          <p:cNvSpPr/>
          <p:nvPr/>
        </p:nvSpPr>
        <p:spPr>
          <a:xfrm>
            <a:off x="1033272" y="4184347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 err="1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Github</a:t>
            </a: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Repo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1" name="Text 21">
            <a:extLst>
              <a:ext uri="{FF2B5EF4-FFF2-40B4-BE49-F238E27FC236}">
                <a16:creationId xmlns:a16="http://schemas.microsoft.com/office/drawing/2014/main" id="{ACBDBBE8-15B5-ED64-F38F-B8398D705BDC}"/>
              </a:ext>
            </a:extLst>
          </p:cNvPr>
          <p:cNvSpPr/>
          <p:nvPr/>
        </p:nvSpPr>
        <p:spPr>
          <a:xfrm>
            <a:off x="1033272" y="4476955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Data and scripts available at: 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845247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2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FC6EC0-3C13-BCA4-08B4-D10791DF1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997D743-CD7E-1E59-F855-377BE0FE46D0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4D0E8DA-CCE0-1E15-438C-190AD9B2AA7A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36D200E-FF48-5950-DF30-F3AD20AB6F4F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907D183C-7858-9D5D-55FC-74454A35C9F5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75A3430-D54A-EE08-978E-E3E26EED2A3B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Got to have something about the species</a:t>
            </a:r>
            <a:endParaRPr kumimoji="0" lang="en-US" sz="2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D59C4FB-31A7-885F-719B-14FB244F21B6}"/>
              </a:ext>
            </a:extLst>
          </p:cNvPr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0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A simple pathway clarifies triggers, responsibilities, and intended habitat outcomes.</a:t>
            </a:r>
            <a:endParaRPr kumimoji="0" lang="en-US" sz="14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4CB02FD-A93C-5BC7-A4ED-73F6827C15DD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IMPLEMENTATION PATHWAY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5A5BD48-C08C-0016-45B0-E2985AD4E836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>
                <a:ln>
                  <a:noFill/>
                </a:ln>
                <a:solidFill>
                  <a:srgbClr val="65737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kumimoji="0" lang="en-US" sz="7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BF905DCD-AE6A-A119-B731-32D44D85727F}"/>
              </a:ext>
            </a:extLst>
          </p:cNvPr>
          <p:cNvSpPr/>
          <p:nvPr/>
        </p:nvSpPr>
        <p:spPr>
          <a:xfrm>
            <a:off x="749808" y="1627632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>
                <a:ln>
                  <a:noFill/>
                </a:ln>
                <a:solidFill>
                  <a:srgbClr val="1E6F73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OBSERVE</a:t>
            </a:r>
            <a:endParaRPr kumimoji="0" lang="en-US" sz="8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7009B7CD-AA4E-55F4-87A3-1FDA5417B342}"/>
              </a:ext>
            </a:extLst>
          </p:cNvPr>
          <p:cNvSpPr/>
          <p:nvPr/>
        </p:nvSpPr>
        <p:spPr>
          <a:xfrm>
            <a:off x="749808" y="2011680"/>
            <a:ext cx="512064" cy="512064"/>
          </a:xfrm>
          <a:prstGeom prst="rect">
            <a:avLst/>
          </a:prstGeom>
          <a:solidFill>
            <a:srgbClr val="1E6F73"/>
          </a:solidFill>
          <a:ln>
            <a:solidFill>
              <a:srgbClr val="1E6F73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01</a:t>
            </a: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A2ED5D9C-0E9E-F273-74BE-3C044EE8811D}"/>
              </a:ext>
            </a:extLst>
          </p:cNvPr>
          <p:cNvSpPr/>
          <p:nvPr/>
        </p:nvSpPr>
        <p:spPr>
          <a:xfrm>
            <a:off x="749808" y="2761488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Vegetation + habitat signal</a:t>
            </a:r>
            <a:endParaRPr kumimoji="0" lang="en-US" sz="14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8FD3AEC1-EE80-8EED-8888-3C76BD7B3D15}"/>
              </a:ext>
            </a:extLst>
          </p:cNvPr>
          <p:cNvSpPr/>
          <p:nvPr/>
        </p:nvSpPr>
        <p:spPr>
          <a:xfrm>
            <a:off x="749808" y="3218688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Mapped vegetation, photo points, field notes, water clarity, springflow context.</a:t>
            </a:r>
            <a:endParaRPr kumimoji="0" lang="en-US" sz="11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333CADF2-4185-7DF2-0A47-46A8E5CC42CC}"/>
              </a:ext>
            </a:extLst>
          </p:cNvPr>
          <p:cNvSpPr/>
          <p:nvPr/>
        </p:nvSpPr>
        <p:spPr>
          <a:xfrm>
            <a:off x="2999232" y="2267712"/>
            <a:ext cx="384048" cy="0"/>
          </a:xfrm>
          <a:prstGeom prst="line">
            <a:avLst/>
          </a:prstGeom>
          <a:noFill/>
          <a:ln w="16510">
            <a:solidFill>
              <a:srgbClr val="A99B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EF1DBBD3-982B-B34E-32AF-D6B12F6DA839}"/>
              </a:ext>
            </a:extLst>
          </p:cNvPr>
          <p:cNvSpPr/>
          <p:nvPr/>
        </p:nvSpPr>
        <p:spPr>
          <a:xfrm>
            <a:off x="3538728" y="1627632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>
                <a:ln>
                  <a:noFill/>
                </a:ln>
                <a:solidFill>
                  <a:srgbClr val="6CB7A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INTERPRET</a:t>
            </a:r>
            <a:endParaRPr kumimoji="0" lang="en-US" sz="8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30DF9304-F184-C817-FBF1-20A09D4C0F9C}"/>
              </a:ext>
            </a:extLst>
          </p:cNvPr>
          <p:cNvSpPr/>
          <p:nvPr/>
        </p:nvSpPr>
        <p:spPr>
          <a:xfrm>
            <a:off x="3538728" y="2011680"/>
            <a:ext cx="512064" cy="512064"/>
          </a:xfrm>
          <a:prstGeom prst="rect">
            <a:avLst/>
          </a:prstGeom>
          <a:solidFill>
            <a:srgbClr val="6CB7AF"/>
          </a:solidFill>
          <a:ln>
            <a:solidFill>
              <a:srgbClr val="6CB7A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02</a:t>
            </a: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1A010417-2582-5032-325F-4B9D1059BDC9}"/>
              </a:ext>
            </a:extLst>
          </p:cNvPr>
          <p:cNvSpPr/>
          <p:nvPr/>
        </p:nvSpPr>
        <p:spPr>
          <a:xfrm>
            <a:off x="3538728" y="2761488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Ecological meaning</a:t>
            </a:r>
            <a:endParaRPr kumimoji="0" lang="en-US" sz="14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C1F0E477-308A-EF91-7CD0-EA823D21BC7C}"/>
              </a:ext>
            </a:extLst>
          </p:cNvPr>
          <p:cNvSpPr/>
          <p:nvPr/>
        </p:nvSpPr>
        <p:spPr>
          <a:xfrm>
            <a:off x="3538728" y="3218688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Separate normal seasonal movement from persistent habitat change.</a:t>
            </a:r>
            <a:endParaRPr kumimoji="0" lang="en-US" sz="11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D30F468C-E7D1-9717-1A3F-02982B38E514}"/>
              </a:ext>
            </a:extLst>
          </p:cNvPr>
          <p:cNvSpPr/>
          <p:nvPr/>
        </p:nvSpPr>
        <p:spPr>
          <a:xfrm>
            <a:off x="5788152" y="2267712"/>
            <a:ext cx="384048" cy="0"/>
          </a:xfrm>
          <a:prstGeom prst="line">
            <a:avLst/>
          </a:prstGeom>
          <a:noFill/>
          <a:ln w="16510">
            <a:solidFill>
              <a:srgbClr val="A99B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781F8668-38A9-C9DB-E2C0-6329C893E638}"/>
              </a:ext>
            </a:extLst>
          </p:cNvPr>
          <p:cNvSpPr/>
          <p:nvPr/>
        </p:nvSpPr>
        <p:spPr>
          <a:xfrm>
            <a:off x="6327648" y="1627632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>
                <a:ln>
                  <a:noFill/>
                </a:ln>
                <a:solidFill>
                  <a:srgbClr val="4F7D4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MANAGE</a:t>
            </a:r>
            <a:endParaRPr kumimoji="0" lang="en-US" sz="8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33267855-3BFF-8AB8-5F4E-302A804B6946}"/>
              </a:ext>
            </a:extLst>
          </p:cNvPr>
          <p:cNvSpPr/>
          <p:nvPr/>
        </p:nvSpPr>
        <p:spPr>
          <a:xfrm>
            <a:off x="6327648" y="2011680"/>
            <a:ext cx="512064" cy="512064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03</a:t>
            </a: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BCF4492F-27F6-96A9-C719-AAADF1939C61}"/>
              </a:ext>
            </a:extLst>
          </p:cNvPr>
          <p:cNvSpPr/>
          <p:nvPr/>
        </p:nvSpPr>
        <p:spPr>
          <a:xfrm>
            <a:off x="6327648" y="2761488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Implementation action</a:t>
            </a:r>
            <a:endParaRPr kumimoji="0" lang="en-US" sz="14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199F9EC1-8A7E-26F6-0048-6ECFE997FFA4}"/>
              </a:ext>
            </a:extLst>
          </p:cNvPr>
          <p:cNvSpPr/>
          <p:nvPr/>
        </p:nvSpPr>
        <p:spPr>
          <a:xfrm>
            <a:off x="6327648" y="3218688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Coordinate mowing, recreation management, restoration, or monitoring adjustment.</a:t>
            </a:r>
            <a:endParaRPr kumimoji="0" lang="en-US" sz="11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088FC289-E460-915C-695E-8934290AAB5F}"/>
              </a:ext>
            </a:extLst>
          </p:cNvPr>
          <p:cNvSpPr/>
          <p:nvPr/>
        </p:nvSpPr>
        <p:spPr>
          <a:xfrm>
            <a:off x="8577072" y="2267712"/>
            <a:ext cx="384048" cy="0"/>
          </a:xfrm>
          <a:prstGeom prst="line">
            <a:avLst/>
          </a:prstGeom>
          <a:noFill/>
          <a:ln w="16510">
            <a:solidFill>
              <a:srgbClr val="A99B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07ED9A1D-2781-E982-6012-131EC281E9E7}"/>
              </a:ext>
            </a:extLst>
          </p:cNvPr>
          <p:cNvSpPr/>
          <p:nvPr/>
        </p:nvSpPr>
        <p:spPr>
          <a:xfrm>
            <a:off x="9116568" y="1627632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>
                <a:ln>
                  <a:noFill/>
                </a:ln>
                <a:solidFill>
                  <a:srgbClr val="3B5B45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EVALUATE</a:t>
            </a:r>
            <a:endParaRPr kumimoji="0" lang="en-US" sz="8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DB8E33EA-E639-4935-5EED-CA986136344B}"/>
              </a:ext>
            </a:extLst>
          </p:cNvPr>
          <p:cNvSpPr/>
          <p:nvPr/>
        </p:nvSpPr>
        <p:spPr>
          <a:xfrm>
            <a:off x="9116568" y="2011680"/>
            <a:ext cx="512064" cy="512064"/>
          </a:xfrm>
          <a:prstGeom prst="rect">
            <a:avLst/>
          </a:prstGeom>
          <a:solidFill>
            <a:srgbClr val="3B5B45"/>
          </a:solidFill>
          <a:ln>
            <a:solidFill>
              <a:srgbClr val="3B5B45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>
                <a:ln>
                  <a:noFill/>
                </a:ln>
                <a:solidFill>
                  <a:srgbClr val="FBFA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04</a:t>
            </a: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D6F9A21D-7DC6-5756-9B67-19CA32721ACD}"/>
              </a:ext>
            </a:extLst>
          </p:cNvPr>
          <p:cNvSpPr/>
          <p:nvPr/>
        </p:nvSpPr>
        <p:spPr>
          <a:xfrm>
            <a:off x="9116568" y="2761488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Outcome and learning</a:t>
            </a:r>
            <a:endParaRPr kumimoji="0" lang="en-US" sz="14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FF1E24BF-07F8-8081-43B0-34FF34139D85}"/>
              </a:ext>
            </a:extLst>
          </p:cNvPr>
          <p:cNvSpPr/>
          <p:nvPr/>
        </p:nvSpPr>
        <p:spPr>
          <a:xfrm>
            <a:off x="9116568" y="3218688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3036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Assess vegetation response, habitat quality, and what to change next cycle.</a:t>
            </a:r>
            <a:endParaRPr kumimoji="0" lang="en-US" sz="11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3B4BF38B-380D-19CF-523B-8989C93E3FC6}"/>
              </a:ext>
            </a:extLst>
          </p:cNvPr>
          <p:cNvSpPr/>
          <p:nvPr/>
        </p:nvSpPr>
        <p:spPr>
          <a:xfrm>
            <a:off x="749808" y="5193792"/>
            <a:ext cx="10195560" cy="457200"/>
          </a:xfrm>
          <a:prstGeom prst="rect">
            <a:avLst/>
          </a:prstGeom>
          <a:solidFill>
            <a:srgbClr val="F4E9CF"/>
          </a:solidFill>
          <a:ln w="12700">
            <a:solidFill>
              <a:srgbClr val="F4E9C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23F4753B-D409-5917-2A7F-74BF3A3B19B5}"/>
              </a:ext>
            </a:extLst>
          </p:cNvPr>
          <p:cNvSpPr/>
          <p:nvPr/>
        </p:nvSpPr>
        <p:spPr>
          <a:xfrm>
            <a:off x="932688" y="5330952"/>
            <a:ext cx="9738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12324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KEY QUESTION  ·  Is each handoff clear, documented, and supported by the right monitoring evidence?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380297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19222E-5F88-045A-7A92-E439DB995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CBE48CA-67CA-0030-785E-7FBD16743CB6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3BC1CC2-4CB2-DB9B-AC78-5CCCE9A1BA28}"/>
              </a:ext>
            </a:extLst>
          </p:cNvPr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554867E-6893-8A9D-E919-746D900D621C}"/>
              </a:ext>
            </a:extLst>
          </p:cNvPr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8819200-7EF6-03AC-266D-4BD4DB482487}"/>
              </a:ext>
            </a:extLst>
          </p:cNvPr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F7FD2DA-89F6-E720-A3C6-9DCB7B4D81EA}"/>
              </a:ext>
            </a:extLst>
          </p:cNvPr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Management Tools Available</a:t>
            </a:r>
            <a:endParaRPr lang="en-US" sz="29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CC52B1B-8342-8A9C-13FE-9BB150539EFD}"/>
              </a:ext>
            </a:extLst>
          </p:cNvPr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MONITORING STATUS</a:t>
            </a:r>
            <a:endParaRPr lang="en-US" sz="75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0E7DCEDF-8CE8-35E7-308D-F554A5AFE79A}"/>
              </a:ext>
            </a:extLst>
          </p:cNvPr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75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AB323CF4-7222-6591-7854-921274DAE33C}"/>
              </a:ext>
            </a:extLst>
          </p:cNvPr>
          <p:cNvSpPr/>
          <p:nvPr/>
        </p:nvSpPr>
        <p:spPr>
          <a:xfrm>
            <a:off x="658368" y="1463040"/>
            <a:ext cx="10561320" cy="384048"/>
          </a:xfrm>
          <a:prstGeom prst="rect">
            <a:avLst/>
          </a:prstGeom>
          <a:solidFill>
            <a:srgbClr val="123240"/>
          </a:solidFill>
          <a:ln w="12700">
            <a:solidFill>
              <a:srgbClr val="1232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5D40C86F-2839-041A-156D-F11FD1F8FB56}"/>
              </a:ext>
            </a:extLst>
          </p:cNvPr>
          <p:cNvSpPr/>
          <p:nvPr/>
        </p:nvSpPr>
        <p:spPr>
          <a:xfrm>
            <a:off x="768096" y="1581912"/>
            <a:ext cx="21031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FBFAF4"/>
                </a:solidFill>
              </a:rPr>
              <a:t>COMPONENT</a:t>
            </a:r>
            <a:endParaRPr lang="en-US" sz="75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982E5759-D8B9-FAD7-7C87-6BA5B46E869A}"/>
              </a:ext>
            </a:extLst>
          </p:cNvPr>
          <p:cNvSpPr/>
          <p:nvPr/>
        </p:nvSpPr>
        <p:spPr>
          <a:xfrm>
            <a:off x="3081528" y="1581912"/>
            <a:ext cx="4114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FBFAF4"/>
                </a:solidFill>
              </a:rPr>
              <a:t>PURPOSE IN LANDA LAKE</a:t>
            </a:r>
            <a:endParaRPr lang="en-US" sz="75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492A722C-7F79-1CCE-E390-74266FE59309}"/>
              </a:ext>
            </a:extLst>
          </p:cNvPr>
          <p:cNvSpPr/>
          <p:nvPr/>
        </p:nvSpPr>
        <p:spPr>
          <a:xfrm>
            <a:off x="7452360" y="1581912"/>
            <a:ext cx="1828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FBFAF4"/>
                </a:solidFill>
              </a:rPr>
              <a:t>CURRENT STATUS</a:t>
            </a:r>
            <a:endParaRPr lang="en-US" sz="75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53D5CE5F-1BC7-CC8E-7C35-6BDC5115264B}"/>
              </a:ext>
            </a:extLst>
          </p:cNvPr>
          <p:cNvSpPr/>
          <p:nvPr/>
        </p:nvSpPr>
        <p:spPr>
          <a:xfrm>
            <a:off x="9546336" y="1581912"/>
            <a:ext cx="1417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FBFAF4"/>
                </a:solidFill>
              </a:rPr>
              <a:t>NEXT USE</a:t>
            </a:r>
            <a:endParaRPr lang="en-US" sz="75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0BE5B2C6-9FD5-FC2A-39B3-1B8330B24E40}"/>
              </a:ext>
            </a:extLst>
          </p:cNvPr>
          <p:cNvSpPr/>
          <p:nvPr/>
        </p:nvSpPr>
        <p:spPr>
          <a:xfrm>
            <a:off x="658368" y="1883664"/>
            <a:ext cx="10561320" cy="713232"/>
          </a:xfrm>
          <a:prstGeom prst="rect">
            <a:avLst/>
          </a:prstGeom>
          <a:solidFill>
            <a:srgbClr val="FBFAF4"/>
          </a:solidFill>
          <a:ln w="5080">
            <a:solidFill>
              <a:srgbClr val="D8CFB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FB103BBE-BF79-A383-5C99-903F6D6793B8}"/>
              </a:ext>
            </a:extLst>
          </p:cNvPr>
          <p:cNvSpPr/>
          <p:nvPr/>
        </p:nvSpPr>
        <p:spPr>
          <a:xfrm>
            <a:off x="768096" y="204825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b="1">
                <a:solidFill>
                  <a:srgbClr val="123240"/>
                </a:solidFill>
              </a:rPr>
              <a:t>Vegetation Management</a:t>
            </a:r>
            <a:endParaRPr lang="en-US" sz="122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8E9E3824-B257-C3E5-AF67-B08DA4A079D3}"/>
              </a:ext>
            </a:extLst>
          </p:cNvPr>
          <p:cNvSpPr/>
          <p:nvPr/>
        </p:nvSpPr>
        <p:spPr>
          <a:xfrm>
            <a:off x="3081528" y="2029968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>
                <a:solidFill>
                  <a:srgbClr val="243036"/>
                </a:solidFill>
              </a:rPr>
              <a:t>Describe the mechanism and ecological value of the survey product.</a:t>
            </a:r>
            <a:endParaRPr lang="en-US" sz="103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860C13CF-699B-146C-A743-3ACD2C81B8C8}"/>
              </a:ext>
            </a:extLst>
          </p:cNvPr>
          <p:cNvSpPr/>
          <p:nvPr/>
        </p:nvSpPr>
        <p:spPr>
          <a:xfrm>
            <a:off x="7470648" y="2066544"/>
            <a:ext cx="1005840" cy="256032"/>
          </a:xfrm>
          <a:prstGeom prst="rect">
            <a:avLst/>
          </a:prstGeom>
          <a:solidFill>
            <a:srgbClr val="3B5B45"/>
          </a:solidFill>
          <a:ln>
            <a:solidFill>
              <a:srgbClr val="3B5B45">
                <a:alpha val="0"/>
              </a:srgbClr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850" b="1">
                <a:solidFill>
                  <a:srgbClr val="FBFAF4"/>
                </a:solidFill>
              </a:rPr>
              <a:t>ON TRACK</a:t>
            </a:r>
            <a:endParaRPr lang="en-US" sz="85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84C20417-99D6-E97F-6BCC-622828571F6E}"/>
              </a:ext>
            </a:extLst>
          </p:cNvPr>
          <p:cNvSpPr/>
          <p:nvPr/>
        </p:nvSpPr>
        <p:spPr>
          <a:xfrm>
            <a:off x="9573768" y="2075688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b="1">
                <a:solidFill>
                  <a:srgbClr val="243036"/>
                </a:solidFill>
              </a:rPr>
              <a:t>Briefing</a:t>
            </a:r>
            <a:endParaRPr lang="en-US" sz="112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57E50390-417D-3CD9-B919-F246773793AE}"/>
              </a:ext>
            </a:extLst>
          </p:cNvPr>
          <p:cNvSpPr/>
          <p:nvPr/>
        </p:nvSpPr>
        <p:spPr>
          <a:xfrm>
            <a:off x="658368" y="2688336"/>
            <a:ext cx="10561320" cy="713232"/>
          </a:xfrm>
          <a:prstGeom prst="rect">
            <a:avLst/>
          </a:prstGeom>
          <a:solidFill>
            <a:srgbClr val="F2EFE4"/>
          </a:solidFill>
          <a:ln w="5080">
            <a:solidFill>
              <a:srgbClr val="D8CFB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BFC2D504-AFEB-8A94-98A6-483373B80913}"/>
              </a:ext>
            </a:extLst>
          </p:cNvPr>
          <p:cNvSpPr/>
          <p:nvPr/>
        </p:nvSpPr>
        <p:spPr>
          <a:xfrm>
            <a:off x="768096" y="28529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b="1">
                <a:solidFill>
                  <a:srgbClr val="123240"/>
                </a:solidFill>
              </a:rPr>
              <a:t>Flow Split Management</a:t>
            </a:r>
            <a:endParaRPr lang="en-US" sz="122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E2CE3616-86E3-64AA-F10C-F48174DFDFD5}"/>
              </a:ext>
            </a:extLst>
          </p:cNvPr>
          <p:cNvSpPr/>
          <p:nvPr/>
        </p:nvSpPr>
        <p:spPr>
          <a:xfrm>
            <a:off x="3081528" y="2834640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>
                <a:solidFill>
                  <a:srgbClr val="243036"/>
                </a:solidFill>
              </a:rPr>
              <a:t>Describe what the field observation adds to the mapped data.</a:t>
            </a:r>
            <a:endParaRPr lang="en-US" sz="103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62EF4474-BCE0-77BA-877E-F6B5E558D03E}"/>
              </a:ext>
            </a:extLst>
          </p:cNvPr>
          <p:cNvSpPr/>
          <p:nvPr/>
        </p:nvSpPr>
        <p:spPr>
          <a:xfrm>
            <a:off x="7470648" y="2871216"/>
            <a:ext cx="1005840" cy="256032"/>
          </a:xfrm>
          <a:prstGeom prst="rect">
            <a:avLst/>
          </a:prstGeom>
          <a:solidFill>
            <a:srgbClr val="D6A13A"/>
          </a:solidFill>
          <a:ln>
            <a:solidFill>
              <a:srgbClr val="D6A13A">
                <a:alpha val="0"/>
              </a:srgbClr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850" b="1">
                <a:solidFill>
                  <a:srgbClr val="FBFAF4"/>
                </a:solidFill>
              </a:rPr>
              <a:t>WATCH</a:t>
            </a:r>
            <a:endParaRPr lang="en-US" sz="85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520BA96C-15AB-258D-20C4-FF1BD594A615}"/>
              </a:ext>
            </a:extLst>
          </p:cNvPr>
          <p:cNvSpPr/>
          <p:nvPr/>
        </p:nvSpPr>
        <p:spPr>
          <a:xfrm>
            <a:off x="9573768" y="28803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b="1">
                <a:solidFill>
                  <a:srgbClr val="243036"/>
                </a:solidFill>
              </a:rPr>
              <a:t>QA/QC</a:t>
            </a:r>
            <a:endParaRPr lang="en-US" sz="112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AA17EFCA-B2C3-43DD-7EF4-981AA6CF01BD}"/>
              </a:ext>
            </a:extLst>
          </p:cNvPr>
          <p:cNvSpPr/>
          <p:nvPr/>
        </p:nvSpPr>
        <p:spPr>
          <a:xfrm>
            <a:off x="658368" y="3493008"/>
            <a:ext cx="10561320" cy="713232"/>
          </a:xfrm>
          <a:prstGeom prst="rect">
            <a:avLst/>
          </a:prstGeom>
          <a:solidFill>
            <a:srgbClr val="FBFAF4"/>
          </a:solidFill>
          <a:ln w="5080">
            <a:solidFill>
              <a:srgbClr val="D8CFB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981E0544-8AFF-3055-7986-856865CF3B19}"/>
              </a:ext>
            </a:extLst>
          </p:cNvPr>
          <p:cNvSpPr/>
          <p:nvPr/>
        </p:nvSpPr>
        <p:spPr>
          <a:xfrm>
            <a:off x="768096" y="36576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b="1">
                <a:solidFill>
                  <a:srgbClr val="123240"/>
                </a:solidFill>
              </a:rPr>
              <a:t>Riparian Management</a:t>
            </a:r>
            <a:endParaRPr lang="en-US" sz="122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34D7B53C-B0F4-6673-9484-DEA63CC051E6}"/>
              </a:ext>
            </a:extLst>
          </p:cNvPr>
          <p:cNvSpPr/>
          <p:nvPr/>
        </p:nvSpPr>
        <p:spPr>
          <a:xfrm>
            <a:off x="3081528" y="3639312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>
                <a:solidFill>
                  <a:srgbClr val="243036"/>
                </a:solidFill>
              </a:rPr>
              <a:t>Describe the interpretive value for clarity, flow, or habitat condition.</a:t>
            </a:r>
            <a:endParaRPr lang="en-US" sz="103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0569BFCE-4FDA-03D8-CE39-CDF3B9F9B97E}"/>
              </a:ext>
            </a:extLst>
          </p:cNvPr>
          <p:cNvSpPr/>
          <p:nvPr/>
        </p:nvSpPr>
        <p:spPr>
          <a:xfrm>
            <a:off x="7470648" y="3675888"/>
            <a:ext cx="1005840" cy="256032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850" b="1">
                <a:solidFill>
                  <a:srgbClr val="FBFAF4"/>
                </a:solidFill>
              </a:rPr>
              <a:t>ACTIVE</a:t>
            </a:r>
            <a:endParaRPr lang="en-US" sz="85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380869DA-E195-C945-747F-D573FB8AC861}"/>
              </a:ext>
            </a:extLst>
          </p:cNvPr>
          <p:cNvSpPr/>
          <p:nvPr/>
        </p:nvSpPr>
        <p:spPr>
          <a:xfrm>
            <a:off x="9573768" y="3685032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b="1">
                <a:solidFill>
                  <a:srgbClr val="243036"/>
                </a:solidFill>
              </a:rPr>
              <a:t>Context</a:t>
            </a:r>
            <a:endParaRPr lang="en-US" sz="112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355E2535-DDB1-509D-A869-EAAF52E1E9BA}"/>
              </a:ext>
            </a:extLst>
          </p:cNvPr>
          <p:cNvSpPr/>
          <p:nvPr/>
        </p:nvSpPr>
        <p:spPr>
          <a:xfrm>
            <a:off x="658368" y="4297680"/>
            <a:ext cx="10561320" cy="713232"/>
          </a:xfrm>
          <a:prstGeom prst="rect">
            <a:avLst/>
          </a:prstGeom>
          <a:solidFill>
            <a:srgbClr val="F2EFE4"/>
          </a:solidFill>
          <a:ln w="5080">
            <a:solidFill>
              <a:srgbClr val="D8CFB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B3ABC28D-58F3-B0F7-9636-F2C2F8AEF9D2}"/>
              </a:ext>
            </a:extLst>
          </p:cNvPr>
          <p:cNvSpPr/>
          <p:nvPr/>
        </p:nvSpPr>
        <p:spPr>
          <a:xfrm>
            <a:off x="768096" y="446227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b="1">
                <a:solidFill>
                  <a:srgbClr val="123240"/>
                </a:solidFill>
              </a:rPr>
              <a:t>Monitoring</a:t>
            </a:r>
            <a:endParaRPr lang="en-US" sz="122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A6137734-8DF4-2170-D088-2FDE590FCCA9}"/>
              </a:ext>
            </a:extLst>
          </p:cNvPr>
          <p:cNvSpPr/>
          <p:nvPr/>
        </p:nvSpPr>
        <p:spPr>
          <a:xfrm>
            <a:off x="3081528" y="4443984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>
                <a:solidFill>
                  <a:srgbClr val="243036"/>
                </a:solidFill>
              </a:rPr>
              <a:t>Describe how implementation actions are documented and connected to outcomes.</a:t>
            </a:r>
            <a:endParaRPr lang="en-US" sz="1030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1A8EB60A-5768-FE1B-729C-43302EE82D69}"/>
              </a:ext>
            </a:extLst>
          </p:cNvPr>
          <p:cNvSpPr/>
          <p:nvPr/>
        </p:nvSpPr>
        <p:spPr>
          <a:xfrm>
            <a:off x="7470648" y="4480560"/>
            <a:ext cx="1005840" cy="256032"/>
          </a:xfrm>
          <a:prstGeom prst="rect">
            <a:avLst/>
          </a:prstGeom>
          <a:solidFill>
            <a:srgbClr val="B86156"/>
          </a:solidFill>
          <a:ln>
            <a:solidFill>
              <a:srgbClr val="B86156">
                <a:alpha val="0"/>
              </a:srgbClr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850" b="1">
                <a:solidFill>
                  <a:srgbClr val="FBFAF4"/>
                </a:solidFill>
              </a:rPr>
              <a:t>UPDATE</a:t>
            </a:r>
            <a:endParaRPr lang="en-US" sz="85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40EBA537-9C90-A12E-7CE7-111933D87D00}"/>
              </a:ext>
            </a:extLst>
          </p:cNvPr>
          <p:cNvSpPr/>
          <p:nvPr/>
        </p:nvSpPr>
        <p:spPr>
          <a:xfrm>
            <a:off x="9573768" y="4489704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b="1">
                <a:solidFill>
                  <a:srgbClr val="243036"/>
                </a:solidFill>
              </a:rPr>
              <a:t>Decision</a:t>
            </a:r>
            <a:endParaRPr lang="en-US" sz="1120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C93E8179-3F7E-2A80-0F50-21F1C8AD387B}"/>
              </a:ext>
            </a:extLst>
          </p:cNvPr>
          <p:cNvSpPr/>
          <p:nvPr/>
        </p:nvSpPr>
        <p:spPr>
          <a:xfrm>
            <a:off x="822960" y="5559552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3B5B45"/>
                </a:solidFill>
              </a:rPr>
              <a:t>DISCUSSION PROMPT  ·  Which monitoring components are ready for interpretation, and which need more field context?</a:t>
            </a:r>
            <a:endParaRPr lang="en-US" sz="1050"/>
          </a:p>
        </p:txBody>
      </p:sp>
    </p:spTree>
    <p:extLst>
      <p:ext uri="{BB962C8B-B14F-4D97-AF65-F5344CB8AC3E}">
        <p14:creationId xmlns:p14="http://schemas.microsoft.com/office/powerpoint/2010/main" val="163322325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How to use this deck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this slide as a reference, then remove it from the final briefing.</a:t>
            </a:r>
            <a:endParaRPr lang="en-US" sz="145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TEMPLATE DESIGN SYSTEM</a:t>
            </a:r>
            <a:endParaRPr lang="en-US" sz="75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750"/>
          </a:p>
        </p:txBody>
      </p:sp>
      <p:sp>
        <p:nvSpPr>
          <p:cNvPr id="10" name="Text 8"/>
          <p:cNvSpPr/>
          <p:nvPr/>
        </p:nvSpPr>
        <p:spPr>
          <a:xfrm>
            <a:off x="658368" y="142646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PALETTE</a:t>
            </a:r>
            <a:endParaRPr lang="en-US" sz="900"/>
          </a:p>
        </p:txBody>
      </p:sp>
      <p:sp>
        <p:nvSpPr>
          <p:cNvPr id="11" name="Shape 9"/>
          <p:cNvSpPr/>
          <p:nvPr/>
        </p:nvSpPr>
        <p:spPr>
          <a:xfrm>
            <a:off x="658368" y="1764792"/>
            <a:ext cx="713232" cy="292608"/>
          </a:xfrm>
          <a:prstGeom prst="rect">
            <a:avLst/>
          </a:prstGeom>
          <a:solidFill>
            <a:srgbClr val="123240"/>
          </a:solidFill>
          <a:ln w="12700">
            <a:solidFill>
              <a:srgbClr val="1232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58368" y="2112264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b="1">
                <a:solidFill>
                  <a:srgbClr val="65737A"/>
                </a:solidFill>
              </a:rPr>
              <a:t>LAKE DEEP</a:t>
            </a:r>
            <a:endParaRPr lang="en-US" sz="620"/>
          </a:p>
        </p:txBody>
      </p:sp>
      <p:sp>
        <p:nvSpPr>
          <p:cNvPr id="13" name="Shape 11"/>
          <p:cNvSpPr/>
          <p:nvPr/>
        </p:nvSpPr>
        <p:spPr>
          <a:xfrm>
            <a:off x="1737360" y="1764792"/>
            <a:ext cx="713232" cy="292608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737360" y="2112264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b="1">
                <a:solidFill>
                  <a:srgbClr val="65737A"/>
                </a:solidFill>
              </a:rPr>
              <a:t>LAKE</a:t>
            </a:r>
            <a:endParaRPr lang="en-US" sz="620"/>
          </a:p>
        </p:txBody>
      </p:sp>
      <p:sp>
        <p:nvSpPr>
          <p:cNvPr id="15" name="Shape 13"/>
          <p:cNvSpPr/>
          <p:nvPr/>
        </p:nvSpPr>
        <p:spPr>
          <a:xfrm>
            <a:off x="2816352" y="1764792"/>
            <a:ext cx="713232" cy="292608"/>
          </a:xfrm>
          <a:prstGeom prst="rect">
            <a:avLst/>
          </a:prstGeom>
          <a:solidFill>
            <a:srgbClr val="6CB7AF"/>
          </a:solidFill>
          <a:ln w="12700">
            <a:solidFill>
              <a:srgbClr val="6CB7A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816352" y="2112264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b="1">
                <a:solidFill>
                  <a:srgbClr val="65737A"/>
                </a:solidFill>
              </a:rPr>
              <a:t>SHALLOW</a:t>
            </a:r>
            <a:endParaRPr lang="en-US" sz="620"/>
          </a:p>
        </p:txBody>
      </p:sp>
      <p:sp>
        <p:nvSpPr>
          <p:cNvPr id="17" name="Shape 15"/>
          <p:cNvSpPr/>
          <p:nvPr/>
        </p:nvSpPr>
        <p:spPr>
          <a:xfrm>
            <a:off x="3895344" y="1764792"/>
            <a:ext cx="713232" cy="292608"/>
          </a:xfrm>
          <a:prstGeom prst="rect">
            <a:avLst/>
          </a:prstGeom>
          <a:solidFill>
            <a:srgbClr val="4F7D4F"/>
          </a:solidFill>
          <a:ln w="12700">
            <a:solidFill>
              <a:srgbClr val="4F7D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895344" y="2112264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b="1">
                <a:solidFill>
                  <a:srgbClr val="65737A"/>
                </a:solidFill>
              </a:rPr>
              <a:t>AQUATIC</a:t>
            </a:r>
            <a:endParaRPr lang="en-US" sz="620"/>
          </a:p>
        </p:txBody>
      </p:sp>
      <p:sp>
        <p:nvSpPr>
          <p:cNvPr id="19" name="Shape 17"/>
          <p:cNvSpPr/>
          <p:nvPr/>
        </p:nvSpPr>
        <p:spPr>
          <a:xfrm>
            <a:off x="658368" y="2423160"/>
            <a:ext cx="713232" cy="292608"/>
          </a:xfrm>
          <a:prstGeom prst="rect">
            <a:avLst/>
          </a:prstGeom>
          <a:solidFill>
            <a:srgbClr val="3B5B45"/>
          </a:solidFill>
          <a:ln w="12700">
            <a:solidFill>
              <a:srgbClr val="3B5B4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58368" y="2770632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b="1">
                <a:solidFill>
                  <a:srgbClr val="65737A"/>
                </a:solidFill>
              </a:rPr>
              <a:t>CYPRESS</a:t>
            </a:r>
            <a:endParaRPr lang="en-US" sz="620"/>
          </a:p>
        </p:txBody>
      </p:sp>
      <p:sp>
        <p:nvSpPr>
          <p:cNvPr id="21" name="Shape 19"/>
          <p:cNvSpPr/>
          <p:nvPr/>
        </p:nvSpPr>
        <p:spPr>
          <a:xfrm>
            <a:off x="1737360" y="2423160"/>
            <a:ext cx="713232" cy="292608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737360" y="2770632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b="1">
                <a:solidFill>
                  <a:srgbClr val="65737A"/>
                </a:solidFill>
              </a:rPr>
              <a:t>LIMESTONE</a:t>
            </a:r>
            <a:endParaRPr lang="en-US" sz="620"/>
          </a:p>
        </p:txBody>
      </p:sp>
      <p:sp>
        <p:nvSpPr>
          <p:cNvPr id="23" name="Shape 21"/>
          <p:cNvSpPr/>
          <p:nvPr/>
        </p:nvSpPr>
        <p:spPr>
          <a:xfrm>
            <a:off x="2816352" y="2423160"/>
            <a:ext cx="713232" cy="292608"/>
          </a:xfrm>
          <a:prstGeom prst="rect">
            <a:avLst/>
          </a:prstGeom>
          <a:solidFill>
            <a:srgbClr val="D6A13A"/>
          </a:solidFill>
          <a:ln w="12700">
            <a:solidFill>
              <a:srgbClr val="D6A13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2816352" y="2770632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b="1">
                <a:solidFill>
                  <a:srgbClr val="65737A"/>
                </a:solidFill>
              </a:rPr>
              <a:t>GOLD</a:t>
            </a:r>
            <a:endParaRPr lang="en-US" sz="620"/>
          </a:p>
        </p:txBody>
      </p:sp>
      <p:sp>
        <p:nvSpPr>
          <p:cNvPr id="25" name="Shape 23"/>
          <p:cNvSpPr/>
          <p:nvPr/>
        </p:nvSpPr>
        <p:spPr>
          <a:xfrm>
            <a:off x="3895344" y="2423160"/>
            <a:ext cx="713232" cy="292608"/>
          </a:xfrm>
          <a:prstGeom prst="rect">
            <a:avLst/>
          </a:prstGeom>
          <a:solidFill>
            <a:srgbClr val="B86156"/>
          </a:solidFill>
          <a:ln w="12700">
            <a:solidFill>
              <a:srgbClr val="B8615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895344" y="2770632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b="1">
                <a:solidFill>
                  <a:srgbClr val="65737A"/>
                </a:solidFill>
              </a:rPr>
              <a:t>CORAL</a:t>
            </a:r>
            <a:endParaRPr lang="en-US" sz="620"/>
          </a:p>
        </p:txBody>
      </p:sp>
      <p:sp>
        <p:nvSpPr>
          <p:cNvPr id="27" name="Text 25"/>
          <p:cNvSpPr/>
          <p:nvPr/>
        </p:nvSpPr>
        <p:spPr>
          <a:xfrm>
            <a:off x="658368" y="297180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TYPE</a:t>
            </a:r>
            <a:endParaRPr lang="en-US" sz="900"/>
          </a:p>
        </p:txBody>
      </p:sp>
      <p:sp>
        <p:nvSpPr>
          <p:cNvPr id="28" name="Text 26"/>
          <p:cNvSpPr/>
          <p:nvPr/>
        </p:nvSpPr>
        <p:spPr>
          <a:xfrm>
            <a:off x="658368" y="327355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Aptos Display</a:t>
            </a:r>
            <a:endParaRPr lang="en-US" sz="2100"/>
          </a:p>
        </p:txBody>
      </p:sp>
      <p:sp>
        <p:nvSpPr>
          <p:cNvPr id="29" name="Text 27"/>
          <p:cNvSpPr/>
          <p:nvPr/>
        </p:nvSpPr>
        <p:spPr>
          <a:xfrm>
            <a:off x="658368" y="3721608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>
                <a:solidFill>
                  <a:srgbClr val="243036"/>
                </a:solidFill>
              </a:rPr>
              <a:t>Scientific headings; compact enough for maps, monitoring figures, and annotated tables.</a:t>
            </a:r>
            <a:endParaRPr lang="en-US" sz="1250"/>
          </a:p>
        </p:txBody>
      </p:sp>
      <p:sp>
        <p:nvSpPr>
          <p:cNvPr id="30" name="Shape 28"/>
          <p:cNvSpPr/>
          <p:nvPr/>
        </p:nvSpPr>
        <p:spPr>
          <a:xfrm>
            <a:off x="5806440" y="1417320"/>
            <a:ext cx="0" cy="0"/>
          </a:xfrm>
          <a:prstGeom prst="line">
            <a:avLst/>
          </a:prstGeom>
          <a:noFill/>
          <a:ln w="11430">
            <a:solidFill>
              <a:srgbClr val="A99B80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172200" y="1426464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SLIDE RULE</a:t>
            </a:r>
            <a:endParaRPr lang="en-US" sz="900"/>
          </a:p>
        </p:txBody>
      </p:sp>
      <p:sp>
        <p:nvSpPr>
          <p:cNvPr id="32" name="Text 30"/>
          <p:cNvSpPr/>
          <p:nvPr/>
        </p:nvSpPr>
        <p:spPr>
          <a:xfrm>
            <a:off x="6172200" y="1755648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243036"/>
                </a:solidFill>
              </a:rPr>
              <a:t>One Landa Lake message per slide.</a:t>
            </a:r>
            <a:endParaRPr lang="en-US" sz="1700"/>
          </a:p>
        </p:txBody>
      </p:sp>
      <p:sp>
        <p:nvSpPr>
          <p:cNvPr id="33" name="Text 31"/>
          <p:cNvSpPr/>
          <p:nvPr/>
        </p:nvSpPr>
        <p:spPr>
          <a:xfrm>
            <a:off x="6172200" y="2130552"/>
            <a:ext cx="4617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>
                <a:solidFill>
                  <a:srgbClr val="65737A"/>
                </a:solidFill>
              </a:rPr>
              <a:t>Use the headline to state the ecological or implementation finding—not merely name the dataset.</a:t>
            </a:r>
            <a:endParaRPr lang="en-US" sz="1220"/>
          </a:p>
        </p:txBody>
      </p:sp>
      <p:sp>
        <p:nvSpPr>
          <p:cNvPr id="34" name="Text 32"/>
          <p:cNvSpPr/>
          <p:nvPr/>
        </p:nvSpPr>
        <p:spPr>
          <a:xfrm>
            <a:off x="6172200" y="29077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FIGURE RULE</a:t>
            </a:r>
            <a:endParaRPr lang="en-US" sz="900"/>
          </a:p>
        </p:txBody>
      </p:sp>
      <p:sp>
        <p:nvSpPr>
          <p:cNvPr id="35" name="Text 33"/>
          <p:cNvSpPr/>
          <p:nvPr/>
        </p:nvSpPr>
        <p:spPr>
          <a:xfrm>
            <a:off x="6172200" y="3236976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243036"/>
                </a:solidFill>
              </a:rPr>
              <a:t>Direct attention with one accent.</a:t>
            </a:r>
            <a:endParaRPr lang="en-US" sz="1700"/>
          </a:p>
        </p:txBody>
      </p:sp>
      <p:sp>
        <p:nvSpPr>
          <p:cNvPr id="36" name="Text 34"/>
          <p:cNvSpPr/>
          <p:nvPr/>
        </p:nvSpPr>
        <p:spPr>
          <a:xfrm>
            <a:off x="6172200" y="36118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>
                <a:solidFill>
                  <a:srgbClr val="65737A"/>
                </a:solidFill>
              </a:rPr>
              <a:t>Most data stay lake blue, aquatic green, or gray. Use coral only for thresholds, stressors, exceptions, or decisions.</a:t>
            </a:r>
            <a:endParaRPr lang="en-US" sz="1220"/>
          </a:p>
        </p:txBody>
      </p:sp>
      <p:sp>
        <p:nvSpPr>
          <p:cNvPr id="37" name="Text 35"/>
          <p:cNvSpPr/>
          <p:nvPr/>
        </p:nvSpPr>
        <p:spPr>
          <a:xfrm>
            <a:off x="9656064" y="639165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</a:rPr>
              <a:t>TEMPLATE GUIDANCE</a:t>
            </a:r>
            <a:endParaRPr lang="en-US" sz="75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32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40"/>
          </a:solidFill>
          <a:ln w="12700">
            <a:solidFill>
              <a:srgbClr val="1232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6CB7AF"/>
          </a:solidFill>
          <a:ln w="12700">
            <a:solidFill>
              <a:srgbClr val="6CB7A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4F7D4F"/>
          </a:solidFill>
          <a:ln w="12700">
            <a:solidFill>
              <a:srgbClr val="4F7D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941832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6CB7AF"/>
                </a:solidFill>
              </a:rPr>
              <a:t>01</a:t>
            </a:r>
            <a:endParaRPr lang="en-US" sz="1300"/>
          </a:p>
        </p:txBody>
      </p:sp>
      <p:sp>
        <p:nvSpPr>
          <p:cNvPr id="6" name="Text 4"/>
          <p:cNvSpPr/>
          <p:nvPr/>
        </p:nvSpPr>
        <p:spPr>
          <a:xfrm>
            <a:off x="731520" y="1444752"/>
            <a:ext cx="57607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4400" b="1">
                <a:solidFill>
                  <a:srgbClr val="FBFAF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Landa Lake</a:t>
            </a:r>
            <a:endParaRPr lang="en-US" sz="4400"/>
          </a:p>
          <a:p>
            <a:pPr marL="0" indent="0">
              <a:buNone/>
            </a:pPr>
            <a:r>
              <a:rPr lang="en-US" sz="4400" b="1">
                <a:solidFill>
                  <a:srgbClr val="FBFAF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Habitat</a:t>
            </a:r>
            <a:endParaRPr lang="en-US" sz="4400"/>
          </a:p>
        </p:txBody>
      </p:sp>
      <p:sp>
        <p:nvSpPr>
          <p:cNvPr id="7" name="Text 5"/>
          <p:cNvSpPr/>
          <p:nvPr/>
        </p:nvSpPr>
        <p:spPr>
          <a:xfrm>
            <a:off x="749808" y="340156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>
                <a:solidFill>
                  <a:srgbClr val="DDEDEC"/>
                </a:solidFill>
              </a:rPr>
              <a:t>Section subtitle or implementation question</a:t>
            </a:r>
            <a:endParaRPr lang="en-US" sz="1700"/>
          </a:p>
        </p:txBody>
      </p:sp>
      <p:sp>
        <p:nvSpPr>
          <p:cNvPr id="8" name="Text 6"/>
          <p:cNvSpPr/>
          <p:nvPr/>
        </p:nvSpPr>
        <p:spPr>
          <a:xfrm>
            <a:off x="749808" y="61722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>
                <a:solidFill>
                  <a:srgbClr val="123240"/>
                </a:solidFill>
              </a:rPr>
              <a:t>Use section dividers to reset the room and frame the lake-specific question that the next slides answer.</a:t>
            </a:r>
            <a:endParaRPr lang="en-US" sz="1220"/>
          </a:p>
        </p:txBody>
      </p:sp>
      <p:sp>
        <p:nvSpPr>
          <p:cNvPr id="9" name="Text 7"/>
          <p:cNvSpPr/>
          <p:nvPr/>
        </p:nvSpPr>
        <p:spPr>
          <a:xfrm>
            <a:off x="10012680" y="6336792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F4E9CF"/>
                </a:solidFill>
              </a:rPr>
              <a:t>SECTION DIVIDER</a:t>
            </a:r>
            <a:endParaRPr lang="en-US" sz="750"/>
          </a:p>
        </p:txBody>
      </p:sp>
      <p:sp>
        <p:nvSpPr>
          <p:cNvPr id="10" name="Text 8"/>
          <p:cNvSpPr/>
          <p:nvPr/>
        </p:nvSpPr>
        <p:spPr>
          <a:xfrm>
            <a:off x="11475720" y="633679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F4E9CF"/>
                </a:solidFill>
              </a:rPr>
              <a:t>03</a:t>
            </a:r>
            <a:endParaRPr lang="en-US" sz="75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Lake context sets the interpretation for every result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layout for a map/photo paired with a compact site-specific interpretation.</a:t>
            </a:r>
            <a:endParaRPr lang="en-US" sz="145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LAKE CONTEXT</a:t>
            </a:r>
            <a:endParaRPr lang="en-US" sz="75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750"/>
          </a:p>
        </p:txBody>
      </p:sp>
      <p:sp>
        <p:nvSpPr>
          <p:cNvPr id="10" name="Shape 8"/>
          <p:cNvSpPr/>
          <p:nvPr/>
        </p:nvSpPr>
        <p:spPr>
          <a:xfrm>
            <a:off x="658368" y="1417320"/>
            <a:ext cx="6720840" cy="422452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59536" y="1618488"/>
            <a:ext cx="6318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123240"/>
                </a:solidFill>
              </a:rPr>
              <a:t>MAP / PHOTO / SITE FIGURE</a:t>
            </a:r>
            <a:endParaRPr lang="en-US" sz="950"/>
          </a:p>
        </p:txBody>
      </p:sp>
      <p:sp>
        <p:nvSpPr>
          <p:cNvPr id="12" name="Text 10"/>
          <p:cNvSpPr/>
          <p:nvPr/>
        </p:nvSpPr>
        <p:spPr>
          <a:xfrm>
            <a:off x="859536" y="1947672"/>
            <a:ext cx="6318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5737A"/>
                </a:solidFill>
              </a:rPr>
              <a:t>Replace with Landa Lake reach map, drone image, transect photo, or monitoring station map.</a:t>
            </a:r>
            <a:endParaRPr lang="en-US" sz="1050"/>
          </a:p>
        </p:txBody>
      </p:sp>
      <p:sp>
        <p:nvSpPr>
          <p:cNvPr id="13" name="Shape 11"/>
          <p:cNvSpPr/>
          <p:nvPr/>
        </p:nvSpPr>
        <p:spPr>
          <a:xfrm>
            <a:off x="886968" y="5257800"/>
            <a:ext cx="626364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818120" y="1444752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123240"/>
                </a:solidFill>
              </a:rPr>
              <a:t>WHAT THE FIGURE SHOWS</a:t>
            </a:r>
            <a:endParaRPr lang="en-US" sz="900"/>
          </a:p>
        </p:txBody>
      </p:sp>
      <p:sp>
        <p:nvSpPr>
          <p:cNvPr id="15" name="Text 13"/>
          <p:cNvSpPr/>
          <p:nvPr/>
        </p:nvSpPr>
        <p:spPr>
          <a:xfrm>
            <a:off x="7818120" y="1847088"/>
            <a:ext cx="256032" cy="256032"/>
          </a:xfrm>
          <a:prstGeom prst="rect">
            <a:avLst/>
          </a:prstGeom>
          <a:solidFill>
            <a:srgbClr val="1E6F73"/>
          </a:solidFill>
          <a:ln>
            <a:solidFill>
              <a:srgbClr val="1E6F73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BFAF4"/>
                </a:solidFill>
              </a:rPr>
              <a:t>1</a:t>
            </a:r>
            <a:endParaRPr lang="en-US" sz="1000"/>
          </a:p>
        </p:txBody>
      </p:sp>
      <p:sp>
        <p:nvSpPr>
          <p:cNvPr id="16" name="Text 14"/>
          <p:cNvSpPr/>
          <p:nvPr/>
        </p:nvSpPr>
        <p:spPr>
          <a:xfrm>
            <a:off x="8211312" y="1837944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>
                <a:solidFill>
                  <a:srgbClr val="123240"/>
                </a:solidFill>
              </a:rPr>
              <a:t>Habitat setting</a:t>
            </a:r>
            <a:endParaRPr lang="en-US" sz="1350"/>
          </a:p>
        </p:txBody>
      </p:sp>
      <p:sp>
        <p:nvSpPr>
          <p:cNvPr id="17" name="Text 15"/>
          <p:cNvSpPr/>
          <p:nvPr/>
        </p:nvSpPr>
        <p:spPr>
          <a:xfrm>
            <a:off x="8211312" y="2130552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243036"/>
                </a:solidFill>
              </a:rPr>
              <a:t>Location-specific finding: reach, shoreline condition, vegetation patch, or flow path.</a:t>
            </a:r>
            <a:endParaRPr lang="en-US" sz="1050"/>
          </a:p>
        </p:txBody>
      </p:sp>
      <p:sp>
        <p:nvSpPr>
          <p:cNvPr id="18" name="Text 16"/>
          <p:cNvSpPr/>
          <p:nvPr/>
        </p:nvSpPr>
        <p:spPr>
          <a:xfrm>
            <a:off x="7818120" y="2889504"/>
            <a:ext cx="256032" cy="256032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BFAF4"/>
                </a:solidFill>
              </a:rPr>
              <a:t>2</a:t>
            </a:r>
            <a:endParaRPr lang="en-US" sz="1000"/>
          </a:p>
        </p:txBody>
      </p:sp>
      <p:sp>
        <p:nvSpPr>
          <p:cNvPr id="19" name="Text 17"/>
          <p:cNvSpPr/>
          <p:nvPr/>
        </p:nvSpPr>
        <p:spPr>
          <a:xfrm>
            <a:off x="8211312" y="2880360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>
                <a:solidFill>
                  <a:srgbClr val="123240"/>
                </a:solidFill>
              </a:rPr>
              <a:t>Interpretation context</a:t>
            </a:r>
            <a:endParaRPr lang="en-US" sz="1350"/>
          </a:p>
        </p:txBody>
      </p:sp>
      <p:sp>
        <p:nvSpPr>
          <p:cNvPr id="20" name="Text 18"/>
          <p:cNvSpPr/>
          <p:nvPr/>
        </p:nvSpPr>
        <p:spPr>
          <a:xfrm>
            <a:off x="8211312" y="3172968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243036"/>
                </a:solidFill>
              </a:rPr>
              <a:t>Why season, springflow, clarity, or survey design matters for this result.</a:t>
            </a:r>
            <a:endParaRPr lang="en-US" sz="1050"/>
          </a:p>
        </p:txBody>
      </p:sp>
      <p:sp>
        <p:nvSpPr>
          <p:cNvPr id="21" name="Text 19"/>
          <p:cNvSpPr/>
          <p:nvPr/>
        </p:nvSpPr>
        <p:spPr>
          <a:xfrm>
            <a:off x="7818120" y="3931920"/>
            <a:ext cx="256032" cy="256032"/>
          </a:xfrm>
          <a:prstGeom prst="rect">
            <a:avLst/>
          </a:prstGeom>
          <a:solidFill>
            <a:srgbClr val="B86156"/>
          </a:solidFill>
          <a:ln>
            <a:solidFill>
              <a:srgbClr val="B86156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BFAF4"/>
                </a:solidFill>
              </a:rPr>
              <a:t>3</a:t>
            </a:r>
            <a:endParaRPr lang="en-US" sz="1000"/>
          </a:p>
        </p:txBody>
      </p:sp>
      <p:sp>
        <p:nvSpPr>
          <p:cNvPr id="22" name="Text 20"/>
          <p:cNvSpPr/>
          <p:nvPr/>
        </p:nvSpPr>
        <p:spPr>
          <a:xfrm>
            <a:off x="8211312" y="3922776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>
                <a:solidFill>
                  <a:srgbClr val="123240"/>
                </a:solidFill>
              </a:rPr>
              <a:t>Point requiring attention</a:t>
            </a:r>
            <a:endParaRPr lang="en-US" sz="1350"/>
          </a:p>
        </p:txBody>
      </p:sp>
      <p:sp>
        <p:nvSpPr>
          <p:cNvPr id="23" name="Text 21"/>
          <p:cNvSpPr/>
          <p:nvPr/>
        </p:nvSpPr>
        <p:spPr>
          <a:xfrm>
            <a:off x="8211312" y="4215384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243036"/>
                </a:solidFill>
              </a:rPr>
              <a:t>Use coral only for a stressor, threshold, management issue, or discussion item.</a:t>
            </a:r>
            <a:endParaRPr lang="en-US" sz="105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Vegetation condition should connect trend, composition, and habitat value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for annual area, percent cover, or mapped vegetation classes.</a:t>
            </a:r>
            <a:endParaRPr lang="en-US" sz="145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VEGETATION MONITORING</a:t>
            </a:r>
            <a:endParaRPr lang="en-US" sz="75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750"/>
          </a:p>
        </p:txBody>
      </p:sp>
      <p:sp>
        <p:nvSpPr>
          <p:cNvPr id="10" name="Shape 8"/>
          <p:cNvSpPr/>
          <p:nvPr/>
        </p:nvSpPr>
        <p:spPr>
          <a:xfrm>
            <a:off x="658368" y="1417320"/>
            <a:ext cx="7543800" cy="422452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59536" y="1618488"/>
            <a:ext cx="7141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123240"/>
                </a:solidFill>
              </a:rPr>
              <a:t>PRIMARY VEGETATION FIGURE</a:t>
            </a:r>
            <a:endParaRPr lang="en-US" sz="950"/>
          </a:p>
        </p:txBody>
      </p:sp>
      <p:sp>
        <p:nvSpPr>
          <p:cNvPr id="12" name="Text 10"/>
          <p:cNvSpPr/>
          <p:nvPr/>
        </p:nvSpPr>
        <p:spPr>
          <a:xfrm>
            <a:off x="859536" y="1947672"/>
            <a:ext cx="7141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5737A"/>
                </a:solidFill>
              </a:rPr>
              <a:t>Line, stacked area, or faceted figure. Keep the legend compact and put the finding in the headline.</a:t>
            </a:r>
            <a:endParaRPr lang="en-US" sz="1050"/>
          </a:p>
        </p:txBody>
      </p:sp>
      <p:sp>
        <p:nvSpPr>
          <p:cNvPr id="13" name="Shape 11"/>
          <p:cNvSpPr/>
          <p:nvPr/>
        </p:nvSpPr>
        <p:spPr>
          <a:xfrm>
            <a:off x="886968" y="5257800"/>
            <a:ext cx="708660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641080" y="1627632"/>
            <a:ext cx="2514600" cy="457200"/>
          </a:xfrm>
          <a:prstGeom prst="rect">
            <a:avLst/>
          </a:prstGeom>
          <a:solidFill>
            <a:srgbClr val="DDEDEC"/>
          </a:solidFill>
          <a:ln w="12700">
            <a:solidFill>
              <a:srgbClr val="DDEDE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823960" y="1755648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123240"/>
                </a:solidFill>
              </a:rPr>
              <a:t>CONDITION</a:t>
            </a:r>
            <a:endParaRPr lang="en-US" sz="750"/>
          </a:p>
        </p:txBody>
      </p:sp>
      <p:sp>
        <p:nvSpPr>
          <p:cNvPr id="16" name="Text 14"/>
          <p:cNvSpPr/>
          <p:nvPr/>
        </p:nvSpPr>
        <p:spPr>
          <a:xfrm>
            <a:off x="8823960" y="226771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>
                <a:solidFill>
                  <a:srgbClr val="243036"/>
                </a:solidFill>
              </a:rPr>
              <a:t>Replace with current-year status, direction of change, or monitoring category.</a:t>
            </a:r>
            <a:endParaRPr lang="en-US" sz="1250"/>
          </a:p>
        </p:txBody>
      </p:sp>
      <p:sp>
        <p:nvSpPr>
          <p:cNvPr id="17" name="Shape 15"/>
          <p:cNvSpPr/>
          <p:nvPr/>
        </p:nvSpPr>
        <p:spPr>
          <a:xfrm>
            <a:off x="8641080" y="3273552"/>
            <a:ext cx="2514600" cy="457200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823960" y="340156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3B5B45"/>
                </a:solidFill>
              </a:rPr>
              <a:t>HABITAT LINK</a:t>
            </a:r>
            <a:endParaRPr lang="en-US" sz="750"/>
          </a:p>
        </p:txBody>
      </p:sp>
      <p:sp>
        <p:nvSpPr>
          <p:cNvPr id="19" name="Text 17"/>
          <p:cNvSpPr/>
          <p:nvPr/>
        </p:nvSpPr>
        <p:spPr>
          <a:xfrm>
            <a:off x="8823960" y="391363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250">
                <a:solidFill>
                  <a:srgbClr val="243036"/>
                </a:solidFill>
              </a:rPr>
              <a:t>State how the vegetation condition supports habitat, refugia, or covered-species needs.</a:t>
            </a:r>
            <a:endParaRPr lang="en-US" sz="125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Major vegetation types tell the habitat story better than total area alone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layout when composition is the key message.</a:t>
            </a:r>
            <a:endParaRPr lang="en-US" sz="145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VEGETATION COMPOSITION</a:t>
            </a:r>
            <a:endParaRPr lang="en-US" sz="75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750"/>
          </a:p>
        </p:txBody>
      </p:sp>
      <p:sp>
        <p:nvSpPr>
          <p:cNvPr id="10" name="Shape 8"/>
          <p:cNvSpPr/>
          <p:nvPr/>
        </p:nvSpPr>
        <p:spPr>
          <a:xfrm>
            <a:off x="658368" y="1417320"/>
            <a:ext cx="5532120" cy="422452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59536" y="1618488"/>
            <a:ext cx="5129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123240"/>
                </a:solidFill>
              </a:rPr>
              <a:t>A · COMPOSITION FIGURE</a:t>
            </a:r>
            <a:endParaRPr lang="en-US" sz="950"/>
          </a:p>
        </p:txBody>
      </p:sp>
      <p:sp>
        <p:nvSpPr>
          <p:cNvPr id="12" name="Text 10"/>
          <p:cNvSpPr/>
          <p:nvPr/>
        </p:nvSpPr>
        <p:spPr>
          <a:xfrm>
            <a:off x="859536" y="1947672"/>
            <a:ext cx="51297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5737A"/>
                </a:solidFill>
              </a:rPr>
              <a:t>Example: stacked area by dominant vegetation type, grouped bars by survey date, or mosaic summary.</a:t>
            </a:r>
            <a:endParaRPr lang="en-US" sz="1050"/>
          </a:p>
        </p:txBody>
      </p:sp>
      <p:sp>
        <p:nvSpPr>
          <p:cNvPr id="13" name="Shape 11"/>
          <p:cNvSpPr/>
          <p:nvPr/>
        </p:nvSpPr>
        <p:spPr>
          <a:xfrm>
            <a:off x="886968" y="5257800"/>
            <a:ext cx="507492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473952" y="1417320"/>
            <a:ext cx="4754880" cy="422452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675120" y="1618488"/>
            <a:ext cx="4352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123240"/>
                </a:solidFill>
              </a:rPr>
              <a:t>B · KEY COMPARISON</a:t>
            </a:r>
            <a:endParaRPr lang="en-US" sz="950"/>
          </a:p>
        </p:txBody>
      </p:sp>
      <p:sp>
        <p:nvSpPr>
          <p:cNvPr id="16" name="Text 14"/>
          <p:cNvSpPr/>
          <p:nvPr/>
        </p:nvSpPr>
        <p:spPr>
          <a:xfrm>
            <a:off x="6675120" y="1947672"/>
            <a:ext cx="43525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5737A"/>
                </a:solidFill>
              </a:rPr>
              <a:t>Example: specific species/class, pre/post management interval, or reach comparison.</a:t>
            </a:r>
            <a:endParaRPr lang="en-US" sz="1050"/>
          </a:p>
        </p:txBody>
      </p:sp>
      <p:sp>
        <p:nvSpPr>
          <p:cNvPr id="17" name="Shape 15"/>
          <p:cNvSpPr/>
          <p:nvPr/>
        </p:nvSpPr>
        <p:spPr>
          <a:xfrm>
            <a:off x="6702552" y="5257800"/>
            <a:ext cx="429768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788152" y="589788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>
                <a:solidFill>
                  <a:srgbClr val="65737A"/>
                </a:solidFill>
              </a:rPr>
              <a:t>COMPARE</a:t>
            </a:r>
            <a:endParaRPr lang="en-US" sz="75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Show how lake evidence becomes implementation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simple pathway clarifies triggers, responsibilities, and intended habitat outcomes.</a:t>
            </a:r>
            <a:endParaRPr lang="en-US" sz="145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PATHWAY</a:t>
            </a:r>
            <a:endParaRPr lang="en-US" sz="75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750"/>
          </a:p>
        </p:txBody>
      </p:sp>
      <p:sp>
        <p:nvSpPr>
          <p:cNvPr id="10" name="Text 8"/>
          <p:cNvSpPr/>
          <p:nvPr/>
        </p:nvSpPr>
        <p:spPr>
          <a:xfrm>
            <a:off x="749808" y="1627632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1E6F73"/>
                </a:solidFill>
              </a:rPr>
              <a:t>OBSERVE</a:t>
            </a:r>
            <a:endParaRPr lang="en-US" sz="850"/>
          </a:p>
        </p:txBody>
      </p:sp>
      <p:sp>
        <p:nvSpPr>
          <p:cNvPr id="11" name="Text 9"/>
          <p:cNvSpPr/>
          <p:nvPr/>
        </p:nvSpPr>
        <p:spPr>
          <a:xfrm>
            <a:off x="749808" y="2011680"/>
            <a:ext cx="512064" cy="512064"/>
          </a:xfrm>
          <a:prstGeom prst="rect">
            <a:avLst/>
          </a:prstGeom>
          <a:solidFill>
            <a:srgbClr val="1E6F73"/>
          </a:solidFill>
          <a:ln>
            <a:solidFill>
              <a:srgbClr val="1E6F73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BFAF4"/>
                </a:solidFill>
              </a:rPr>
              <a:t>01</a:t>
            </a:r>
            <a:endParaRPr lang="en-US" sz="1600"/>
          </a:p>
        </p:txBody>
      </p:sp>
      <p:sp>
        <p:nvSpPr>
          <p:cNvPr id="12" name="Text 10"/>
          <p:cNvSpPr/>
          <p:nvPr/>
        </p:nvSpPr>
        <p:spPr>
          <a:xfrm>
            <a:off x="749808" y="2761488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450" b="1">
                <a:solidFill>
                  <a:srgbClr val="123240"/>
                </a:solidFill>
              </a:rPr>
              <a:t>Vegetation + habitat signal</a:t>
            </a:r>
            <a:endParaRPr lang="en-US" sz="1450"/>
          </a:p>
        </p:txBody>
      </p:sp>
      <p:sp>
        <p:nvSpPr>
          <p:cNvPr id="13" name="Text 11"/>
          <p:cNvSpPr/>
          <p:nvPr/>
        </p:nvSpPr>
        <p:spPr>
          <a:xfrm>
            <a:off x="749808" y="3218688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>
                <a:solidFill>
                  <a:srgbClr val="243036"/>
                </a:solidFill>
              </a:rPr>
              <a:t>Mapped vegetation, photo points, field notes, water clarity, springflow context.</a:t>
            </a:r>
            <a:endParaRPr lang="en-US" sz="1150"/>
          </a:p>
        </p:txBody>
      </p:sp>
      <p:sp>
        <p:nvSpPr>
          <p:cNvPr id="14" name="Shape 12"/>
          <p:cNvSpPr/>
          <p:nvPr/>
        </p:nvSpPr>
        <p:spPr>
          <a:xfrm>
            <a:off x="2999232" y="2267712"/>
            <a:ext cx="384048" cy="0"/>
          </a:xfrm>
          <a:prstGeom prst="line">
            <a:avLst/>
          </a:prstGeom>
          <a:noFill/>
          <a:ln w="16510">
            <a:solidFill>
              <a:srgbClr val="A99B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538728" y="1627632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6CB7AF"/>
                </a:solidFill>
              </a:rPr>
              <a:t>INTERPRET</a:t>
            </a:r>
            <a:endParaRPr lang="en-US" sz="850"/>
          </a:p>
        </p:txBody>
      </p:sp>
      <p:sp>
        <p:nvSpPr>
          <p:cNvPr id="16" name="Text 14"/>
          <p:cNvSpPr/>
          <p:nvPr/>
        </p:nvSpPr>
        <p:spPr>
          <a:xfrm>
            <a:off x="3538728" y="2011680"/>
            <a:ext cx="512064" cy="512064"/>
          </a:xfrm>
          <a:prstGeom prst="rect">
            <a:avLst/>
          </a:prstGeom>
          <a:solidFill>
            <a:srgbClr val="6CB7AF"/>
          </a:solidFill>
          <a:ln>
            <a:solidFill>
              <a:srgbClr val="6CB7A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BFAF4"/>
                </a:solidFill>
              </a:rPr>
              <a:t>02</a:t>
            </a:r>
            <a:endParaRPr lang="en-US" sz="1600"/>
          </a:p>
        </p:txBody>
      </p:sp>
      <p:sp>
        <p:nvSpPr>
          <p:cNvPr id="17" name="Text 15"/>
          <p:cNvSpPr/>
          <p:nvPr/>
        </p:nvSpPr>
        <p:spPr>
          <a:xfrm>
            <a:off x="3538728" y="2761488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b="1">
                <a:solidFill>
                  <a:srgbClr val="123240"/>
                </a:solidFill>
              </a:rPr>
              <a:t>Ecological meaning</a:t>
            </a:r>
            <a:endParaRPr lang="en-US" sz="1450"/>
          </a:p>
        </p:txBody>
      </p:sp>
      <p:sp>
        <p:nvSpPr>
          <p:cNvPr id="18" name="Text 16"/>
          <p:cNvSpPr/>
          <p:nvPr/>
        </p:nvSpPr>
        <p:spPr>
          <a:xfrm>
            <a:off x="3538728" y="3218688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>
                <a:solidFill>
                  <a:srgbClr val="243036"/>
                </a:solidFill>
              </a:rPr>
              <a:t>Separate normal seasonal movement from persistent habitat change.</a:t>
            </a:r>
            <a:endParaRPr lang="en-US" sz="1150"/>
          </a:p>
        </p:txBody>
      </p:sp>
      <p:sp>
        <p:nvSpPr>
          <p:cNvPr id="19" name="Shape 17"/>
          <p:cNvSpPr/>
          <p:nvPr/>
        </p:nvSpPr>
        <p:spPr>
          <a:xfrm>
            <a:off x="5788152" y="2267712"/>
            <a:ext cx="384048" cy="0"/>
          </a:xfrm>
          <a:prstGeom prst="line">
            <a:avLst/>
          </a:prstGeom>
          <a:noFill/>
          <a:ln w="16510">
            <a:solidFill>
              <a:srgbClr val="A99B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327648" y="1627632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4F7D4F"/>
                </a:solidFill>
              </a:rPr>
              <a:t>MANAGE</a:t>
            </a:r>
            <a:endParaRPr lang="en-US" sz="850"/>
          </a:p>
        </p:txBody>
      </p:sp>
      <p:sp>
        <p:nvSpPr>
          <p:cNvPr id="21" name="Text 19"/>
          <p:cNvSpPr/>
          <p:nvPr/>
        </p:nvSpPr>
        <p:spPr>
          <a:xfrm>
            <a:off x="6327648" y="2011680"/>
            <a:ext cx="512064" cy="512064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BFAF4"/>
                </a:solidFill>
              </a:rPr>
              <a:t>03</a:t>
            </a:r>
            <a:endParaRPr lang="en-US" sz="1600"/>
          </a:p>
        </p:txBody>
      </p:sp>
      <p:sp>
        <p:nvSpPr>
          <p:cNvPr id="22" name="Text 20"/>
          <p:cNvSpPr/>
          <p:nvPr/>
        </p:nvSpPr>
        <p:spPr>
          <a:xfrm>
            <a:off x="6327648" y="2761488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b="1">
                <a:solidFill>
                  <a:srgbClr val="123240"/>
                </a:solidFill>
              </a:rPr>
              <a:t>Implementation action</a:t>
            </a:r>
            <a:endParaRPr lang="en-US" sz="1450"/>
          </a:p>
        </p:txBody>
      </p:sp>
      <p:sp>
        <p:nvSpPr>
          <p:cNvPr id="23" name="Text 21"/>
          <p:cNvSpPr/>
          <p:nvPr/>
        </p:nvSpPr>
        <p:spPr>
          <a:xfrm>
            <a:off x="6327648" y="3218688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>
                <a:solidFill>
                  <a:srgbClr val="243036"/>
                </a:solidFill>
              </a:rPr>
              <a:t>Coordinate mowing, recreation management, restoration, or monitoring adjustment.</a:t>
            </a:r>
            <a:endParaRPr lang="en-US" sz="1150"/>
          </a:p>
        </p:txBody>
      </p:sp>
      <p:sp>
        <p:nvSpPr>
          <p:cNvPr id="24" name="Shape 22"/>
          <p:cNvSpPr/>
          <p:nvPr/>
        </p:nvSpPr>
        <p:spPr>
          <a:xfrm>
            <a:off x="8577072" y="2267712"/>
            <a:ext cx="384048" cy="0"/>
          </a:xfrm>
          <a:prstGeom prst="line">
            <a:avLst/>
          </a:prstGeom>
          <a:noFill/>
          <a:ln w="16510">
            <a:solidFill>
              <a:srgbClr val="A99B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9116568" y="1627632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3B5B45"/>
                </a:solidFill>
              </a:rPr>
              <a:t>EVALUATE</a:t>
            </a:r>
            <a:endParaRPr lang="en-US" sz="850"/>
          </a:p>
        </p:txBody>
      </p:sp>
      <p:sp>
        <p:nvSpPr>
          <p:cNvPr id="26" name="Text 24"/>
          <p:cNvSpPr/>
          <p:nvPr/>
        </p:nvSpPr>
        <p:spPr>
          <a:xfrm>
            <a:off x="9116568" y="2011680"/>
            <a:ext cx="512064" cy="512064"/>
          </a:xfrm>
          <a:prstGeom prst="rect">
            <a:avLst/>
          </a:prstGeom>
          <a:solidFill>
            <a:srgbClr val="3B5B45"/>
          </a:solidFill>
          <a:ln>
            <a:solidFill>
              <a:srgbClr val="3B5B45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BFAF4"/>
                </a:solidFill>
              </a:rPr>
              <a:t>04</a:t>
            </a:r>
            <a:endParaRPr lang="en-US" sz="1600"/>
          </a:p>
        </p:txBody>
      </p:sp>
      <p:sp>
        <p:nvSpPr>
          <p:cNvPr id="27" name="Text 25"/>
          <p:cNvSpPr/>
          <p:nvPr/>
        </p:nvSpPr>
        <p:spPr>
          <a:xfrm>
            <a:off x="9116568" y="2761488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b="1">
                <a:solidFill>
                  <a:srgbClr val="123240"/>
                </a:solidFill>
              </a:rPr>
              <a:t>Outcome and learning</a:t>
            </a:r>
            <a:endParaRPr lang="en-US" sz="1450"/>
          </a:p>
        </p:txBody>
      </p:sp>
      <p:sp>
        <p:nvSpPr>
          <p:cNvPr id="28" name="Text 26"/>
          <p:cNvSpPr/>
          <p:nvPr/>
        </p:nvSpPr>
        <p:spPr>
          <a:xfrm>
            <a:off x="9116568" y="3218688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>
                <a:solidFill>
                  <a:srgbClr val="243036"/>
                </a:solidFill>
              </a:rPr>
              <a:t>Assess vegetation response, habitat quality, and what to change next cycle.</a:t>
            </a:r>
            <a:endParaRPr lang="en-US" sz="1150"/>
          </a:p>
        </p:txBody>
      </p:sp>
      <p:sp>
        <p:nvSpPr>
          <p:cNvPr id="29" name="Shape 27"/>
          <p:cNvSpPr/>
          <p:nvPr/>
        </p:nvSpPr>
        <p:spPr>
          <a:xfrm>
            <a:off x="749808" y="5193792"/>
            <a:ext cx="10195560" cy="457200"/>
          </a:xfrm>
          <a:prstGeom prst="rect">
            <a:avLst/>
          </a:prstGeom>
          <a:solidFill>
            <a:srgbClr val="F4E9CF"/>
          </a:solidFill>
          <a:ln w="12700">
            <a:solidFill>
              <a:srgbClr val="F4E9C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932688" y="5330952"/>
            <a:ext cx="9738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123240"/>
                </a:solidFill>
              </a:rPr>
              <a:t>KEY QUESTION  ·  Is each handoff clear, documented, and supported by the right monitoring evidence?</a:t>
            </a:r>
            <a:endParaRPr lang="en-US" sz="100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Monitoring is easiest to review by purpose and status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table for vegetation mapping, photo points, water quality, recreation observations, or targeted surveys.</a:t>
            </a:r>
            <a:endParaRPr lang="en-US" sz="145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MONITORING STATUS</a:t>
            </a:r>
            <a:endParaRPr lang="en-US" sz="75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750"/>
          </a:p>
        </p:txBody>
      </p:sp>
      <p:sp>
        <p:nvSpPr>
          <p:cNvPr id="10" name="Shape 8"/>
          <p:cNvSpPr/>
          <p:nvPr/>
        </p:nvSpPr>
        <p:spPr>
          <a:xfrm>
            <a:off x="658368" y="1463040"/>
            <a:ext cx="10561320" cy="384048"/>
          </a:xfrm>
          <a:prstGeom prst="rect">
            <a:avLst/>
          </a:prstGeom>
          <a:solidFill>
            <a:srgbClr val="123240"/>
          </a:solidFill>
          <a:ln w="12700">
            <a:solidFill>
              <a:srgbClr val="1232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68096" y="1581912"/>
            <a:ext cx="21031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FBFAF4"/>
                </a:solidFill>
              </a:rPr>
              <a:t>COMPONENT</a:t>
            </a:r>
            <a:endParaRPr lang="en-US" sz="750"/>
          </a:p>
        </p:txBody>
      </p:sp>
      <p:sp>
        <p:nvSpPr>
          <p:cNvPr id="12" name="Text 10"/>
          <p:cNvSpPr/>
          <p:nvPr/>
        </p:nvSpPr>
        <p:spPr>
          <a:xfrm>
            <a:off x="3081528" y="1581912"/>
            <a:ext cx="4114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FBFAF4"/>
                </a:solidFill>
              </a:rPr>
              <a:t>PURPOSE IN LANDA LAKE</a:t>
            </a:r>
            <a:endParaRPr lang="en-US" sz="750"/>
          </a:p>
        </p:txBody>
      </p:sp>
      <p:sp>
        <p:nvSpPr>
          <p:cNvPr id="13" name="Text 11"/>
          <p:cNvSpPr/>
          <p:nvPr/>
        </p:nvSpPr>
        <p:spPr>
          <a:xfrm>
            <a:off x="7452360" y="1581912"/>
            <a:ext cx="1828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FBFAF4"/>
                </a:solidFill>
              </a:rPr>
              <a:t>CURRENT STATUS</a:t>
            </a:r>
            <a:endParaRPr lang="en-US" sz="750"/>
          </a:p>
        </p:txBody>
      </p:sp>
      <p:sp>
        <p:nvSpPr>
          <p:cNvPr id="14" name="Text 12"/>
          <p:cNvSpPr/>
          <p:nvPr/>
        </p:nvSpPr>
        <p:spPr>
          <a:xfrm>
            <a:off x="9546336" y="1581912"/>
            <a:ext cx="1417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FBFAF4"/>
                </a:solidFill>
              </a:rPr>
              <a:t>NEXT USE</a:t>
            </a:r>
            <a:endParaRPr lang="en-US" sz="750"/>
          </a:p>
        </p:txBody>
      </p:sp>
      <p:sp>
        <p:nvSpPr>
          <p:cNvPr id="15" name="Shape 13"/>
          <p:cNvSpPr/>
          <p:nvPr/>
        </p:nvSpPr>
        <p:spPr>
          <a:xfrm>
            <a:off x="658368" y="1883664"/>
            <a:ext cx="10561320" cy="713232"/>
          </a:xfrm>
          <a:prstGeom prst="rect">
            <a:avLst/>
          </a:prstGeom>
          <a:solidFill>
            <a:srgbClr val="FBFAF4"/>
          </a:solidFill>
          <a:ln w="5080">
            <a:solidFill>
              <a:srgbClr val="D8CFB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68096" y="204825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b="1">
                <a:solidFill>
                  <a:srgbClr val="123240"/>
                </a:solidFill>
              </a:rPr>
              <a:t>Vegetation mapping</a:t>
            </a:r>
            <a:endParaRPr lang="en-US" sz="1220"/>
          </a:p>
        </p:txBody>
      </p:sp>
      <p:sp>
        <p:nvSpPr>
          <p:cNvPr id="17" name="Text 15"/>
          <p:cNvSpPr/>
          <p:nvPr/>
        </p:nvSpPr>
        <p:spPr>
          <a:xfrm>
            <a:off x="3081528" y="2029968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>
                <a:solidFill>
                  <a:srgbClr val="243036"/>
                </a:solidFill>
              </a:rPr>
              <a:t>Describe the mechanism and ecological value of the survey product.</a:t>
            </a:r>
            <a:endParaRPr lang="en-US" sz="1030"/>
          </a:p>
        </p:txBody>
      </p:sp>
      <p:sp>
        <p:nvSpPr>
          <p:cNvPr id="18" name="Text 16"/>
          <p:cNvSpPr/>
          <p:nvPr/>
        </p:nvSpPr>
        <p:spPr>
          <a:xfrm>
            <a:off x="7470648" y="2066544"/>
            <a:ext cx="1005840" cy="256032"/>
          </a:xfrm>
          <a:prstGeom prst="rect">
            <a:avLst/>
          </a:prstGeom>
          <a:solidFill>
            <a:srgbClr val="3B5B45"/>
          </a:solidFill>
          <a:ln>
            <a:solidFill>
              <a:srgbClr val="3B5B45">
                <a:alpha val="0"/>
              </a:srgbClr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850" b="1">
                <a:solidFill>
                  <a:srgbClr val="FBFAF4"/>
                </a:solidFill>
              </a:rPr>
              <a:t>ON TRACK</a:t>
            </a:r>
            <a:endParaRPr lang="en-US" sz="850"/>
          </a:p>
        </p:txBody>
      </p:sp>
      <p:sp>
        <p:nvSpPr>
          <p:cNvPr id="19" name="Text 17"/>
          <p:cNvSpPr/>
          <p:nvPr/>
        </p:nvSpPr>
        <p:spPr>
          <a:xfrm>
            <a:off x="9573768" y="2075688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b="1">
                <a:solidFill>
                  <a:srgbClr val="243036"/>
                </a:solidFill>
              </a:rPr>
              <a:t>Briefing</a:t>
            </a:r>
            <a:endParaRPr lang="en-US" sz="1120"/>
          </a:p>
        </p:txBody>
      </p:sp>
      <p:sp>
        <p:nvSpPr>
          <p:cNvPr id="20" name="Shape 18"/>
          <p:cNvSpPr/>
          <p:nvPr/>
        </p:nvSpPr>
        <p:spPr>
          <a:xfrm>
            <a:off x="658368" y="2688336"/>
            <a:ext cx="10561320" cy="713232"/>
          </a:xfrm>
          <a:prstGeom prst="rect">
            <a:avLst/>
          </a:prstGeom>
          <a:solidFill>
            <a:srgbClr val="F2EFE4"/>
          </a:solidFill>
          <a:ln w="5080">
            <a:solidFill>
              <a:srgbClr val="D8CFB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68096" y="28529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b="1">
                <a:solidFill>
                  <a:srgbClr val="123240"/>
                </a:solidFill>
              </a:rPr>
              <a:t>Photo points / field notes</a:t>
            </a:r>
            <a:endParaRPr lang="en-US" sz="1220"/>
          </a:p>
        </p:txBody>
      </p:sp>
      <p:sp>
        <p:nvSpPr>
          <p:cNvPr id="22" name="Text 20"/>
          <p:cNvSpPr/>
          <p:nvPr/>
        </p:nvSpPr>
        <p:spPr>
          <a:xfrm>
            <a:off x="3081528" y="2834640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>
                <a:solidFill>
                  <a:srgbClr val="243036"/>
                </a:solidFill>
              </a:rPr>
              <a:t>Describe what the field observation adds to the mapped data.</a:t>
            </a:r>
            <a:endParaRPr lang="en-US" sz="1030"/>
          </a:p>
        </p:txBody>
      </p:sp>
      <p:sp>
        <p:nvSpPr>
          <p:cNvPr id="23" name="Text 21"/>
          <p:cNvSpPr/>
          <p:nvPr/>
        </p:nvSpPr>
        <p:spPr>
          <a:xfrm>
            <a:off x="7470648" y="2871216"/>
            <a:ext cx="1005840" cy="256032"/>
          </a:xfrm>
          <a:prstGeom prst="rect">
            <a:avLst/>
          </a:prstGeom>
          <a:solidFill>
            <a:srgbClr val="D6A13A"/>
          </a:solidFill>
          <a:ln>
            <a:solidFill>
              <a:srgbClr val="D6A13A">
                <a:alpha val="0"/>
              </a:srgbClr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850" b="1">
                <a:solidFill>
                  <a:srgbClr val="FBFAF4"/>
                </a:solidFill>
              </a:rPr>
              <a:t>WATCH</a:t>
            </a:r>
            <a:endParaRPr lang="en-US" sz="850"/>
          </a:p>
        </p:txBody>
      </p:sp>
      <p:sp>
        <p:nvSpPr>
          <p:cNvPr id="24" name="Text 22"/>
          <p:cNvSpPr/>
          <p:nvPr/>
        </p:nvSpPr>
        <p:spPr>
          <a:xfrm>
            <a:off x="9573768" y="28803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b="1">
                <a:solidFill>
                  <a:srgbClr val="243036"/>
                </a:solidFill>
              </a:rPr>
              <a:t>QA/QC</a:t>
            </a:r>
            <a:endParaRPr lang="en-US" sz="1120"/>
          </a:p>
        </p:txBody>
      </p:sp>
      <p:sp>
        <p:nvSpPr>
          <p:cNvPr id="25" name="Shape 23"/>
          <p:cNvSpPr/>
          <p:nvPr/>
        </p:nvSpPr>
        <p:spPr>
          <a:xfrm>
            <a:off x="658368" y="3493008"/>
            <a:ext cx="10561320" cy="713232"/>
          </a:xfrm>
          <a:prstGeom prst="rect">
            <a:avLst/>
          </a:prstGeom>
          <a:solidFill>
            <a:srgbClr val="FBFAF4"/>
          </a:solidFill>
          <a:ln w="5080">
            <a:solidFill>
              <a:srgbClr val="D8CFB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68096" y="36576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b="1">
                <a:solidFill>
                  <a:srgbClr val="123240"/>
                </a:solidFill>
              </a:rPr>
              <a:t>Water-quality context</a:t>
            </a:r>
            <a:endParaRPr lang="en-US" sz="1220"/>
          </a:p>
        </p:txBody>
      </p:sp>
      <p:sp>
        <p:nvSpPr>
          <p:cNvPr id="27" name="Text 25"/>
          <p:cNvSpPr/>
          <p:nvPr/>
        </p:nvSpPr>
        <p:spPr>
          <a:xfrm>
            <a:off x="3081528" y="3639312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>
                <a:solidFill>
                  <a:srgbClr val="243036"/>
                </a:solidFill>
              </a:rPr>
              <a:t>Describe the interpretive value for clarity, flow, or habitat condition.</a:t>
            </a:r>
            <a:endParaRPr lang="en-US" sz="1030"/>
          </a:p>
        </p:txBody>
      </p:sp>
      <p:sp>
        <p:nvSpPr>
          <p:cNvPr id="28" name="Text 26"/>
          <p:cNvSpPr/>
          <p:nvPr/>
        </p:nvSpPr>
        <p:spPr>
          <a:xfrm>
            <a:off x="7470648" y="3675888"/>
            <a:ext cx="1005840" cy="256032"/>
          </a:xfrm>
          <a:prstGeom prst="rect">
            <a:avLst/>
          </a:prstGeom>
          <a:solidFill>
            <a:srgbClr val="4F7D4F"/>
          </a:solidFill>
          <a:ln>
            <a:solidFill>
              <a:srgbClr val="4F7D4F">
                <a:alpha val="0"/>
              </a:srgbClr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850" b="1">
                <a:solidFill>
                  <a:srgbClr val="FBFAF4"/>
                </a:solidFill>
              </a:rPr>
              <a:t>ACTIVE</a:t>
            </a:r>
            <a:endParaRPr lang="en-US" sz="850"/>
          </a:p>
        </p:txBody>
      </p:sp>
      <p:sp>
        <p:nvSpPr>
          <p:cNvPr id="29" name="Text 27"/>
          <p:cNvSpPr/>
          <p:nvPr/>
        </p:nvSpPr>
        <p:spPr>
          <a:xfrm>
            <a:off x="9573768" y="3685032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b="1">
                <a:solidFill>
                  <a:srgbClr val="243036"/>
                </a:solidFill>
              </a:rPr>
              <a:t>Context</a:t>
            </a:r>
            <a:endParaRPr lang="en-US" sz="1120"/>
          </a:p>
        </p:txBody>
      </p:sp>
      <p:sp>
        <p:nvSpPr>
          <p:cNvPr id="30" name="Shape 28"/>
          <p:cNvSpPr/>
          <p:nvPr/>
        </p:nvSpPr>
        <p:spPr>
          <a:xfrm>
            <a:off x="658368" y="4297680"/>
            <a:ext cx="10561320" cy="713232"/>
          </a:xfrm>
          <a:prstGeom prst="rect">
            <a:avLst/>
          </a:prstGeom>
          <a:solidFill>
            <a:srgbClr val="F2EFE4"/>
          </a:solidFill>
          <a:ln w="5080">
            <a:solidFill>
              <a:srgbClr val="D8CFB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68096" y="446227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b="1">
                <a:solidFill>
                  <a:srgbClr val="123240"/>
                </a:solidFill>
              </a:rPr>
              <a:t>Management action record</a:t>
            </a:r>
            <a:endParaRPr lang="en-US" sz="1220"/>
          </a:p>
        </p:txBody>
      </p:sp>
      <p:sp>
        <p:nvSpPr>
          <p:cNvPr id="32" name="Text 30"/>
          <p:cNvSpPr/>
          <p:nvPr/>
        </p:nvSpPr>
        <p:spPr>
          <a:xfrm>
            <a:off x="3081528" y="4443984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>
                <a:solidFill>
                  <a:srgbClr val="243036"/>
                </a:solidFill>
              </a:rPr>
              <a:t>Describe how implementation actions are documented and connected to outcomes.</a:t>
            </a:r>
            <a:endParaRPr lang="en-US" sz="1030"/>
          </a:p>
        </p:txBody>
      </p:sp>
      <p:sp>
        <p:nvSpPr>
          <p:cNvPr id="33" name="Text 31"/>
          <p:cNvSpPr/>
          <p:nvPr/>
        </p:nvSpPr>
        <p:spPr>
          <a:xfrm>
            <a:off x="7470648" y="4480560"/>
            <a:ext cx="1005840" cy="256032"/>
          </a:xfrm>
          <a:prstGeom prst="rect">
            <a:avLst/>
          </a:prstGeom>
          <a:solidFill>
            <a:srgbClr val="B86156"/>
          </a:solidFill>
          <a:ln>
            <a:solidFill>
              <a:srgbClr val="B86156">
                <a:alpha val="0"/>
              </a:srgbClr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850" b="1">
                <a:solidFill>
                  <a:srgbClr val="FBFAF4"/>
                </a:solidFill>
              </a:rPr>
              <a:t>UPDATE</a:t>
            </a:r>
            <a:endParaRPr lang="en-US" sz="850"/>
          </a:p>
        </p:txBody>
      </p:sp>
      <p:sp>
        <p:nvSpPr>
          <p:cNvPr id="34" name="Text 32"/>
          <p:cNvSpPr/>
          <p:nvPr/>
        </p:nvSpPr>
        <p:spPr>
          <a:xfrm>
            <a:off x="9573768" y="4489704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b="1">
                <a:solidFill>
                  <a:srgbClr val="243036"/>
                </a:solidFill>
              </a:rPr>
              <a:t>Decision</a:t>
            </a:r>
            <a:endParaRPr lang="en-US" sz="1120"/>
          </a:p>
        </p:txBody>
      </p:sp>
      <p:sp>
        <p:nvSpPr>
          <p:cNvPr id="35" name="Text 33"/>
          <p:cNvSpPr/>
          <p:nvPr/>
        </p:nvSpPr>
        <p:spPr>
          <a:xfrm>
            <a:off x="822960" y="5559552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3B5B45"/>
                </a:solidFill>
              </a:rPr>
              <a:t>DISCUSSION PROMPT  ·  Which monitoring components are ready for interpretation, and which need more field context?</a:t>
            </a:r>
            <a:endParaRPr lang="en-US" sz="105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Pair lake condition with program response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aligned figures when the comparison—not either figure alone—is the message.</a:t>
            </a:r>
            <a:endParaRPr lang="en-US" sz="145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 + RESPONSE</a:t>
            </a:r>
            <a:endParaRPr lang="en-US" sz="75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750"/>
          </a:p>
        </p:txBody>
      </p:sp>
      <p:sp>
        <p:nvSpPr>
          <p:cNvPr id="10" name="Shape 8"/>
          <p:cNvSpPr/>
          <p:nvPr/>
        </p:nvSpPr>
        <p:spPr>
          <a:xfrm>
            <a:off x="658368" y="1417320"/>
            <a:ext cx="5166360" cy="422452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59536" y="1618488"/>
            <a:ext cx="4764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123240"/>
                </a:solidFill>
              </a:rPr>
              <a:t>A · LAKE CONDITION</a:t>
            </a:r>
            <a:endParaRPr lang="en-US" sz="950"/>
          </a:p>
        </p:txBody>
      </p:sp>
      <p:sp>
        <p:nvSpPr>
          <p:cNvPr id="12" name="Text 10"/>
          <p:cNvSpPr/>
          <p:nvPr/>
        </p:nvSpPr>
        <p:spPr>
          <a:xfrm>
            <a:off x="859536" y="1947672"/>
            <a:ext cx="47640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5737A"/>
                </a:solidFill>
              </a:rPr>
              <a:t>Examples: vegetation extent, percent cover, mapped habitat, water clarity, or springflow context.</a:t>
            </a:r>
            <a:endParaRPr lang="en-US" sz="1050"/>
          </a:p>
        </p:txBody>
      </p:sp>
      <p:sp>
        <p:nvSpPr>
          <p:cNvPr id="13" name="Shape 11"/>
          <p:cNvSpPr/>
          <p:nvPr/>
        </p:nvSpPr>
        <p:spPr>
          <a:xfrm>
            <a:off x="886968" y="5257800"/>
            <a:ext cx="470916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126480" y="1417320"/>
            <a:ext cx="5166360" cy="4224528"/>
          </a:xfrm>
          <a:prstGeom prst="rect">
            <a:avLst/>
          </a:prstGeom>
          <a:solidFill>
            <a:srgbClr val="FBFAF4"/>
          </a:solidFill>
          <a:ln w="12700">
            <a:solidFill>
              <a:srgbClr val="A99B80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327648" y="1618488"/>
            <a:ext cx="4764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123240"/>
                </a:solidFill>
              </a:rPr>
              <a:t>B · PROGRAM RESPONSE</a:t>
            </a:r>
            <a:endParaRPr lang="en-US" sz="950"/>
          </a:p>
        </p:txBody>
      </p:sp>
      <p:sp>
        <p:nvSpPr>
          <p:cNvPr id="16" name="Text 14"/>
          <p:cNvSpPr/>
          <p:nvPr/>
        </p:nvSpPr>
        <p:spPr>
          <a:xfrm>
            <a:off x="6327648" y="1947672"/>
            <a:ext cx="47640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5737A"/>
                </a:solidFill>
              </a:rPr>
              <a:t>Examples: maintenance, restoration, recreation management, monitoring adjustment, or adaptive response.</a:t>
            </a:r>
            <a:endParaRPr lang="en-US" sz="1050"/>
          </a:p>
        </p:txBody>
      </p:sp>
      <p:sp>
        <p:nvSpPr>
          <p:cNvPr id="17" name="Shape 15"/>
          <p:cNvSpPr/>
          <p:nvPr/>
        </p:nvSpPr>
        <p:spPr>
          <a:xfrm>
            <a:off x="6355080" y="5257800"/>
            <a:ext cx="4709160" cy="0"/>
          </a:xfrm>
          <a:prstGeom prst="line">
            <a:avLst/>
          </a:prstGeom>
          <a:noFill/>
          <a:ln w="17780">
            <a:solidFill>
              <a:srgbClr val="6CB7AF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623560" y="589788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>
                <a:solidFill>
                  <a:srgbClr val="65737A"/>
                </a:solidFill>
              </a:rPr>
              <a:t>COMPARE</a:t>
            </a:r>
            <a:endParaRPr lang="en-US" sz="75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should the committee discuss?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slide to convert information into focused scientific dialogue.</a:t>
            </a:r>
            <a:endParaRPr lang="en-US" sz="145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DISCUSSION / DECISION</a:t>
            </a:r>
            <a:endParaRPr lang="en-US" sz="75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750"/>
          </a:p>
        </p:txBody>
      </p:sp>
      <p:sp>
        <p:nvSpPr>
          <p:cNvPr id="10" name="Text 8"/>
          <p:cNvSpPr/>
          <p:nvPr/>
        </p:nvSpPr>
        <p:spPr>
          <a:xfrm>
            <a:off x="960120" y="1600200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D6A13A"/>
                </a:solidFill>
              </a:rPr>
              <a:t>01</a:t>
            </a:r>
            <a:endParaRPr lang="en-US" sz="1500"/>
          </a:p>
        </p:txBody>
      </p:sp>
      <p:sp>
        <p:nvSpPr>
          <p:cNvPr id="11" name="Text 9"/>
          <p:cNvSpPr/>
          <p:nvPr/>
        </p:nvSpPr>
        <p:spPr>
          <a:xfrm>
            <a:off x="1572768" y="1581912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123240"/>
                </a:solidFill>
              </a:rPr>
              <a:t>Is the evidence sufficient?</a:t>
            </a:r>
            <a:endParaRPr lang="en-US" sz="2000"/>
          </a:p>
        </p:txBody>
      </p:sp>
      <p:sp>
        <p:nvSpPr>
          <p:cNvPr id="12" name="Text 10"/>
          <p:cNvSpPr/>
          <p:nvPr/>
        </p:nvSpPr>
        <p:spPr>
          <a:xfrm>
            <a:off x="1572768" y="203911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Identify gaps in mapping, field interpretation, or communication.</a:t>
            </a:r>
            <a:endParaRPr lang="en-US" sz="1300"/>
          </a:p>
        </p:txBody>
      </p:sp>
      <p:sp>
        <p:nvSpPr>
          <p:cNvPr id="13" name="Text 11"/>
          <p:cNvSpPr/>
          <p:nvPr/>
        </p:nvSpPr>
        <p:spPr>
          <a:xfrm>
            <a:off x="960120" y="2843784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D6A13A"/>
                </a:solidFill>
              </a:rPr>
              <a:t>02</a:t>
            </a:r>
            <a:endParaRPr lang="en-US" sz="1500"/>
          </a:p>
        </p:txBody>
      </p:sp>
      <p:sp>
        <p:nvSpPr>
          <p:cNvPr id="14" name="Text 12"/>
          <p:cNvSpPr/>
          <p:nvPr/>
        </p:nvSpPr>
        <p:spPr>
          <a:xfrm>
            <a:off x="1572768" y="2825496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123240"/>
                </a:solidFill>
              </a:rPr>
              <a:t>Is implementation performing as intended?</a:t>
            </a:r>
            <a:endParaRPr lang="en-US" sz="2000"/>
          </a:p>
        </p:txBody>
      </p:sp>
      <p:sp>
        <p:nvSpPr>
          <p:cNvPr id="15" name="Text 13"/>
          <p:cNvSpPr/>
          <p:nvPr/>
        </p:nvSpPr>
        <p:spPr>
          <a:xfrm>
            <a:off x="1572768" y="3282696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Separate operational execution from ecological outcome.</a:t>
            </a:r>
            <a:endParaRPr lang="en-US" sz="1300"/>
          </a:p>
        </p:txBody>
      </p:sp>
      <p:sp>
        <p:nvSpPr>
          <p:cNvPr id="16" name="Text 14"/>
          <p:cNvSpPr/>
          <p:nvPr/>
        </p:nvSpPr>
        <p:spPr>
          <a:xfrm>
            <a:off x="960120" y="4087368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D6A13A"/>
                </a:solidFill>
              </a:rPr>
              <a:t>03</a:t>
            </a:r>
            <a:endParaRPr lang="en-US" sz="1500"/>
          </a:p>
        </p:txBody>
      </p:sp>
      <p:sp>
        <p:nvSpPr>
          <p:cNvPr id="17" name="Text 15"/>
          <p:cNvSpPr/>
          <p:nvPr/>
        </p:nvSpPr>
        <p:spPr>
          <a:xfrm>
            <a:off x="1572768" y="406908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123240"/>
                </a:solidFill>
              </a:rPr>
              <a:t>What should change before the next cycle?</a:t>
            </a:r>
            <a:endParaRPr lang="en-US" sz="2000"/>
          </a:p>
        </p:txBody>
      </p:sp>
      <p:sp>
        <p:nvSpPr>
          <p:cNvPr id="18" name="Text 16"/>
          <p:cNvSpPr/>
          <p:nvPr/>
        </p:nvSpPr>
        <p:spPr>
          <a:xfrm>
            <a:off x="1572768" y="452628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Name a specific analysis, action, or decision owner.</a:t>
            </a:r>
            <a:endParaRPr lang="en-US" sz="1300"/>
          </a:p>
        </p:txBody>
      </p:sp>
      <p:sp>
        <p:nvSpPr>
          <p:cNvPr id="19" name="Shape 17"/>
          <p:cNvSpPr/>
          <p:nvPr/>
        </p:nvSpPr>
        <p:spPr>
          <a:xfrm>
            <a:off x="10351008" y="1417320"/>
            <a:ext cx="594360" cy="4023360"/>
          </a:xfrm>
          <a:prstGeom prst="rect">
            <a:avLst/>
          </a:prstGeom>
          <a:solidFill>
            <a:srgbClr val="E6ECDD"/>
          </a:solidFill>
          <a:ln w="12700">
            <a:solidFill>
              <a:srgbClr val="E6ECD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0442448" y="2907792"/>
            <a:ext cx="411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>
                <a:solidFill>
                  <a:srgbClr val="3B5B45"/>
                </a:solidFill>
              </a:rPr>
              <a:t>COMMITTEE</a:t>
            </a:r>
            <a:endParaRPr lang="en-US" sz="1000"/>
          </a:p>
          <a:p>
            <a:pPr marL="0" indent="0" algn="ctr">
              <a:buNone/>
            </a:pPr>
            <a:r>
              <a:rPr lang="en-US" sz="1000" b="1">
                <a:solidFill>
                  <a:srgbClr val="3B5B45"/>
                </a:solidFill>
              </a:rPr>
              <a:t>DISCUSSION</a:t>
            </a:r>
            <a:endParaRPr lang="en-US" sz="100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12027103" cy="128016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128016"/>
            <a:ext cx="164592" cy="6729984"/>
          </a:xfrm>
          <a:prstGeom prst="rect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64592" y="6739128"/>
            <a:ext cx="12027103" cy="118872"/>
          </a:xfrm>
          <a:prstGeom prst="rect">
            <a:avLst/>
          </a:prstGeom>
          <a:solidFill>
            <a:srgbClr val="D8CFBA"/>
          </a:solidFill>
          <a:ln w="12700">
            <a:solidFill>
              <a:srgbClr val="D8CF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7472"/>
            <a:ext cx="8686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>
                <a:solidFill>
                  <a:srgbClr val="1232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Looking forward: protect the next lake monitoring cycle</a:t>
            </a:r>
            <a:endParaRPr lang="en-US" sz="2900"/>
          </a:p>
        </p:txBody>
      </p:sp>
      <p:sp>
        <p:nvSpPr>
          <p:cNvPr id="7" name="Text 5"/>
          <p:cNvSpPr/>
          <p:nvPr/>
        </p:nvSpPr>
        <p:spPr>
          <a:xfrm>
            <a:off x="640080" y="896112"/>
            <a:ext cx="9784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Organize the close around near-term commitments—not a generic summary.</a:t>
            </a:r>
            <a:endParaRPr lang="en-US" sz="1450"/>
          </a:p>
        </p:txBody>
      </p:sp>
      <p:sp>
        <p:nvSpPr>
          <p:cNvPr id="8" name="Text 6"/>
          <p:cNvSpPr/>
          <p:nvPr/>
        </p:nvSpPr>
        <p:spPr>
          <a:xfrm>
            <a:off x="502920" y="6483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STEPS</a:t>
            </a:r>
            <a:endParaRPr lang="en-US" sz="750"/>
          </a:p>
        </p:txBody>
      </p:sp>
      <p:sp>
        <p:nvSpPr>
          <p:cNvPr id="9" name="Text 7"/>
          <p:cNvSpPr/>
          <p:nvPr/>
        </p:nvSpPr>
        <p:spPr>
          <a:xfrm>
            <a:off x="11475720" y="6473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>
                <a:solidFill>
                  <a:srgbClr val="6573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750"/>
          </a:p>
        </p:txBody>
      </p:sp>
      <p:sp>
        <p:nvSpPr>
          <p:cNvPr id="10" name="Text 8"/>
          <p:cNvSpPr/>
          <p:nvPr/>
        </p:nvSpPr>
        <p:spPr>
          <a:xfrm>
            <a:off x="804672" y="164592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1E6F73"/>
                </a:solidFill>
              </a:rPr>
              <a:t>NOW</a:t>
            </a:r>
            <a:endParaRPr lang="en-US" sz="1500"/>
          </a:p>
        </p:txBody>
      </p:sp>
      <p:sp>
        <p:nvSpPr>
          <p:cNvPr id="11" name="Text 9"/>
          <p:cNvSpPr/>
          <p:nvPr/>
        </p:nvSpPr>
        <p:spPr>
          <a:xfrm>
            <a:off x="804672" y="20574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>
                <a:solidFill>
                  <a:srgbClr val="65737A"/>
                </a:solidFill>
              </a:rPr>
              <a:t>Before the next operational milestone</a:t>
            </a:r>
            <a:endParaRPr lang="en-US" sz="1050"/>
          </a:p>
        </p:txBody>
      </p:sp>
      <p:sp>
        <p:nvSpPr>
          <p:cNvPr id="12" name="Shape 10"/>
          <p:cNvSpPr/>
          <p:nvPr/>
        </p:nvSpPr>
        <p:spPr>
          <a:xfrm>
            <a:off x="822960" y="2679192"/>
            <a:ext cx="91440" cy="91440"/>
          </a:xfrm>
          <a:prstGeom prst="ellipse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033272" y="260604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Confirm current status</a:t>
            </a:r>
            <a:endParaRPr lang="en-US" sz="1300"/>
          </a:p>
        </p:txBody>
      </p:sp>
      <p:sp>
        <p:nvSpPr>
          <p:cNvPr id="14" name="Shape 12"/>
          <p:cNvSpPr/>
          <p:nvPr/>
        </p:nvSpPr>
        <p:spPr>
          <a:xfrm>
            <a:off x="822960" y="3191256"/>
            <a:ext cx="91440" cy="91440"/>
          </a:xfrm>
          <a:prstGeom prst="ellipse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33272" y="311810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Close immediate data gaps</a:t>
            </a:r>
            <a:endParaRPr lang="en-US" sz="1300"/>
          </a:p>
        </p:txBody>
      </p:sp>
      <p:sp>
        <p:nvSpPr>
          <p:cNvPr id="16" name="Shape 14"/>
          <p:cNvSpPr/>
          <p:nvPr/>
        </p:nvSpPr>
        <p:spPr>
          <a:xfrm>
            <a:off x="822960" y="3703320"/>
            <a:ext cx="91440" cy="91440"/>
          </a:xfrm>
          <a:prstGeom prst="ellipse">
            <a:avLst/>
          </a:prstGeom>
          <a:solidFill>
            <a:srgbClr val="1E6F73"/>
          </a:solidFill>
          <a:ln w="12700">
            <a:solidFill>
              <a:srgbClr val="1E6F7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033272" y="363016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Document decisions</a:t>
            </a:r>
            <a:endParaRPr lang="en-US" sz="1300"/>
          </a:p>
        </p:txBody>
      </p:sp>
      <p:sp>
        <p:nvSpPr>
          <p:cNvPr id="18" name="Text 16"/>
          <p:cNvSpPr/>
          <p:nvPr/>
        </p:nvSpPr>
        <p:spPr>
          <a:xfrm>
            <a:off x="4297680" y="164592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4F7D4F"/>
                </a:solidFill>
              </a:rPr>
              <a:t>NEXT CYCLE</a:t>
            </a:r>
            <a:endParaRPr lang="en-US" sz="1500"/>
          </a:p>
        </p:txBody>
      </p:sp>
      <p:sp>
        <p:nvSpPr>
          <p:cNvPr id="19" name="Text 17"/>
          <p:cNvSpPr/>
          <p:nvPr/>
        </p:nvSpPr>
        <p:spPr>
          <a:xfrm>
            <a:off x="4297680" y="20574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>
                <a:solidFill>
                  <a:srgbClr val="65737A"/>
                </a:solidFill>
              </a:rPr>
              <a:t>Before the next committee meeting</a:t>
            </a:r>
            <a:endParaRPr lang="en-US" sz="1050"/>
          </a:p>
        </p:txBody>
      </p:sp>
      <p:sp>
        <p:nvSpPr>
          <p:cNvPr id="20" name="Shape 18"/>
          <p:cNvSpPr/>
          <p:nvPr/>
        </p:nvSpPr>
        <p:spPr>
          <a:xfrm>
            <a:off x="4315968" y="2679192"/>
            <a:ext cx="91440" cy="91440"/>
          </a:xfrm>
          <a:prstGeom prst="ellipse">
            <a:avLst/>
          </a:prstGeom>
          <a:solidFill>
            <a:srgbClr val="4F7D4F"/>
          </a:solidFill>
          <a:ln w="12700">
            <a:solidFill>
              <a:srgbClr val="4F7D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526280" y="260604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Complete targeted analyses</a:t>
            </a:r>
            <a:endParaRPr lang="en-US" sz="1300"/>
          </a:p>
        </p:txBody>
      </p:sp>
      <p:sp>
        <p:nvSpPr>
          <p:cNvPr id="22" name="Shape 20"/>
          <p:cNvSpPr/>
          <p:nvPr/>
        </p:nvSpPr>
        <p:spPr>
          <a:xfrm>
            <a:off x="4315968" y="3191256"/>
            <a:ext cx="91440" cy="91440"/>
          </a:xfrm>
          <a:prstGeom prst="ellipse">
            <a:avLst/>
          </a:prstGeom>
          <a:solidFill>
            <a:srgbClr val="4F7D4F"/>
          </a:solidFill>
          <a:ln w="12700">
            <a:solidFill>
              <a:srgbClr val="4F7D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526280" y="311810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Refine habitat indicators</a:t>
            </a:r>
            <a:endParaRPr lang="en-US" sz="1300"/>
          </a:p>
        </p:txBody>
      </p:sp>
      <p:sp>
        <p:nvSpPr>
          <p:cNvPr id="24" name="Shape 22"/>
          <p:cNvSpPr/>
          <p:nvPr/>
        </p:nvSpPr>
        <p:spPr>
          <a:xfrm>
            <a:off x="4315968" y="3703320"/>
            <a:ext cx="91440" cy="91440"/>
          </a:xfrm>
          <a:prstGeom prst="ellipse">
            <a:avLst/>
          </a:prstGeom>
          <a:solidFill>
            <a:srgbClr val="4F7D4F"/>
          </a:solidFill>
          <a:ln w="12700">
            <a:solidFill>
              <a:srgbClr val="4F7D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526280" y="363016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Track agreed actions</a:t>
            </a:r>
            <a:endParaRPr lang="en-US" sz="1300"/>
          </a:p>
        </p:txBody>
      </p:sp>
      <p:sp>
        <p:nvSpPr>
          <p:cNvPr id="26" name="Text 24"/>
          <p:cNvSpPr/>
          <p:nvPr/>
        </p:nvSpPr>
        <p:spPr>
          <a:xfrm>
            <a:off x="7790688" y="164592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3B5B45"/>
                </a:solidFill>
              </a:rPr>
              <a:t>LONGER TERM</a:t>
            </a:r>
            <a:endParaRPr lang="en-US" sz="1500"/>
          </a:p>
        </p:txBody>
      </p:sp>
      <p:sp>
        <p:nvSpPr>
          <p:cNvPr id="27" name="Text 25"/>
          <p:cNvSpPr/>
          <p:nvPr/>
        </p:nvSpPr>
        <p:spPr>
          <a:xfrm>
            <a:off x="7790688" y="20574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>
                <a:solidFill>
                  <a:srgbClr val="65737A"/>
                </a:solidFill>
              </a:rPr>
              <a:t>Program learning agenda</a:t>
            </a:r>
            <a:endParaRPr lang="en-US" sz="1050"/>
          </a:p>
        </p:txBody>
      </p:sp>
      <p:sp>
        <p:nvSpPr>
          <p:cNvPr id="28" name="Shape 26"/>
          <p:cNvSpPr/>
          <p:nvPr/>
        </p:nvSpPr>
        <p:spPr>
          <a:xfrm>
            <a:off x="7808976" y="2679192"/>
            <a:ext cx="91440" cy="91440"/>
          </a:xfrm>
          <a:prstGeom prst="ellipse">
            <a:avLst/>
          </a:prstGeom>
          <a:solidFill>
            <a:srgbClr val="3B5B45"/>
          </a:solidFill>
          <a:ln w="12700">
            <a:solidFill>
              <a:srgbClr val="3B5B4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8019288" y="260604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Improve integration across measures</a:t>
            </a:r>
            <a:endParaRPr lang="en-US" sz="1300"/>
          </a:p>
        </p:txBody>
      </p:sp>
      <p:sp>
        <p:nvSpPr>
          <p:cNvPr id="30" name="Shape 28"/>
          <p:cNvSpPr/>
          <p:nvPr/>
        </p:nvSpPr>
        <p:spPr>
          <a:xfrm>
            <a:off x="7808976" y="3191256"/>
            <a:ext cx="91440" cy="91440"/>
          </a:xfrm>
          <a:prstGeom prst="ellipse">
            <a:avLst/>
          </a:prstGeom>
          <a:solidFill>
            <a:srgbClr val="3B5B45"/>
          </a:solidFill>
          <a:ln w="12700">
            <a:solidFill>
              <a:srgbClr val="3B5B4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8019288" y="311810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Evaluate performance over time</a:t>
            </a:r>
            <a:endParaRPr lang="en-US" sz="1300"/>
          </a:p>
        </p:txBody>
      </p:sp>
      <p:sp>
        <p:nvSpPr>
          <p:cNvPr id="32" name="Shape 30"/>
          <p:cNvSpPr/>
          <p:nvPr/>
        </p:nvSpPr>
        <p:spPr>
          <a:xfrm>
            <a:off x="7808976" y="3703320"/>
            <a:ext cx="91440" cy="91440"/>
          </a:xfrm>
          <a:prstGeom prst="ellipse">
            <a:avLst/>
          </a:prstGeom>
          <a:solidFill>
            <a:srgbClr val="3B5B45"/>
          </a:solidFill>
          <a:ln w="12700">
            <a:solidFill>
              <a:srgbClr val="3B5B4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8019288" y="363016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>
                <a:solidFill>
                  <a:srgbClr val="243036"/>
                </a:solidFill>
              </a:rPr>
              <a:t>Identify adaptive changes</a:t>
            </a:r>
            <a:endParaRPr lang="en-US" sz="1300"/>
          </a:p>
        </p:txBody>
      </p:sp>
      <p:sp>
        <p:nvSpPr>
          <p:cNvPr id="34" name="Shape 32"/>
          <p:cNvSpPr/>
          <p:nvPr/>
        </p:nvSpPr>
        <p:spPr>
          <a:xfrm>
            <a:off x="786384" y="5212080"/>
            <a:ext cx="10058400" cy="475488"/>
          </a:xfrm>
          <a:prstGeom prst="rect">
            <a:avLst/>
          </a:prstGeom>
          <a:solidFill>
            <a:srgbClr val="F4E9CF"/>
          </a:solidFill>
          <a:ln w="12700">
            <a:solidFill>
              <a:srgbClr val="F4E9C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960120" y="5358384"/>
            <a:ext cx="9555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123240"/>
                </a:solidFill>
              </a:rPr>
              <a:t>CLOSE WITH OWNERSHIP  ·  Who will do what, by when, and what evidence will show completion?</a:t>
            </a:r>
            <a:endParaRPr lang="en-US" sz="100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232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40"/>
          </a:solidFill>
          <a:ln w="12700">
            <a:solidFill>
              <a:srgbClr val="1232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6CB7AF"/>
          </a:solidFill>
          <a:ln w="12700">
            <a:solidFill>
              <a:srgbClr val="6CB7A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4F7D4F"/>
          </a:solidFill>
          <a:ln w="12700">
            <a:solidFill>
              <a:srgbClr val="4F7D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841248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>
                <a:solidFill>
                  <a:srgbClr val="6CB7AF"/>
                </a:solidFill>
              </a:rPr>
              <a:t>EAHCP · LANDA LAKE HABITAT</a:t>
            </a:r>
            <a:endParaRPr lang="en-US" sz="880"/>
          </a:p>
        </p:txBody>
      </p:sp>
      <p:sp>
        <p:nvSpPr>
          <p:cNvPr id="6" name="Text 4"/>
          <p:cNvSpPr/>
          <p:nvPr/>
        </p:nvSpPr>
        <p:spPr>
          <a:xfrm>
            <a:off x="731520" y="1572768"/>
            <a:ext cx="6217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4300" b="1">
                <a:solidFill>
                  <a:srgbClr val="FBFAF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Questions and</a:t>
            </a:r>
            <a:endParaRPr lang="en-US" sz="4300"/>
          </a:p>
          <a:p>
            <a:pPr marL="0" indent="0">
              <a:buNone/>
            </a:pPr>
            <a:r>
              <a:rPr lang="en-US" sz="4300" b="1">
                <a:solidFill>
                  <a:srgbClr val="FBFAF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discussion</a:t>
            </a:r>
            <a:endParaRPr lang="en-US" sz="4300"/>
          </a:p>
        </p:txBody>
      </p:sp>
      <p:sp>
        <p:nvSpPr>
          <p:cNvPr id="7" name="Text 5"/>
          <p:cNvSpPr/>
          <p:nvPr/>
        </p:nvSpPr>
        <p:spPr>
          <a:xfrm>
            <a:off x="749808" y="3730752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>
                <a:solidFill>
                  <a:srgbClr val="DDEDEC"/>
                </a:solidFill>
              </a:rPr>
              <a:t>Appendix slides may follow using the same figure, map, monitoring, and status layouts.</a:t>
            </a:r>
            <a:endParaRPr lang="en-US" sz="1500"/>
          </a:p>
        </p:txBody>
      </p:sp>
      <p:sp>
        <p:nvSpPr>
          <p:cNvPr id="8" name="Text 6"/>
          <p:cNvSpPr/>
          <p:nvPr/>
        </p:nvSpPr>
        <p:spPr>
          <a:xfrm>
            <a:off x="749808" y="6263640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>
                <a:solidFill>
                  <a:srgbClr val="F4E9CF"/>
                </a:solidFill>
              </a:rPr>
              <a:t>PRESENTER  ·  TITLE  ·  CONTACT</a:t>
            </a:r>
            <a:endParaRPr lang="en-US" sz="850"/>
          </a:p>
        </p:txBody>
      </p:sp>
      <p:sp>
        <p:nvSpPr>
          <p:cNvPr id="9" name="Text 7"/>
          <p:cNvSpPr/>
          <p:nvPr/>
        </p:nvSpPr>
        <p:spPr>
          <a:xfrm>
            <a:off x="7452360" y="6263640"/>
            <a:ext cx="3429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>
                <a:solidFill>
                  <a:srgbClr val="F4E9CF"/>
                </a:solidFill>
              </a:rPr>
              <a:t>Edwards Aquifer Habitat Conservation Plan</a:t>
            </a:r>
            <a:endParaRPr lang="en-US" sz="850"/>
          </a:p>
        </p:txBody>
      </p:sp>
      <p:sp>
        <p:nvSpPr>
          <p:cNvPr id="10" name="Text 8"/>
          <p:cNvSpPr/>
          <p:nvPr/>
        </p:nvSpPr>
        <p:spPr>
          <a:xfrm>
            <a:off x="11475720" y="6263640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>
                <a:solidFill>
                  <a:srgbClr val="F4E9CF"/>
                </a:solidFill>
              </a:rPr>
              <a:t>13</a:t>
            </a:r>
            <a:endParaRPr lang="en-US" sz="85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3006</Words>
  <Application>Microsoft Office PowerPoint</Application>
  <PresentationFormat>Widescreen</PresentationFormat>
  <Paragraphs>485</Paragraphs>
  <Slides>36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Edwards Aquifer Habitat Conservation Plan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EAHCP Landa Lake Template</dc:title>
  <dc:subject>EAHCP Landa Lake presentation template</dc:subject>
  <dc:creator>OpenAI</dc:creator>
  <cp:lastModifiedBy>Chad Furl</cp:lastModifiedBy>
  <cp:revision>1</cp:revision>
  <dcterms:created xsi:type="dcterms:W3CDTF">2026-08-03T20:56:09Z</dcterms:created>
  <dcterms:modified xsi:type="dcterms:W3CDTF">2026-08-19T19:07:00Z</dcterms:modified>
</cp:coreProperties>
</file>