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9" r:id="rId3"/>
    <p:sldId id="271" r:id="rId4"/>
    <p:sldId id="269" r:id="rId5"/>
    <p:sldId id="275" r:id="rId6"/>
    <p:sldId id="274" r:id="rId7"/>
    <p:sldId id="276" r:id="rId8"/>
    <p:sldId id="270" r:id="rId9"/>
    <p:sldId id="277" r:id="rId10"/>
    <p:sldId id="278" r:id="rId11"/>
    <p:sldId id="279" r:id="rId12"/>
    <p:sldId id="280" r:id="rId13"/>
    <p:sldId id="281" r:id="rId14"/>
    <p:sldId id="272" r:id="rId15"/>
    <p:sldId id="257" r:id="rId16"/>
    <p:sldId id="258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10T21:31:53.180" v="2172" actId="20577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delSp modSp add mod ord setBg">
        <pc:chgData name="Chad Furl" userId="e1f063c0-f891-481e-b162-0b825299f031" providerId="ADAL" clId="{3E978C21-B3D0-4285-96BE-5AD851B5E1C0}" dt="2026-08-10T19:26:24.459" v="1875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0T19:25:31.056" v="1771" actId="1076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10T19:26:24.459" v="1875" actId="20577"/>
          <ac:spMkLst>
            <pc:docMk/>
            <pc:sldMk cId="2519128241" sldId="270"/>
            <ac:spMk id="14" creationId="{461CAB1F-FD4B-DF98-7F54-2311A2B4FDE6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9" creationId="{F677025A-7BB2-3810-EB7F-1607DEB8941D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mod setBg">
        <pc:chgData name="Chad Furl" userId="e1f063c0-f891-481e-b162-0b825299f031" providerId="ADAL" clId="{3E978C21-B3D0-4285-96BE-5AD851B5E1C0}" dt="2026-08-10T13:21:16.166" v="1133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10T13:21:16.166" v="1133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  <pc:sldChg chg="addSp delSp modSp add del mod">
        <pc:chgData name="Chad Furl" userId="e1f063c0-f891-481e-b162-0b825299f031" providerId="ADAL" clId="{3E978C21-B3D0-4285-96BE-5AD851B5E1C0}" dt="2026-08-10T19:22:43.218" v="1663" actId="47"/>
        <pc:sldMkLst>
          <pc:docMk/>
          <pc:sldMk cId="2572617794" sldId="273"/>
        </pc:sldMkLst>
        <pc:spChg chg="mod">
          <ac:chgData name="Chad Furl" userId="e1f063c0-f891-481e-b162-0b825299f031" providerId="ADAL" clId="{3E978C21-B3D0-4285-96BE-5AD851B5E1C0}" dt="2026-08-10T19:03:21.219" v="1350" actId="1076"/>
          <ac:spMkLst>
            <pc:docMk/>
            <pc:sldMk cId="2572617794" sldId="273"/>
            <ac:spMk id="2" creationId="{327B0B57-4026-5ABD-8EE7-DBB946962EDF}"/>
          </ac:spMkLst>
        </pc:spChg>
        <pc:spChg chg="mod">
          <ac:chgData name="Chad Furl" userId="e1f063c0-f891-481e-b162-0b825299f031" providerId="ADAL" clId="{3E978C21-B3D0-4285-96BE-5AD851B5E1C0}" dt="2026-08-10T14:39:35.665" v="1181" actId="20577"/>
          <ac:spMkLst>
            <pc:docMk/>
            <pc:sldMk cId="2572617794" sldId="273"/>
            <ac:spMk id="6" creationId="{FC53A947-3053-F736-147E-447891447A32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7" creationId="{BFFA6E48-A13D-7114-A251-841342FB9135}"/>
          </ac:spMkLst>
        </pc:spChg>
        <pc:spChg chg="mod">
          <ac:chgData name="Chad Furl" userId="e1f063c0-f891-481e-b162-0b825299f031" providerId="ADAL" clId="{3E978C21-B3D0-4285-96BE-5AD851B5E1C0}" dt="2026-08-10T18:56:56.101" v="1207" actId="20577"/>
          <ac:spMkLst>
            <pc:docMk/>
            <pc:sldMk cId="2572617794" sldId="273"/>
            <ac:spMk id="10" creationId="{C1E77F63-329B-98B7-B844-987168DD61B9}"/>
          </ac:spMkLst>
        </pc:spChg>
        <pc:spChg chg="mod">
          <ac:chgData name="Chad Furl" userId="e1f063c0-f891-481e-b162-0b825299f031" providerId="ADAL" clId="{3E978C21-B3D0-4285-96BE-5AD851B5E1C0}" dt="2026-08-10T19:04:11.623" v="1435" actId="20577"/>
          <ac:spMkLst>
            <pc:docMk/>
            <pc:sldMk cId="2572617794" sldId="273"/>
            <ac:spMk id="11" creationId="{7FFB5032-6496-A863-7CFF-74F95DE9FD31}"/>
          </ac:spMkLst>
        </pc:spChg>
        <pc:spChg chg="mod">
          <ac:chgData name="Chad Furl" userId="e1f063c0-f891-481e-b162-0b825299f031" providerId="ADAL" clId="{3E978C21-B3D0-4285-96BE-5AD851B5E1C0}" dt="2026-08-10T19:20:18.142" v="1439" actId="404"/>
          <ac:spMkLst>
            <pc:docMk/>
            <pc:sldMk cId="2572617794" sldId="273"/>
            <ac:spMk id="12" creationId="{977829DB-803F-9B28-4AFE-D34F293872FE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3" creationId="{60D905F0-3960-8386-AE7A-5EA8092BD1ED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4" creationId="{FC6B7AE2-F1E3-DBDC-79EE-197BBCC4F1CF}"/>
          </ac:spMkLst>
        </pc:spChg>
        <pc:spChg chg="del">
          <ac:chgData name="Chad Furl" userId="e1f063c0-f891-481e-b162-0b825299f031" providerId="ADAL" clId="{3E978C21-B3D0-4285-96BE-5AD851B5E1C0}" dt="2026-08-10T19:01:25.286" v="1216" actId="478"/>
          <ac:spMkLst>
            <pc:docMk/>
            <pc:sldMk cId="2572617794" sldId="273"/>
            <ac:spMk id="15" creationId="{6564A30D-926D-D8C4-F6DC-4067F1F172FB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6" creationId="{363B4360-761E-A241-42F7-498672C8ACC5}"/>
          </ac:spMkLst>
        </pc:spChg>
        <pc:spChg chg="del">
          <ac:chgData name="Chad Furl" userId="e1f063c0-f891-481e-b162-0b825299f031" providerId="ADAL" clId="{3E978C21-B3D0-4285-96BE-5AD851B5E1C0}" dt="2026-08-10T19:01:22.054" v="1215" actId="478"/>
          <ac:spMkLst>
            <pc:docMk/>
            <pc:sldMk cId="2572617794" sldId="273"/>
            <ac:spMk id="17" creationId="{8EC11629-146C-A0A7-D9F6-1DAFC18BC7F4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8" creationId="{A1C42FCA-5FDE-D045-A47D-D8048445ECD1}"/>
          </ac:spMkLst>
        </pc:spChg>
        <pc:spChg chg="del">
          <ac:chgData name="Chad Furl" userId="e1f063c0-f891-481e-b162-0b825299f031" providerId="ADAL" clId="{3E978C21-B3D0-4285-96BE-5AD851B5E1C0}" dt="2026-08-10T18:57:28.702" v="1214" actId="478"/>
          <ac:spMkLst>
            <pc:docMk/>
            <pc:sldMk cId="2572617794" sldId="273"/>
            <ac:spMk id="19" creationId="{8F38078B-100A-6649-ED2E-73E598B60121}"/>
          </ac:spMkLst>
        </pc:spChg>
        <pc:spChg chg="add mod">
          <ac:chgData name="Chad Furl" userId="e1f063c0-f891-481e-b162-0b825299f031" providerId="ADAL" clId="{3E978C21-B3D0-4285-96BE-5AD851B5E1C0}" dt="2026-08-10T18:57:11.479" v="1208" actId="571"/>
          <ac:spMkLst>
            <pc:docMk/>
            <pc:sldMk cId="2572617794" sldId="273"/>
            <ac:spMk id="20" creationId="{B36DF0BB-3D87-6FA5-8C4D-BB248DAADBE3}"/>
          </ac:spMkLst>
        </pc:spChg>
        <pc:spChg chg="add mod">
          <ac:chgData name="Chad Furl" userId="e1f063c0-f891-481e-b162-0b825299f031" providerId="ADAL" clId="{3E978C21-B3D0-4285-96BE-5AD851B5E1C0}" dt="2026-08-10T19:20:38.626" v="1486" actId="20577"/>
          <ac:spMkLst>
            <pc:docMk/>
            <pc:sldMk cId="2572617794" sldId="273"/>
            <ac:spMk id="21" creationId="{909829C9-ABFD-96D8-6EB9-6FB377D3D15C}"/>
          </ac:spMkLst>
        </pc:spChg>
      </pc:sldChg>
      <pc:sldChg chg="addSp modSp add mod">
        <pc:chgData name="Chad Furl" userId="e1f063c0-f891-481e-b162-0b825299f031" providerId="ADAL" clId="{3E978C21-B3D0-4285-96BE-5AD851B5E1C0}" dt="2026-08-10T21:31:53.180" v="2172" actId="20577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10T19:21:02.172" v="1508" actId="20577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10T21:31:53.180" v="2172" actId="20577"/>
          <ac:spMkLst>
            <pc:docMk/>
            <pc:sldMk cId="2838444412" sldId="274"/>
            <ac:spMk id="11" creationId="{0A0E10F0-A4E5-93B1-D645-1E617D0FAAEB}"/>
          </ac:spMkLst>
        </pc:spChg>
        <pc:spChg chg="mod">
          <ac:chgData name="Chad Furl" userId="e1f063c0-f891-481e-b162-0b825299f031" providerId="ADAL" clId="{3E978C21-B3D0-4285-96BE-5AD851B5E1C0}" dt="2026-08-10T19:21:13.316" v="1519" actId="20577"/>
          <ac:spMkLst>
            <pc:docMk/>
            <pc:sldMk cId="2838444412" sldId="274"/>
            <ac:spMk id="21" creationId="{31995982-E948-926A-1D02-190D561EB6CD}"/>
          </ac:spMkLst>
        </pc:spChg>
        <pc:picChg chg="add mod modCrop">
          <ac:chgData name="Chad Furl" userId="e1f063c0-f891-481e-b162-0b825299f031" providerId="ADAL" clId="{3E978C21-B3D0-4285-96BE-5AD851B5E1C0}" dt="2026-08-10T21:09:07.706" v="2158" actId="1076"/>
          <ac:picMkLst>
            <pc:docMk/>
            <pc:sldMk cId="2838444412" sldId="274"/>
            <ac:picMk id="14" creationId="{AE49C55F-3D0D-D126-88DE-B62A6DBBAF06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0T21:02:33.976" v="2147" actId="1076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del">
          <ac:chgData name="Chad Furl" userId="e1f063c0-f891-481e-b162-0b825299f031" providerId="ADAL" clId="{3E978C21-B3D0-4285-96BE-5AD851B5E1C0}" dt="2026-08-10T21:00:32.084" v="2134" actId="478"/>
          <ac:spMkLst>
            <pc:docMk/>
            <pc:sldMk cId="1291104918" sldId="275"/>
            <ac:spMk id="8" creationId="{703BA21B-2037-D1DB-06C9-E7CA453A29E8}"/>
          </ac:spMkLst>
        </pc:spChg>
        <pc:spChg chg="del">
          <ac:chgData name="Chad Furl" userId="e1f063c0-f891-481e-b162-0b825299f031" providerId="ADAL" clId="{3E978C21-B3D0-4285-96BE-5AD851B5E1C0}" dt="2026-08-10T21:00:50.301" v="2138" actId="478"/>
          <ac:spMkLst>
            <pc:docMk/>
            <pc:sldMk cId="1291104918" sldId="275"/>
            <ac:spMk id="9" creationId="{DE841EA2-62D7-A8D0-2A50-78B5F58C53CE}"/>
          </ac:spMkLst>
        </pc:spChg>
        <pc:spChg chg="mod">
          <ac:chgData name="Chad Furl" userId="e1f063c0-f891-481e-b162-0b825299f031" providerId="ADAL" clId="{3E978C21-B3D0-4285-96BE-5AD851B5E1C0}" dt="2026-08-10T21:02:33.976" v="2147" actId="1076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modSp add mod">
        <pc:chgData name="Chad Furl" userId="e1f063c0-f891-481e-b162-0b825299f031" providerId="ADAL" clId="{3E978C21-B3D0-4285-96BE-5AD851B5E1C0}" dt="2026-08-10T19:24:43.986" v="1750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10T19:24:43.986" v="1750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">
        <pc:chgData name="Chad Furl" userId="e1f063c0-f891-481e-b162-0b825299f031" providerId="ADAL" clId="{3E978C21-B3D0-4285-96BE-5AD851B5E1C0}" dt="2026-08-10T19:26:42.279" v="1876"/>
        <pc:sldMkLst>
          <pc:docMk/>
          <pc:sldMk cId="1953992702" sldId="277"/>
        </pc:sldMkLst>
      </pc:sldChg>
      <pc:sldChg chg="modSp add mod">
        <pc:chgData name="Chad Furl" userId="e1f063c0-f891-481e-b162-0b825299f031" providerId="ADAL" clId="{3E978C21-B3D0-4285-96BE-5AD851B5E1C0}" dt="2026-08-10T19:27:55.098" v="1909" actId="20577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</pc:sldChg>
      <pc:sldChg chg="modSp add mod">
        <pc:chgData name="Chad Furl" userId="e1f063c0-f891-481e-b162-0b825299f031" providerId="ADAL" clId="{3E978C21-B3D0-4285-96BE-5AD851B5E1C0}" dt="2026-08-10T19:28:39.681" v="1918" actId="20577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</pc:sldChg>
      <pc:sldChg chg="modSp add mod">
        <pc:chgData name="Chad Furl" userId="e1f063c0-f891-481e-b162-0b825299f031" providerId="ADAL" clId="{3E978C21-B3D0-4285-96BE-5AD851B5E1C0}" dt="2026-08-10T19:29:42.689" v="1945" actId="20577"/>
        <pc:sldMkLst>
          <pc:docMk/>
          <pc:sldMk cId="2028975278" sldId="280"/>
        </pc:sldMkLst>
        <pc:spChg chg="mod">
          <ac:chgData name="Chad Furl" userId="e1f063c0-f891-481e-b162-0b825299f031" providerId="ADAL" clId="{3E978C21-B3D0-4285-96BE-5AD851B5E1C0}" dt="2026-08-10T19:29:42.689" v="1945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new del">
        <pc:chgData name="Chad Furl" userId="e1f063c0-f891-481e-b162-0b825299f031" providerId="ADAL" clId="{3E978C21-B3D0-4285-96BE-5AD851B5E1C0}" dt="2026-08-10T19:30:41.526" v="1947" actId="47"/>
        <pc:sldMkLst>
          <pc:docMk/>
          <pc:sldMk cId="1206685397" sldId="281"/>
        </pc:sldMkLst>
      </pc:sldChg>
      <pc:sldChg chg="modSp add mod">
        <pc:chgData name="Chad Furl" userId="e1f063c0-f891-481e-b162-0b825299f031" providerId="ADAL" clId="{3E978C21-B3D0-4285-96BE-5AD851B5E1C0}" dt="2026-08-10T19:31:01.100" v="1987" actId="20577"/>
        <pc:sldMkLst>
          <pc:docMk/>
          <pc:sldMk cId="1538029722" sldId="281"/>
        </pc:sldMkLst>
        <pc:spChg chg="mod">
          <ac:chgData name="Chad Furl" userId="e1f063c0-f891-481e-b162-0b825299f031" providerId="ADAL" clId="{3E978C21-B3D0-4285-96BE-5AD851B5E1C0}" dt="2026-08-10T19:31:01.100" v="1987" actId="20577"/>
          <ac:spMkLst>
            <pc:docMk/>
            <pc:sldMk cId="1538029722" sldId="281"/>
            <ac:spMk id="6" creationId="{175A3430-D54A-EE08-978E-E3E26EED2A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DF21-1472-23D3-1775-896C0735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A4B34-997F-6194-A392-51878CA2D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EB723-E5B9-623C-5618-B24B1A2C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2DF1-FFB6-985B-2F04-06BC2B661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3725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6E94-FAD8-88DC-AA05-7627684E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3372A-3DCA-19C2-0488-D164EE637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D3C30-AD4C-7059-2A0A-D8ACFCDC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58F5A-871B-707F-C323-02A98D7A5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25841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</a:t>
            </a:r>
            <a:r>
              <a:rPr lang="en-US" sz="1100" b="1" dirty="0" err="1">
                <a:solidFill>
                  <a:srgbClr val="3B5B45"/>
                </a:solidFill>
              </a:rPr>
              <a:t>xxxx</a:t>
            </a:r>
            <a:r>
              <a:rPr lang="en-US" sz="1100" b="1" dirty="0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94" t="17070" r="26328" b="37639"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b="1" dirty="0">
                <a:solidFill>
                  <a:srgbClr val="243036"/>
                </a:solidFill>
                <a:latin typeface="Apto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lvl="0" indent="-114300"/>
            <a:r>
              <a:rPr lang="en-US" sz="1650" dirty="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dirty="0" err="1">
                <a:solidFill>
                  <a:srgbClr val="243036"/>
                </a:solidFill>
              </a:rPr>
              <a:t>cfs</a:t>
            </a:r>
            <a:r>
              <a:rPr lang="en-US" sz="1650" dirty="0">
                <a:solidFill>
                  <a:srgbClr val="243036"/>
                </a:solidFill>
              </a:rPr>
              <a:t>.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 dirty="0"/>
              <a:t>1</a:t>
            </a:r>
            <a:r>
              <a:rPr lang="en-US" sz="1000" b="1" dirty="0"/>
              <a:t>LBG-Guyton Associates. 2004. </a:t>
            </a:r>
            <a:r>
              <a:rPr lang="en-US" sz="1000" b="1" i="1" dirty="0"/>
              <a:t>Evaluation of Augmentation Methodologies in Support of In-Situ Refugia at Comal and San Marcos Springs, Texas.</a:t>
            </a:r>
            <a:r>
              <a:rPr lang="en-US" sz="1000" b="1" dirty="0"/>
              <a:t> Prepared for the Edwards Aquifer Authority.</a:t>
            </a:r>
            <a:endParaRPr kumimoji="0" lang="en-US" sz="9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FLOW SPLIT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640080" y="2093975"/>
            <a:ext cx="2487549" cy="2925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Describe how water is distributed among lake at this level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r>
              <a:rPr lang="en-US" dirty="0"/>
              <a:t>SI Upper Far – 7.6 </a:t>
            </a:r>
            <a:r>
              <a:rPr lang="en-US" dirty="0" err="1"/>
              <a:t>cfs</a:t>
            </a:r>
            <a:endParaRPr lang="en-US" dirty="0"/>
          </a:p>
          <a:p>
            <a:r>
              <a:rPr lang="en-US" dirty="0"/>
              <a:t>SI Lower Near – 5.7 </a:t>
            </a:r>
            <a:r>
              <a:rPr lang="en-US" dirty="0" err="1"/>
              <a:t>cfs</a:t>
            </a:r>
            <a:endParaRPr lang="en-US" dirty="0"/>
          </a:p>
          <a:p>
            <a:r>
              <a:rPr lang="en-US" dirty="0"/>
              <a:t>SI Lower Far – 16.4 </a:t>
            </a:r>
            <a:r>
              <a:rPr lang="en-US" dirty="0" err="1"/>
              <a:t>cfs</a:t>
            </a:r>
            <a:endParaRPr lang="en-US" dirty="0"/>
          </a:p>
          <a:p>
            <a:r>
              <a:rPr lang="en-US" dirty="0"/>
              <a:t>Landa Lake Cable – 24.9 </a:t>
            </a:r>
            <a:r>
              <a:rPr lang="en-US" dirty="0" err="1"/>
              <a:t>cfs</a:t>
            </a:r>
            <a:endParaRPr lang="en-US" dirty="0"/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Jan 3 2025</a:t>
            </a:r>
          </a:p>
          <a:p>
            <a:pPr marL="0" indent="0">
              <a:buNone/>
            </a:pP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16878CA-0CC4-6278-A7E0-6250AFCBE252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995982-E948-926A-1D02-190D561EB6CD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Make a graph of Flow SPLIT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49C55F-3D0D-D126-88DE-B62A6DBBAF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92FB88-6A66-8833-60F7-82BEB0783ABD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FF49C8-5433-B3DC-5DE3-41871CCC90BF}"/>
              </a:ext>
            </a:extLst>
          </p:cNvPr>
          <p:cNvSpPr/>
          <p:nvPr/>
        </p:nvSpPr>
        <p:spPr>
          <a:xfrm>
            <a:off x="640080" y="2093975"/>
            <a:ext cx="2487549" cy="2925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Describe how water is distributed among lake at this level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F2948DE-85AB-EAC1-EE43-30580FD90A72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9E011-44C8-441C-58AC-A2DF7B079033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pics of what it looks like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ptos"/>
              </a:rPr>
              <a:t>See if ed has wetted </a:t>
            </a:r>
            <a:r>
              <a:rPr lang="en-US" dirty="0" err="1">
                <a:solidFill>
                  <a:prstClr val="black"/>
                </a:solidFill>
                <a:latin typeface="Aptos"/>
              </a:rPr>
              <a:t>permiter</a:t>
            </a:r>
            <a:r>
              <a:rPr lang="en-US" dirty="0">
                <a:solidFill>
                  <a:prstClr val="black"/>
                </a:solidFill>
                <a:latin typeface="Aptos"/>
              </a:rPr>
              <a:t> polygon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FLOW SPLIT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2286000"/>
            <a:ext cx="23991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, water clarity, aquatic vegetation, recreation, and covered-species habitat should read as one connected story.</a:t>
            </a: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DD9BB77-3C33-C925-A802-D6CD199BA9A4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1B40936-D873-24FA-88B7-D75835BE0AE9}"/>
              </a:ext>
            </a:extLst>
          </p:cNvPr>
          <p:cNvSpPr/>
          <p:nvPr/>
        </p:nvSpPr>
        <p:spPr>
          <a:xfrm>
            <a:off x="5093208" y="1618488"/>
            <a:ext cx="595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EVIDENCE FIGURE</a:t>
            </a:r>
            <a:endParaRPr lang="en-US"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61CAB1F-FD4B-DF98-7F54-2311A2B4FDE6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Id say graph up the table, then in second slide graph up the OC/NC flows 1-1-2025 to </a:t>
            </a:r>
            <a:r>
              <a:rPr lang="en-US" sz="1050" dirty="0" err="1">
                <a:solidFill>
                  <a:srgbClr val="65737A"/>
                </a:solidFill>
              </a:rPr>
              <a:t>presnet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3B4BC82-4510-2924-963C-10BB46BEC086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E59B360-304F-08B8-55D6-2CC98959AD34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18E5746-16F7-517D-E4A4-C5A3447A2708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614344-904E-C943-80AF-238894D1CA80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FLOW SPLIT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617EBAA-3EA5-EB76-304C-B107AEA1D867}"/>
              </a:ext>
            </a:extLst>
          </p:cNvPr>
          <p:cNvSpPr/>
          <p:nvPr/>
        </p:nvSpPr>
        <p:spPr>
          <a:xfrm>
            <a:off x="640080" y="2286000"/>
            <a:ext cx="23991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, water clarity, aquatic vegetation, recreation, and covered-species habitat should read as one connected story.</a:t>
            </a: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7A43A2-C14C-55D8-7260-B7C2CBD4B9CE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161FEA7-99F4-B734-BEBF-DDAC3F82C36D}"/>
              </a:ext>
            </a:extLst>
          </p:cNvPr>
          <p:cNvSpPr/>
          <p:nvPr/>
        </p:nvSpPr>
        <p:spPr>
          <a:xfrm>
            <a:off x="5093208" y="1618488"/>
            <a:ext cx="595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EVIDENCE FIGURE</a:t>
            </a:r>
            <a:endParaRPr lang="en-US"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2793239-9D35-2F6F-9D0A-B3377709E583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Id say graph up the table, then in second slide graph up the OC/NC flows 1-1-2025 to </a:t>
            </a:r>
            <a:r>
              <a:rPr lang="en-US" sz="1050" dirty="0" err="1">
                <a:solidFill>
                  <a:srgbClr val="65737A"/>
                </a:solidFill>
              </a:rPr>
              <a:t>presnet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B1994BD-B8A8-804C-A125-B0158D263112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EDAC47-A651-7A20-A000-080B570178AB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220811C-FB0E-A775-030E-2538558FD348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B47202-71E4-1060-45FD-8E5F88F76A5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C2E2E9-75A0-BDDF-8C24-56171069CE7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Riparian Management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6BE4D4-A845-FF95-B3FB-50E15DA339D2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8DC8A76-FCBF-5581-C599-4BE7FF8785E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2DCFD7C-F443-7E74-EF4F-72FCC5A496B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17261C5-1E6B-3017-3B6D-9597CD30F839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41F423-6796-C605-C1AE-89227D3532DC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A903568-B604-CABF-D7EF-DFE38D74AECD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55F5D28-C432-2BBE-CABA-F81B7AF1A6D9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0CBD071-640F-990B-1A4E-66BB5EE0E2B3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265CB2F-D7B5-F088-6E57-3E8150658702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D3BE7B-F5D3-533A-F14C-8E86E703E23D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B9C5B88-D092-655A-5F15-760F5CF8CE2B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C30DFC7-3315-2A9C-7174-9B8AF882AB13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8CC750-EF74-148C-85A9-7A6762938B32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0D6BC1A-34CB-71D7-B4C6-6AABAB31E82C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60D4E-7E4A-FB3A-9B6D-D710D54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01F904-EA8D-6500-966B-F68FAF1A9A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2EDDE0-EACD-332D-D5B9-8C70CF32A750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B1EE23-D288-5BA7-4198-6A24A3DBD41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9D01E6-D357-AB5F-C32D-49CFC1CE4F6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C6BCB62-FDAF-627C-E02F-E91C5EFB20F1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1983AE-3533-9C2D-DD70-32349B4C208C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447771-44FC-0046-261F-C96F73378769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2A3E88-75EE-21A2-F079-F1B6F92F03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CE1BEE-403F-AFE8-47B7-6D4F1702267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454EC-BD40-98CA-293F-24A06608056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92A06E4-DD41-96F4-F118-3A4B5593FDF1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53B87BD-89CD-F92C-466C-1A135F4209B6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D0D1A8F-B683-B482-EDBF-25D0DDFA7AC5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751A0DC-0755-2893-A284-6632892F9402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961D661-F654-5651-3F8B-D21016AA41DE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CC86C7-BD86-821A-E557-724B7D205F4E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5906EAB-CE35-7002-91D1-E39088C87000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24D575-BF42-1888-D986-5A67C115DBDC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806878D-7D46-D977-4B57-E1CE39546581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F4BA6C-816A-4F7C-4837-6B4CF92A1BD7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2E4A1BF-4C7F-5E59-F9D6-8803A51321C8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3643C3-695D-2DD6-B2ED-8823F7123D9E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975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C6EC0-3C13-BCA4-08B4-D10791DF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97D743-CD7E-1E59-F855-377BE0FE46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D0E8DA-CCE0-1E15-438C-190AD9B2AA7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6D200E-FF48-5950-DF30-F3AD20AB6F4F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7D183C-7858-9D5D-55FC-74454A35C9F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75A3430-D54A-EE08-978E-E3E26EED2A3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Got to have something about the species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59C4FB-31A7-885F-719B-14FB244F21B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CB02FD-A93C-5BC7-A4ED-73F6827C15D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A5BD48-C08C-0016-45B0-E2985AD4E83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905DCD-AE6A-A119-B731-32D44D85727F}"/>
              </a:ext>
            </a:extLst>
          </p:cNvPr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1E6F7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09B7CD-AA4E-55F4-87A3-1FDA5417B342}"/>
              </a:ext>
            </a:extLst>
          </p:cNvPr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2ED5D9C-0E9E-F273-74BE-3C044EE8811D}"/>
              </a:ext>
            </a:extLst>
          </p:cNvPr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Vegetation + habitat signal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D3AEC1-EE80-8EED-8888-3C76BD7B3D15}"/>
              </a:ext>
            </a:extLst>
          </p:cNvPr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Mapped vegetation, photo points, field notes, water clarity, springflow context.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3CADF2-4185-7DF2-0A47-46A8E5CC42CC}"/>
              </a:ext>
            </a:extLst>
          </p:cNvPr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F1DBBD3-982B-B34E-32AF-D6B12F6DA839}"/>
              </a:ext>
            </a:extLst>
          </p:cNvPr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DF9304-F184-C817-FBF1-20A09D4C0F9C}"/>
              </a:ext>
            </a:extLst>
          </p:cNvPr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010417-2582-5032-325F-4B9D1059BDC9}"/>
              </a:ext>
            </a:extLst>
          </p:cNvPr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Ecological meaning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F0E477-308A-EF91-7CD0-EA823D21BC7C}"/>
              </a:ext>
            </a:extLst>
          </p:cNvPr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Separate normal seasonal movement from persistent habitat change.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30F468C-E7D1-9717-1A3F-02982B38E514}"/>
              </a:ext>
            </a:extLst>
          </p:cNvPr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1F8668-38A9-C9DB-E2C0-6329C893E638}"/>
              </a:ext>
            </a:extLst>
          </p:cNvPr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4F7D4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MANAGE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3267855-3BFF-8AB8-5F4E-302A804B6946}"/>
              </a:ext>
            </a:extLst>
          </p:cNvPr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CF4492F-27F6-96A9-C719-AAADF1939C61}"/>
              </a:ext>
            </a:extLst>
          </p:cNvPr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Implementation action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9F9EC1-8A7E-26F6-0048-6ECFE997FFA4}"/>
              </a:ext>
            </a:extLst>
          </p:cNvPr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Coordinate mowing, recreation management, restoration, or monitoring adjustment.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88FC289-E460-915C-695E-8934290AAB5F}"/>
              </a:ext>
            </a:extLst>
          </p:cNvPr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ED9A1D-2781-E982-6012-131EC281E9E7}"/>
              </a:ext>
            </a:extLst>
          </p:cNvPr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B8E33EA-E639-4935-5EED-CA986136344B}"/>
              </a:ext>
            </a:extLst>
          </p:cNvPr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6F9A21D-7DC6-5756-9B67-19CA32721ACD}"/>
              </a:ext>
            </a:extLst>
          </p:cNvPr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and learning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F1E24BF-07F8-8081-43B0-34FF34139D85}"/>
              </a:ext>
            </a:extLst>
          </p:cNvPr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Assess vegetation response, habitat quality, and what to change next cycle.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B4BF38B-380D-19CF-523B-8989C93E3FC6}"/>
              </a:ext>
            </a:extLst>
          </p:cNvPr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3F4753B-D409-5917-2A7F-74BF3A3B19B5}"/>
              </a:ext>
            </a:extLst>
          </p:cNvPr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QUESTION  ·  Is each handoff clear, documented, and supported by the right monitoring evidence?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8029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Riparian Management</a:t>
            </a:r>
            <a:endParaRPr lang="en-US" sz="122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2100</Words>
  <Application>Microsoft Office PowerPoint</Application>
  <PresentationFormat>Widescreen</PresentationFormat>
  <Paragraphs>370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2026-08-10T21:32:32Z</dcterms:modified>
</cp:coreProperties>
</file>