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9" r:id="rId3"/>
    <p:sldId id="271" r:id="rId4"/>
    <p:sldId id="293" r:id="rId5"/>
    <p:sldId id="269" r:id="rId6"/>
    <p:sldId id="275" r:id="rId7"/>
    <p:sldId id="283" r:id="rId8"/>
    <p:sldId id="284" r:id="rId9"/>
    <p:sldId id="297" r:id="rId10"/>
    <p:sldId id="298" r:id="rId11"/>
    <p:sldId id="276" r:id="rId12"/>
    <p:sldId id="299" r:id="rId13"/>
    <p:sldId id="290" r:id="rId14"/>
    <p:sldId id="274" r:id="rId15"/>
    <p:sldId id="286" r:id="rId16"/>
    <p:sldId id="287" r:id="rId17"/>
    <p:sldId id="270" r:id="rId18"/>
    <p:sldId id="289" r:id="rId19"/>
    <p:sldId id="277" r:id="rId20"/>
    <p:sldId id="278" r:id="rId21"/>
    <p:sldId id="291" r:id="rId22"/>
    <p:sldId id="292" r:id="rId23"/>
    <p:sldId id="294" r:id="rId24"/>
    <p:sldId id="295" r:id="rId25"/>
    <p:sldId id="280" r:id="rId26"/>
    <p:sldId id="279" r:id="rId27"/>
    <p:sldId id="281" r:id="rId28"/>
    <p:sldId id="272" r:id="rId29"/>
    <p:sldId id="257" r:id="rId30"/>
    <p:sldId id="258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modSld sldOrd">
      <pc:chgData name="Chad Furl" userId="e1f063c0-f891-481e-b162-0b825299f031" providerId="ADAL" clId="{6ADDB542-7708-4E33-BA5D-95E7728F0CE2}" dt="2026-08-19T19:06:32.031" v="1421" actId="20577"/>
      <pc:docMkLst>
        <pc:docMk/>
      </pc:docMkLst>
      <pc:sldChg chg="modSp mod">
        <pc:chgData name="Chad Furl" userId="e1f063c0-f891-481e-b162-0b825299f031" providerId="ADAL" clId="{6ADDB542-7708-4E33-BA5D-95E7728F0CE2}" dt="2026-08-19T18:05:44.814" v="53" actId="20577"/>
        <pc:sldMkLst>
          <pc:docMk/>
          <pc:sldMk cId="1393222068" sldId="276"/>
        </pc:sldMkLst>
        <pc:spChg chg="mod">
          <ac:chgData name="Chad Furl" userId="e1f063c0-f891-481e-b162-0b825299f031" providerId="ADAL" clId="{6ADDB542-7708-4E33-BA5D-95E7728F0CE2}" dt="2026-08-19T18:05:44.814" v="53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Sp delSp modSp mod">
        <pc:chgData name="Chad Furl" userId="e1f063c0-f891-481e-b162-0b825299f031" providerId="ADAL" clId="{6ADDB542-7708-4E33-BA5D-95E7728F0CE2}" dt="2026-08-19T19:06:32.031" v="1421" actId="20577"/>
        <pc:sldMkLst>
          <pc:docMk/>
          <pc:sldMk cId="1584524781" sldId="279"/>
        </pc:sldMkLst>
        <pc:spChg chg="del">
          <ac:chgData name="Chad Furl" userId="e1f063c0-f891-481e-b162-0b825299f031" providerId="ADAL" clId="{6ADDB542-7708-4E33-BA5D-95E7728F0CE2}" dt="2026-08-19T18:52:59.195" v="836" actId="478"/>
          <ac:spMkLst>
            <pc:docMk/>
            <pc:sldMk cId="1584524781" sldId="279"/>
            <ac:spMk id="2" creationId="{89C2E2E9-75A0-BDDF-8C24-56171069CE7E}"/>
          </ac:spMkLst>
        </pc:spChg>
        <pc:spChg chg="mod">
          <ac:chgData name="Chad Furl" userId="e1f063c0-f891-481e-b162-0b825299f031" providerId="ADAL" clId="{6ADDB542-7708-4E33-BA5D-95E7728F0CE2}" dt="2026-08-19T18:54:05.233" v="864" actId="20577"/>
          <ac:spMkLst>
            <pc:docMk/>
            <pc:sldMk cId="1584524781" sldId="279"/>
            <ac:spMk id="6" creationId="{30681F45-389A-1C88-537D-73A609998762}"/>
          </ac:spMkLst>
        </pc:spChg>
        <pc:spChg chg="del">
          <ac:chgData name="Chad Furl" userId="e1f063c0-f891-481e-b162-0b825299f031" providerId="ADAL" clId="{6ADDB542-7708-4E33-BA5D-95E7728F0CE2}" dt="2026-08-19T18:51:59.525" v="813" actId="478"/>
          <ac:spMkLst>
            <pc:docMk/>
            <pc:sldMk cId="1584524781" sldId="279"/>
            <ac:spMk id="7" creationId="{E16BE4D4-A845-FF95-B3FB-50E15DA339D2}"/>
          </ac:spMkLst>
        </pc:spChg>
        <pc:spChg chg="del">
          <ac:chgData name="Chad Furl" userId="e1f063c0-f891-481e-b162-0b825299f031" providerId="ADAL" clId="{6ADDB542-7708-4E33-BA5D-95E7728F0CE2}" dt="2026-08-19T18:52:50.870" v="833" actId="478"/>
          <ac:spMkLst>
            <pc:docMk/>
            <pc:sldMk cId="1584524781" sldId="279"/>
            <ac:spMk id="10" creationId="{C8DC8A76-FCBF-5581-C599-4BE7FF8785E9}"/>
          </ac:spMkLst>
        </pc:spChg>
        <pc:spChg chg="del">
          <ac:chgData name="Chad Furl" userId="e1f063c0-f891-481e-b162-0b825299f031" providerId="ADAL" clId="{6ADDB542-7708-4E33-BA5D-95E7728F0CE2}" dt="2026-08-19T18:52:54.565" v="834" actId="478"/>
          <ac:spMkLst>
            <pc:docMk/>
            <pc:sldMk cId="1584524781" sldId="279"/>
            <ac:spMk id="11" creationId="{92DCFD7C-F443-7E74-EF4F-72FCC5A496B1}"/>
          </ac:spMkLst>
        </pc:spChg>
        <pc:spChg chg="del">
          <ac:chgData name="Chad Furl" userId="e1f063c0-f891-481e-b162-0b825299f031" providerId="ADAL" clId="{6ADDB542-7708-4E33-BA5D-95E7728F0CE2}" dt="2026-08-19T18:52:56.015" v="835" actId="478"/>
          <ac:spMkLst>
            <pc:docMk/>
            <pc:sldMk cId="1584524781" sldId="279"/>
            <ac:spMk id="12" creationId="{B17261C5-1E6B-3017-3B6D-9597CD30F839}"/>
          </ac:spMkLst>
        </pc:spChg>
        <pc:spChg chg="mod">
          <ac:chgData name="Chad Furl" userId="e1f063c0-f891-481e-b162-0b825299f031" providerId="ADAL" clId="{6ADDB542-7708-4E33-BA5D-95E7728F0CE2}" dt="2026-08-19T19:00:47.046" v="1171" actId="1076"/>
          <ac:spMkLst>
            <pc:docMk/>
            <pc:sldMk cId="1584524781" sldId="279"/>
            <ac:spMk id="13" creationId="{F30D97F6-2ED0-93FA-4910-A1E9149FF25A}"/>
          </ac:spMkLst>
        </pc:spChg>
        <pc:spChg chg="del">
          <ac:chgData name="Chad Furl" userId="e1f063c0-f891-481e-b162-0b825299f031" providerId="ADAL" clId="{6ADDB542-7708-4E33-BA5D-95E7728F0CE2}" dt="2026-08-19T18:53:01.148" v="837" actId="478"/>
          <ac:spMkLst>
            <pc:docMk/>
            <pc:sldMk cId="1584524781" sldId="279"/>
            <ac:spMk id="14" creationId="{4141F423-6796-C605-C1AE-89227D3532DC}"/>
          </ac:spMkLst>
        </pc:spChg>
        <pc:spChg chg="del">
          <ac:chgData name="Chad Furl" userId="e1f063c0-f891-481e-b162-0b825299f031" providerId="ADAL" clId="{6ADDB542-7708-4E33-BA5D-95E7728F0CE2}" dt="2026-08-19T18:53:04.631" v="839" actId="478"/>
          <ac:spMkLst>
            <pc:docMk/>
            <pc:sldMk cId="1584524781" sldId="279"/>
            <ac:spMk id="15" creationId="{4A903568-B604-CABF-D7EF-DFE38D74AECD}"/>
          </ac:spMkLst>
        </pc:spChg>
        <pc:spChg chg="del">
          <ac:chgData name="Chad Furl" userId="e1f063c0-f891-481e-b162-0b825299f031" providerId="ADAL" clId="{6ADDB542-7708-4E33-BA5D-95E7728F0CE2}" dt="2026-08-19T18:53:03.018" v="838" actId="478"/>
          <ac:spMkLst>
            <pc:docMk/>
            <pc:sldMk cId="1584524781" sldId="279"/>
            <ac:spMk id="16" creationId="{A55F5D28-C432-2BBE-CABA-F81B7AF1A6D9}"/>
          </ac:spMkLst>
        </pc:spChg>
        <pc:spChg chg="del">
          <ac:chgData name="Chad Furl" userId="e1f063c0-f891-481e-b162-0b825299f031" providerId="ADAL" clId="{6ADDB542-7708-4E33-BA5D-95E7728F0CE2}" dt="2026-08-19T18:53:06.765" v="840" actId="478"/>
          <ac:spMkLst>
            <pc:docMk/>
            <pc:sldMk cId="1584524781" sldId="279"/>
            <ac:spMk id="17" creationId="{60CBD071-640F-990B-1A4E-66BB5EE0E2B3}"/>
          </ac:spMkLst>
        </pc:spChg>
        <pc:spChg chg="del">
          <ac:chgData name="Chad Furl" userId="e1f063c0-f891-481e-b162-0b825299f031" providerId="ADAL" clId="{6ADDB542-7708-4E33-BA5D-95E7728F0CE2}" dt="2026-08-19T18:53:09.338" v="842" actId="478"/>
          <ac:spMkLst>
            <pc:docMk/>
            <pc:sldMk cId="1584524781" sldId="279"/>
            <ac:spMk id="18" creationId="{F265CB2F-D7B5-F088-6E57-3E8150658702}"/>
          </ac:spMkLst>
        </pc:spChg>
        <pc:spChg chg="del">
          <ac:chgData name="Chad Furl" userId="e1f063c0-f891-481e-b162-0b825299f031" providerId="ADAL" clId="{6ADDB542-7708-4E33-BA5D-95E7728F0CE2}" dt="2026-08-19T18:53:08.354" v="841" actId="478"/>
          <ac:spMkLst>
            <pc:docMk/>
            <pc:sldMk cId="1584524781" sldId="279"/>
            <ac:spMk id="19" creationId="{D8D3BE7B-F5D3-533A-F14C-8E86E703E23D}"/>
          </ac:spMkLst>
        </pc:spChg>
        <pc:spChg chg="del">
          <ac:chgData name="Chad Furl" userId="e1f063c0-f891-481e-b162-0b825299f031" providerId="ADAL" clId="{6ADDB542-7708-4E33-BA5D-95E7728F0CE2}" dt="2026-08-19T18:53:11.053" v="843" actId="478"/>
          <ac:spMkLst>
            <pc:docMk/>
            <pc:sldMk cId="1584524781" sldId="279"/>
            <ac:spMk id="20" creationId="{0B9C5B88-D092-655A-5F15-760F5CF8CE2B}"/>
          </ac:spMkLst>
        </pc:spChg>
        <pc:spChg chg="del">
          <ac:chgData name="Chad Furl" userId="e1f063c0-f891-481e-b162-0b825299f031" providerId="ADAL" clId="{6ADDB542-7708-4E33-BA5D-95E7728F0CE2}" dt="2026-08-19T18:53:14.397" v="845" actId="478"/>
          <ac:spMkLst>
            <pc:docMk/>
            <pc:sldMk cId="1584524781" sldId="279"/>
            <ac:spMk id="21" creationId="{2C30DFC7-3315-2A9C-7174-9B8AF882AB13}"/>
          </ac:spMkLst>
        </pc:spChg>
        <pc:spChg chg="del">
          <ac:chgData name="Chad Furl" userId="e1f063c0-f891-481e-b162-0b825299f031" providerId="ADAL" clId="{6ADDB542-7708-4E33-BA5D-95E7728F0CE2}" dt="2026-08-19T18:53:12.720" v="844" actId="478"/>
          <ac:spMkLst>
            <pc:docMk/>
            <pc:sldMk cId="1584524781" sldId="279"/>
            <ac:spMk id="22" creationId="{E48CC750-EF74-148C-85A9-7A6762938B32}"/>
          </ac:spMkLst>
        </pc:spChg>
        <pc:spChg chg="del">
          <ac:chgData name="Chad Furl" userId="e1f063c0-f891-481e-b162-0b825299f031" providerId="ADAL" clId="{6ADDB542-7708-4E33-BA5D-95E7728F0CE2}" dt="2026-08-19T18:53:15.879" v="846" actId="478"/>
          <ac:spMkLst>
            <pc:docMk/>
            <pc:sldMk cId="1584524781" sldId="279"/>
            <ac:spMk id="23" creationId="{20D6BC1A-34CB-71D7-B4C6-6AABAB31E82C}"/>
          </ac:spMkLst>
        </pc:spChg>
        <pc:spChg chg="add mod">
          <ac:chgData name="Chad Furl" userId="e1f063c0-f891-481e-b162-0b825299f031" providerId="ADAL" clId="{6ADDB542-7708-4E33-BA5D-95E7728F0CE2}" dt="2026-08-19T18:54:18.253" v="866" actId="1076"/>
          <ac:spMkLst>
            <pc:docMk/>
            <pc:sldMk cId="1584524781" sldId="279"/>
            <ac:spMk id="25" creationId="{82081825-98AA-358E-C73E-4EF5AABF1CE3}"/>
          </ac:spMkLst>
        </pc:spChg>
        <pc:spChg chg="add mod">
          <ac:chgData name="Chad Furl" userId="e1f063c0-f891-481e-b162-0b825299f031" providerId="ADAL" clId="{6ADDB542-7708-4E33-BA5D-95E7728F0CE2}" dt="2026-08-19T18:54:28.605" v="878" actId="20577"/>
          <ac:spMkLst>
            <pc:docMk/>
            <pc:sldMk cId="1584524781" sldId="279"/>
            <ac:spMk id="27" creationId="{2FDFA9DC-DA79-0D76-1C01-F4557DD2E8D0}"/>
          </ac:spMkLst>
        </pc:spChg>
        <pc:spChg chg="add mod">
          <ac:chgData name="Chad Furl" userId="e1f063c0-f891-481e-b162-0b825299f031" providerId="ADAL" clId="{6ADDB542-7708-4E33-BA5D-95E7728F0CE2}" dt="2026-08-19T19:03:02.440" v="1260" actId="20577"/>
          <ac:spMkLst>
            <pc:docMk/>
            <pc:sldMk cId="1584524781" sldId="279"/>
            <ac:spMk id="29" creationId="{A8B4C846-5340-DD71-3317-D0BDF2968340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1" creationId="{7F1B1082-7269-96A6-C9F5-36CC260E1BB2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3" creationId="{EDC154FC-24BD-5F78-C0A9-BF8B650BF369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5" creationId="{A51270C4-86BA-1CEA-B36F-00496C216742}"/>
          </ac:spMkLst>
        </pc:spChg>
        <pc:spChg chg="add mod">
          <ac:chgData name="Chad Furl" userId="e1f063c0-f891-481e-b162-0b825299f031" providerId="ADAL" clId="{6ADDB542-7708-4E33-BA5D-95E7728F0CE2}" dt="2026-08-19T19:06:02.860" v="1377" actId="1076"/>
          <ac:spMkLst>
            <pc:docMk/>
            <pc:sldMk cId="1584524781" sldId="279"/>
            <ac:spMk id="37" creationId="{A7C5DE3D-485C-D755-42FD-C92CFF0CD379}"/>
          </ac:spMkLst>
        </pc:spChg>
        <pc:spChg chg="add mod">
          <ac:chgData name="Chad Furl" userId="e1f063c0-f891-481e-b162-0b825299f031" providerId="ADAL" clId="{6ADDB542-7708-4E33-BA5D-95E7728F0CE2}" dt="2026-08-19T19:06:19.587" v="1390" actId="20577"/>
          <ac:spMkLst>
            <pc:docMk/>
            <pc:sldMk cId="1584524781" sldId="279"/>
            <ac:spMk id="39" creationId="{6AADF01C-4338-AAE1-25FA-32E52386A9FA}"/>
          </ac:spMkLst>
        </pc:spChg>
        <pc:spChg chg="add mod">
          <ac:chgData name="Chad Furl" userId="e1f063c0-f891-481e-b162-0b825299f031" providerId="ADAL" clId="{6ADDB542-7708-4E33-BA5D-95E7728F0CE2}" dt="2026-08-19T19:06:32.031" v="1421" actId="20577"/>
          <ac:spMkLst>
            <pc:docMk/>
            <pc:sldMk cId="1584524781" sldId="279"/>
            <ac:spMk id="41" creationId="{ACBDBBE8-15B5-ED64-F38F-B8398D705BDC}"/>
          </ac:spMkLst>
        </pc:spChg>
      </pc:sldChg>
      <pc:sldChg chg="modSp mod ord">
        <pc:chgData name="Chad Furl" userId="e1f063c0-f891-481e-b162-0b825299f031" providerId="ADAL" clId="{6ADDB542-7708-4E33-BA5D-95E7728F0CE2}" dt="2026-08-19T18:52:13.804" v="832" actId="20577"/>
        <pc:sldMkLst>
          <pc:docMk/>
          <pc:sldMk cId="2028975278" sldId="280"/>
        </pc:sldMkLst>
        <pc:spChg chg="mod">
          <ac:chgData name="Chad Furl" userId="e1f063c0-f891-481e-b162-0b825299f031" providerId="ADAL" clId="{6ADDB542-7708-4E33-BA5D-95E7728F0CE2}" dt="2026-08-19T18:52:13.804" v="832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addSp modSp new mod">
        <pc:chgData name="Chad Furl" userId="e1f063c0-f891-481e-b162-0b825299f031" providerId="ADAL" clId="{6ADDB542-7708-4E33-BA5D-95E7728F0CE2}" dt="2026-08-19T18:16:18.636" v="121" actId="20577"/>
        <pc:sldMkLst>
          <pc:docMk/>
          <pc:sldMk cId="2367963908" sldId="293"/>
        </pc:sldMkLst>
        <pc:spChg chg="add mod">
          <ac:chgData name="Chad Furl" userId="e1f063c0-f891-481e-b162-0b825299f031" providerId="ADAL" clId="{6ADDB542-7708-4E33-BA5D-95E7728F0CE2}" dt="2026-08-19T18:16:18.636" v="121" actId="20577"/>
          <ac:spMkLst>
            <pc:docMk/>
            <pc:sldMk cId="2367963908" sldId="293"/>
            <ac:spMk id="2" creationId="{85853E1B-A1FF-8D03-D11A-7288E4E7E786}"/>
          </ac:spMkLst>
        </pc:spChg>
      </pc:sldChg>
      <pc:sldChg chg="addSp delSp modSp add mod">
        <pc:chgData name="Chad Furl" userId="e1f063c0-f891-481e-b162-0b825299f031" providerId="ADAL" clId="{6ADDB542-7708-4E33-BA5D-95E7728F0CE2}" dt="2026-08-19T18:49:17.887" v="722" actId="6549"/>
        <pc:sldMkLst>
          <pc:docMk/>
          <pc:sldMk cId="1374114861" sldId="294"/>
        </pc:sldMkLst>
        <pc:spChg chg="mod">
          <ac:chgData name="Chad Furl" userId="e1f063c0-f891-481e-b162-0b825299f031" providerId="ADAL" clId="{6ADDB542-7708-4E33-BA5D-95E7728F0CE2}" dt="2026-08-19T18:42:22.575" v="135" actId="20577"/>
          <ac:spMkLst>
            <pc:docMk/>
            <pc:sldMk cId="1374114861" sldId="294"/>
            <ac:spMk id="6" creationId="{26AF6BBF-C3C3-A563-A971-E8B82ED7A0C6}"/>
          </ac:spMkLst>
        </pc:spChg>
        <pc:spChg chg="mod">
          <ac:chgData name="Chad Furl" userId="e1f063c0-f891-481e-b162-0b825299f031" providerId="ADAL" clId="{6ADDB542-7708-4E33-BA5D-95E7728F0CE2}" dt="2026-08-19T18:42:30.528" v="146" actId="20577"/>
          <ac:spMkLst>
            <pc:docMk/>
            <pc:sldMk cId="1374114861" sldId="294"/>
            <ac:spMk id="10" creationId="{F85BE99F-740E-3928-4ABF-CABC9A280928}"/>
          </ac:spMkLst>
        </pc:spChg>
        <pc:spChg chg="mod">
          <ac:chgData name="Chad Furl" userId="e1f063c0-f891-481e-b162-0b825299f031" providerId="ADAL" clId="{6ADDB542-7708-4E33-BA5D-95E7728F0CE2}" dt="2026-08-19T18:49:17.887" v="722" actId="6549"/>
          <ac:spMkLst>
            <pc:docMk/>
            <pc:sldMk cId="1374114861" sldId="294"/>
            <ac:spMk id="11" creationId="{D5F10504-DA5B-4C0A-EFC4-B155FAC9B941}"/>
          </ac:spMkLst>
        </pc:spChg>
        <pc:spChg chg="mod">
          <ac:chgData name="Chad Furl" userId="e1f063c0-f891-481e-b162-0b825299f031" providerId="ADAL" clId="{6ADDB542-7708-4E33-BA5D-95E7728F0CE2}" dt="2026-08-19T18:44:35.422" v="153" actId="14100"/>
          <ac:spMkLst>
            <pc:docMk/>
            <pc:sldMk cId="1374114861" sldId="294"/>
            <ac:spMk id="18" creationId="{7A7BB5A0-A361-F3BD-A0CF-A1BC90D0F7D7}"/>
          </ac:spMkLst>
        </pc:spChg>
        <pc:spChg chg="mod">
          <ac:chgData name="Chad Furl" userId="e1f063c0-f891-481e-b162-0b825299f031" providerId="ADAL" clId="{6ADDB542-7708-4E33-BA5D-95E7728F0CE2}" dt="2026-08-19T18:46:05.386" v="359" actId="1036"/>
          <ac:spMkLst>
            <pc:docMk/>
            <pc:sldMk cId="1374114861" sldId="294"/>
            <ac:spMk id="19" creationId="{9FD44D4C-54F8-95EF-06B5-ECC2B7E73A49}"/>
          </ac:spMkLst>
        </pc:spChg>
        <pc:picChg chg="del">
          <ac:chgData name="Chad Furl" userId="e1f063c0-f891-481e-b162-0b825299f031" providerId="ADAL" clId="{6ADDB542-7708-4E33-BA5D-95E7728F0CE2}" dt="2026-08-19T18:43:44.160" v="150" actId="478"/>
          <ac:picMkLst>
            <pc:docMk/>
            <pc:sldMk cId="1374114861" sldId="294"/>
            <ac:picMk id="12" creationId="{AE498E07-6ABD-78E4-5174-8555BC7D066C}"/>
          </ac:picMkLst>
        </pc:picChg>
        <pc:picChg chg="add mod ord">
          <ac:chgData name="Chad Furl" userId="e1f063c0-f891-481e-b162-0b825299f031" providerId="ADAL" clId="{6ADDB542-7708-4E33-BA5D-95E7728F0CE2}" dt="2026-08-19T18:43:39.593" v="149" actId="171"/>
          <ac:picMkLst>
            <pc:docMk/>
            <pc:sldMk cId="1374114861" sldId="294"/>
            <ac:picMk id="13" creationId="{F4BB218D-1E99-2D7D-A7F3-671FC76AFC31}"/>
          </ac:picMkLst>
        </pc:picChg>
      </pc:sldChg>
      <pc:sldChg chg="delSp modSp add mod">
        <pc:chgData name="Chad Furl" userId="e1f063c0-f891-481e-b162-0b825299f031" providerId="ADAL" clId="{6ADDB542-7708-4E33-BA5D-95E7728F0CE2}" dt="2026-08-19T18:50:09.880" v="799" actId="20577"/>
        <pc:sldMkLst>
          <pc:docMk/>
          <pc:sldMk cId="3090401803" sldId="295"/>
        </pc:sldMkLst>
        <pc:spChg chg="mod">
          <ac:chgData name="Chad Furl" userId="e1f063c0-f891-481e-b162-0b825299f031" providerId="ADAL" clId="{6ADDB542-7708-4E33-BA5D-95E7728F0CE2}" dt="2026-08-19T18:49:49.545" v="739" actId="20577"/>
          <ac:spMkLst>
            <pc:docMk/>
            <pc:sldMk cId="3090401803" sldId="295"/>
            <ac:spMk id="6" creationId="{2631BA67-5BDA-D960-7D86-0BAF6E985F75}"/>
          </ac:spMkLst>
        </pc:spChg>
        <pc:spChg chg="mod">
          <ac:chgData name="Chad Furl" userId="e1f063c0-f891-481e-b162-0b825299f031" providerId="ADAL" clId="{6ADDB542-7708-4E33-BA5D-95E7728F0CE2}" dt="2026-08-19T18:49:58.287" v="750" actId="20577"/>
          <ac:spMkLst>
            <pc:docMk/>
            <pc:sldMk cId="3090401803" sldId="295"/>
            <ac:spMk id="10" creationId="{5980D932-12E5-F5BE-12A9-372BE6592716}"/>
          </ac:spMkLst>
        </pc:spChg>
        <pc:spChg chg="mod">
          <ac:chgData name="Chad Furl" userId="e1f063c0-f891-481e-b162-0b825299f031" providerId="ADAL" clId="{6ADDB542-7708-4E33-BA5D-95E7728F0CE2}" dt="2026-08-19T18:50:09.880" v="799" actId="20577"/>
          <ac:spMkLst>
            <pc:docMk/>
            <pc:sldMk cId="3090401803" sldId="295"/>
            <ac:spMk id="21" creationId="{C505F95F-42F8-1150-7236-AF007830B3E4}"/>
          </ac:spMkLst>
        </pc:spChg>
        <pc:picChg chg="del">
          <ac:chgData name="Chad Furl" userId="e1f063c0-f891-481e-b162-0b825299f031" providerId="ADAL" clId="{6ADDB542-7708-4E33-BA5D-95E7728F0CE2}" dt="2026-08-19T18:49:41.524" v="724" actId="478"/>
          <ac:picMkLst>
            <pc:docMk/>
            <pc:sldMk cId="3090401803" sldId="295"/>
            <ac:picMk id="14" creationId="{7275604D-5521-20CB-3313-2D573B2C4B4A}"/>
          </ac:picMkLst>
        </pc:pic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20T21:21:19.492" v="5073" actId="1036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11T16:00:26.919" v="3143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9" creationId="{F677025A-7BB2-3810-EB7F-1607DEB8941D}"/>
          </ac:spMkLst>
        </pc:sp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mod setBg">
        <pc:chgData name="Chad Furl" userId="e1f063c0-f891-481e-b162-0b825299f031" providerId="ADAL" clId="{3E978C21-B3D0-4285-96BE-5AD851B5E1C0}" dt="2026-08-10T13:21:16.166" v="1133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10T13:21:16.166" v="1133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  <pc:sldChg chg="addSp delSp modSp add mod">
        <pc:chgData name="Chad Furl" userId="e1f063c0-f891-481e-b162-0b825299f031" providerId="ADAL" clId="{3E978C21-B3D0-4285-96BE-5AD851B5E1C0}" dt="2026-08-20T21:06:37.797" v="4889" actId="1076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11T16:25:15.025" v="3471" actId="20577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11T16:27:38.870" v="3739" actId="27636"/>
          <ac:spMkLst>
            <pc:docMk/>
            <pc:sldMk cId="2838444412" sldId="274"/>
            <ac:spMk id="11" creationId="{0A0E10F0-A4E5-93B1-D645-1E617D0FAAEB}"/>
          </ac:spMkLst>
        </pc:spChg>
        <pc:picChg chg="add mod">
          <ac:chgData name="Chad Furl" userId="e1f063c0-f891-481e-b162-0b825299f031" providerId="ADAL" clId="{3E978C21-B3D0-4285-96BE-5AD851B5E1C0}" dt="2026-08-20T21:06:37.797" v="4889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1:15:06.895" v="5001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20T21:14:19.165" v="4906" actId="1036"/>
          <ac:spMkLst>
            <pc:docMk/>
            <pc:sldMk cId="1393222068" sldId="276"/>
            <ac:spMk id="7" creationId="{81799742-323B-5FBC-61DC-1E83144DD830}"/>
          </ac:spMkLst>
        </pc:spChg>
        <pc:spChg chg="del">
          <ac:chgData name="Chad Furl" userId="e1f063c0-f891-481e-b162-0b825299f031" providerId="ADAL" clId="{3E978C21-B3D0-4285-96BE-5AD851B5E1C0}" dt="2026-08-20T21:13:24.080" v="4893" actId="478"/>
          <ac:spMkLst>
            <pc:docMk/>
            <pc:sldMk cId="1393222068" sldId="276"/>
            <ac:spMk id="10" creationId="{DF92FB88-6A66-8833-60F7-82BEB0783ABD}"/>
          </ac:spMkLst>
        </pc:spChg>
        <pc:spChg chg="del">
          <ac:chgData name="Chad Furl" userId="e1f063c0-f891-481e-b162-0b825299f031" providerId="ADAL" clId="{3E978C21-B3D0-4285-96BE-5AD851B5E1C0}" dt="2026-08-20T21:13:19.998" v="4892" actId="478"/>
          <ac:spMkLst>
            <pc:docMk/>
            <pc:sldMk cId="1393222068" sldId="276"/>
            <ac:spMk id="11" creationId="{A8FF49C8-5433-B3DC-5DE3-41871CCC90BF}"/>
          </ac:spMkLst>
        </pc:spChg>
        <pc:spChg chg="del">
          <ac:chgData name="Chad Furl" userId="e1f063c0-f891-481e-b162-0b825299f031" providerId="ADAL" clId="{3E978C21-B3D0-4285-96BE-5AD851B5E1C0}" dt="2026-08-20T21:13:12.472" v="4890" actId="478"/>
          <ac:spMkLst>
            <pc:docMk/>
            <pc:sldMk cId="1393222068" sldId="276"/>
            <ac:spMk id="12" creationId="{8F2948DE-85AB-EAC1-EE43-30580FD90A72}"/>
          </ac:spMkLst>
        </pc:spChg>
        <pc:spChg chg="mod">
          <ac:chgData name="Chad Furl" userId="e1f063c0-f891-481e-b162-0b825299f031" providerId="ADAL" clId="{3E978C21-B3D0-4285-96BE-5AD851B5E1C0}" dt="2026-08-20T21:15:06.895" v="5001" actId="20577"/>
          <ac:spMkLst>
            <pc:docMk/>
            <pc:sldMk cId="1393222068" sldId="276"/>
            <ac:spMk id="20" creationId="{B05ECB45-6F0A-DB51-9F2A-0F15D7C039AC}"/>
          </ac:spMkLst>
        </pc:spChg>
        <pc:spChg chg="del mod">
          <ac:chgData name="Chad Furl" userId="e1f063c0-f891-481e-b162-0b825299f031" providerId="ADAL" clId="{3E978C21-B3D0-4285-96BE-5AD851B5E1C0}" dt="2026-08-20T21:13:13.942" v="4891" actId="478"/>
          <ac:spMkLst>
            <pc:docMk/>
            <pc:sldMk cId="1393222068" sldId="276"/>
            <ac:spMk id="21" creationId="{EB69E011-44C8-441C-58AC-A2DF7B079033}"/>
          </ac:spMkLst>
        </pc:spChg>
        <pc:picChg chg="add mod modCrop">
          <ac:chgData name="Chad Furl" userId="e1f063c0-f891-481e-b162-0b825299f031" providerId="ADAL" clId="{3E978C21-B3D0-4285-96BE-5AD851B5E1C0}" dt="2026-08-20T21:13:53.946" v="4899" actId="1076"/>
          <ac:picMkLst>
            <pc:docMk/>
            <pc:sldMk cId="1393222068" sldId="276"/>
            <ac:picMk id="14" creationId="{30351D1F-5E3E-8B9F-9385-A08409BF2BC4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6:48:36.214" v="3906" actId="22"/>
        <pc:sldMkLst>
          <pc:docMk/>
          <pc:sldMk cId="1953992702" sldId="277"/>
        </pc:sldMkLst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20T21:21:19.492" v="5073" actId="1036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  <pc:spChg chg="mod">
          <ac:chgData name="Chad Furl" userId="e1f063c0-f891-481e-b162-0b825299f031" providerId="ADAL" clId="{3E978C21-B3D0-4285-96BE-5AD851B5E1C0}" dt="2026-08-20T21:21:11.230" v="5063" actId="1035"/>
          <ac:spMkLst>
            <pc:docMk/>
            <pc:sldMk cId="1584524781" sldId="279"/>
            <ac:spMk id="35" creationId="{A51270C4-86BA-1CEA-B36F-00496C216742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7" creationId="{A7C5DE3D-485C-D755-42FD-C92CFF0CD379}"/>
          </ac:spMkLst>
        </pc:spChg>
        <pc:spChg chg="mod">
          <ac:chgData name="Chad Furl" userId="e1f063c0-f891-481e-b162-0b825299f031" providerId="ADAL" clId="{3E978C21-B3D0-4285-96BE-5AD851B5E1C0}" dt="2026-08-20T21:21:19.492" v="5073" actId="1036"/>
          <ac:spMkLst>
            <pc:docMk/>
            <pc:sldMk cId="1584524781" sldId="279"/>
            <ac:spMk id="39" creationId="{6AADF01C-4338-AAE1-25FA-32E52386A9FA}"/>
          </ac:spMkLst>
        </pc:spChg>
      </pc:sldChg>
      <pc:sldChg chg="modSp add mod">
        <pc:chgData name="Chad Furl" userId="e1f063c0-f891-481e-b162-0b825299f031" providerId="ADAL" clId="{3E978C21-B3D0-4285-96BE-5AD851B5E1C0}" dt="2026-08-10T19:29:42.689" v="1945" actId="20577"/>
        <pc:sldMkLst>
          <pc:docMk/>
          <pc:sldMk cId="2028975278" sldId="280"/>
        </pc:sldMkLst>
        <pc:spChg chg="mod">
          <ac:chgData name="Chad Furl" userId="e1f063c0-f891-481e-b162-0b825299f031" providerId="ADAL" clId="{3E978C21-B3D0-4285-96BE-5AD851B5E1C0}" dt="2026-08-10T19:29:42.689" v="1945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modSp add mod">
        <pc:chgData name="Chad Furl" userId="e1f063c0-f891-481e-b162-0b825299f031" providerId="ADAL" clId="{3E978C21-B3D0-4285-96BE-5AD851B5E1C0}" dt="2026-08-10T19:31:01.100" v="1987" actId="20577"/>
        <pc:sldMkLst>
          <pc:docMk/>
          <pc:sldMk cId="1538029722" sldId="281"/>
        </pc:sldMkLst>
        <pc:spChg chg="mod">
          <ac:chgData name="Chad Furl" userId="e1f063c0-f891-481e-b162-0b825299f031" providerId="ADAL" clId="{3E978C21-B3D0-4285-96BE-5AD851B5E1C0}" dt="2026-08-10T19:31:01.100" v="1987" actId="20577"/>
          <ac:spMkLst>
            <pc:docMk/>
            <pc:sldMk cId="1538029722" sldId="281"/>
            <ac:spMk id="6" creationId="{175A3430-D54A-EE08-978E-E3E26EED2A3B}"/>
          </ac:spMkLst>
        </pc:spChg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0T21:01:53.807" v="4885" actId="14100"/>
        <pc:sldMkLst>
          <pc:docMk/>
          <pc:sldMk cId="3032059316" sldId="286"/>
        </pc:sldMkLst>
        <pc:spChg chg="mod">
          <ac:chgData name="Chad Furl" userId="e1f063c0-f891-481e-b162-0b825299f031" providerId="ADAL" clId="{3E978C21-B3D0-4285-96BE-5AD851B5E1C0}" dt="2026-08-20T21:01:53.807" v="4885" actId="14100"/>
          <ac:spMkLst>
            <pc:docMk/>
            <pc:sldMk cId="3032059316" sldId="286"/>
            <ac:spMk id="7" creationId="{4ED8C6E0-F3E9-7B54-05DA-7511E12B7D58}"/>
          </ac:spMkLst>
        </pc:spChg>
        <pc:spChg chg="del">
          <ac:chgData name="Chad Furl" userId="e1f063c0-f891-481e-b162-0b825299f031" providerId="ADAL" clId="{3E978C21-B3D0-4285-96BE-5AD851B5E1C0}" dt="2026-08-20T21:01:45.628" v="4883" actId="478"/>
          <ac:spMkLst>
            <pc:docMk/>
            <pc:sldMk cId="3032059316" sldId="286"/>
            <ac:spMk id="9" creationId="{91EA55F3-349E-0DA5-6795-BAF7A6378B0F}"/>
          </ac:spMkLst>
        </pc:spChg>
        <pc:spChg chg="del">
          <ac:chgData name="Chad Furl" userId="e1f063c0-f891-481e-b162-0b825299f031" providerId="ADAL" clId="{3E978C21-B3D0-4285-96BE-5AD851B5E1C0}" dt="2026-08-20T21:00:40.928" v="4871" actId="478"/>
          <ac:spMkLst>
            <pc:docMk/>
            <pc:sldMk cId="3032059316" sldId="286"/>
            <ac:spMk id="12" creationId="{A8D07888-CDA8-A432-23C1-9712855B7CF4}"/>
          </ac:spMkLst>
        </pc:spChg>
        <pc:spChg chg="mod">
          <ac:chgData name="Chad Furl" userId="e1f063c0-f891-481e-b162-0b825299f031" providerId="ADAL" clId="{3E978C21-B3D0-4285-96BE-5AD851B5E1C0}" dt="2026-08-20T21:01:37.740" v="4881" actId="27636"/>
          <ac:spMkLst>
            <pc:docMk/>
            <pc:sldMk cId="3032059316" sldId="286"/>
            <ac:spMk id="20" creationId="{8B001F28-C13B-000E-920B-DEEB3DF4AD9D}"/>
          </ac:spMkLst>
        </pc:spChg>
        <pc:spChg chg="del mod">
          <ac:chgData name="Chad Furl" userId="e1f063c0-f891-481e-b162-0b825299f031" providerId="ADAL" clId="{3E978C21-B3D0-4285-96BE-5AD851B5E1C0}" dt="2026-08-20T21:00:45.718" v="4872" actId="478"/>
          <ac:spMkLst>
            <pc:docMk/>
            <pc:sldMk cId="3032059316" sldId="286"/>
            <ac:spMk id="21" creationId="{8F3C2713-D252-7D04-13FB-43BED2940043}"/>
          </ac:spMkLst>
        </pc:spChg>
        <pc:picChg chg="add mod">
          <ac:chgData name="Chad Furl" userId="e1f063c0-f891-481e-b162-0b825299f031" providerId="ADAL" clId="{3E978C21-B3D0-4285-96BE-5AD851B5E1C0}" dt="2026-08-20T21:01:25.410" v="4878" actId="1076"/>
          <ac:picMkLst>
            <pc:docMk/>
            <pc:sldMk cId="3032059316" sldId="286"/>
            <ac:picMk id="13" creationId="{D05CF086-A89E-5142-D41B-74427C721C17}"/>
          </ac:picMkLst>
        </pc:picChg>
        <pc:picChg chg="del">
          <ac:chgData name="Chad Furl" userId="e1f063c0-f891-481e-b162-0b825299f031" providerId="ADAL" clId="{3E978C21-B3D0-4285-96BE-5AD851B5E1C0}" dt="2026-08-20T21:00:45.718" v="4872" actId="478"/>
          <ac:picMkLst>
            <pc:docMk/>
            <pc:sldMk cId="3032059316" sldId="286"/>
            <ac:picMk id="14" creationId="{8D4487B9-BC9A-3999-781A-5E55BBDBD7BB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11T16:47:55.017" v="3902" actId="20577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6:01:43.622" v="3152" actId="478"/>
        <pc:sldMkLst>
          <pc:docMk/>
          <pc:sldMk cId="3398460120" sldId="289"/>
        </pc:sldMkLst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8-20T20:54:02.104" v="4841" actId="1076"/>
        <pc:sldMkLst>
          <pc:docMk/>
          <pc:sldMk cId="1587184410" sldId="290"/>
        </pc:sldMkLst>
        <pc:spChg chg="mod or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7" creationId="{2E8292DB-057A-EDFC-CDA8-7EA5942BF342}"/>
          </ac:spMkLst>
        </pc:spChg>
        <pc:spChg chg="del">
          <ac:chgData name="Chad Furl" userId="e1f063c0-f891-481e-b162-0b825299f031" providerId="ADAL" clId="{3E978C21-B3D0-4285-96BE-5AD851B5E1C0}" dt="2026-08-20T20:53:04.591" v="4834" actId="478"/>
          <ac:spMkLst>
            <pc:docMk/>
            <pc:sldMk cId="1587184410" sldId="290"/>
            <ac:spMk id="8" creationId="{23F9EA2B-4922-F88B-AAD1-C9CF896EDA58}"/>
          </ac:spMkLst>
        </pc:spChg>
        <pc:spChg chg="mod">
          <ac:chgData name="Chad Furl" userId="e1f063c0-f891-481e-b162-0b825299f031" providerId="ADAL" clId="{3E978C21-B3D0-4285-96BE-5AD851B5E1C0}" dt="2026-08-20T20:54:02.104" v="4841" actId="1076"/>
          <ac:spMkLst>
            <pc:docMk/>
            <pc:sldMk cId="1587184410" sldId="290"/>
            <ac:spMk id="10" creationId="{E9444992-DFF2-025A-FBCF-5523B3493C0B}"/>
          </ac:spMkLst>
        </pc:spChg>
        <pc:spChg chg="mod">
          <ac:chgData name="Chad Furl" userId="e1f063c0-f891-481e-b162-0b825299f031" providerId="ADAL" clId="{3E978C21-B3D0-4285-96BE-5AD851B5E1C0}" dt="2026-08-20T20:53:51.267" v="4840" actId="1076"/>
          <ac:spMkLst>
            <pc:docMk/>
            <pc:sldMk cId="1587184410" sldId="290"/>
            <ac:spMk id="11" creationId="{E20B16C7-01D9-394E-010C-AD6D6392781D}"/>
          </ac:spMkLst>
        </pc:spChg>
        <pc:spChg chg="del">
          <ac:chgData name="Chad Furl" userId="e1f063c0-f891-481e-b162-0b825299f031" providerId="ADAL" clId="{3E978C21-B3D0-4285-96BE-5AD851B5E1C0}" dt="2026-08-20T20:52:54.912" v="4832" actId="478"/>
          <ac:spMkLst>
            <pc:docMk/>
            <pc:sldMk cId="1587184410" sldId="290"/>
            <ac:spMk id="12" creationId="{346B99BD-A57E-81FD-F97A-E4E526246525}"/>
          </ac:spMkLst>
        </pc:spChg>
        <pc:spChg chg="del">
          <ac:chgData name="Chad Furl" userId="e1f063c0-f891-481e-b162-0b825299f031" providerId="ADAL" clId="{3E978C21-B3D0-4285-96BE-5AD851B5E1C0}" dt="2026-08-20T20:50:55.740" v="4809" actId="478"/>
          <ac:spMkLst>
            <pc:docMk/>
            <pc:sldMk cId="1587184410" sldId="290"/>
            <ac:spMk id="20" creationId="{91B44CC9-2338-5393-6DD2-5A0B2948FA92}"/>
          </ac:spMkLst>
        </pc:spChg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  <pc:picChg chg="mod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4" creationId="{7B8BE42D-7349-19E3-8951-3500DE6BDC1C}"/>
          </ac:picMkLst>
        </pc:picChg>
        <pc:picChg chg="add mod modCrop">
          <ac:chgData name="Chad Furl" userId="e1f063c0-f891-481e-b162-0b825299f031" providerId="ADAL" clId="{3E978C21-B3D0-4285-96BE-5AD851B5E1C0}" dt="2026-08-20T20:53:39.775" v="4839" actId="1076"/>
          <ac:picMkLst>
            <pc:docMk/>
            <pc:sldMk cId="1587184410" sldId="290"/>
            <ac:picMk id="15" creationId="{56086D04-4AA1-FF8C-66D5-EB0DD54BAA33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9:24:26.711" v="4733" actId="27636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9:29:54.573" v="4766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</pc:sldChg>
      <pc:sldChg chg="new del">
        <pc:chgData name="Chad Furl" userId="e1f063c0-f891-481e-b162-0b825299f031" providerId="ADAL" clId="{3E978C21-B3D0-4285-96BE-5AD851B5E1C0}" dt="2026-08-20T20:13:50.724" v="4769" actId="47"/>
        <pc:sldMkLst>
          <pc:docMk/>
          <pc:sldMk cId="2296436836" sldId="296"/>
        </pc:sldMkLst>
      </pc:sldChg>
      <pc:sldChg chg="addSp delSp modSp add mod">
        <pc:chgData name="Chad Furl" userId="e1f063c0-f891-481e-b162-0b825299f031" providerId="ADAL" clId="{3E978C21-B3D0-4285-96BE-5AD851B5E1C0}" dt="2026-08-20T20:55:00.637" v="4870" actId="1076"/>
        <pc:sldMkLst>
          <pc:docMk/>
          <pc:sldMk cId="934722565" sldId="297"/>
        </pc:sldMkLst>
        <pc:spChg chg="mod">
          <ac:chgData name="Chad Furl" userId="e1f063c0-f891-481e-b162-0b825299f031" providerId="ADAL" clId="{3E978C21-B3D0-4285-96BE-5AD851B5E1C0}" dt="2026-08-20T20:55:00.637" v="4870" actId="1076"/>
          <ac:spMkLst>
            <pc:docMk/>
            <pc:sldMk cId="934722565" sldId="297"/>
            <ac:spMk id="7" creationId="{F08684DC-DF68-F469-5E15-8039E53F92D7}"/>
          </ac:spMkLst>
        </pc:spChg>
        <pc:spChg chg="del">
          <ac:chgData name="Chad Furl" userId="e1f063c0-f891-481e-b162-0b825299f031" providerId="ADAL" clId="{3E978C21-B3D0-4285-96BE-5AD851B5E1C0}" dt="2026-08-20T20:20:00.675" v="4770" actId="478"/>
          <ac:spMkLst>
            <pc:docMk/>
            <pc:sldMk cId="934722565" sldId="297"/>
            <ac:spMk id="8" creationId="{D5ECBBEA-D7E1-09F0-96B6-CBD4FF8EC9A1}"/>
          </ac:spMkLst>
        </pc:spChg>
        <pc:spChg chg="mod">
          <ac:chgData name="Chad Furl" userId="e1f063c0-f891-481e-b162-0b825299f031" providerId="ADAL" clId="{3E978C21-B3D0-4285-96BE-5AD851B5E1C0}" dt="2026-08-20T20:54:48.331" v="4867" actId="1076"/>
          <ac:spMkLst>
            <pc:docMk/>
            <pc:sldMk cId="934722565" sldId="297"/>
            <ac:spMk id="10" creationId="{96EE8E68-CD55-1AC6-3F58-762406013EF5}"/>
          </ac:spMkLst>
        </pc:spChg>
        <pc:spChg chg="del">
          <ac:chgData name="Chad Furl" userId="e1f063c0-f891-481e-b162-0b825299f031" providerId="ADAL" clId="{3E978C21-B3D0-4285-96BE-5AD851B5E1C0}" dt="2026-08-20T20:20:00.675" v="4770" actId="478"/>
          <ac:spMkLst>
            <pc:docMk/>
            <pc:sldMk cId="934722565" sldId="297"/>
            <ac:spMk id="11" creationId="{D88662DB-E9C4-DDE8-B687-83A18E26A55F}"/>
          </ac:spMkLst>
        </pc:spChg>
        <pc:spChg chg="del">
          <ac:chgData name="Chad Furl" userId="e1f063c0-f891-481e-b162-0b825299f031" providerId="ADAL" clId="{3E978C21-B3D0-4285-96BE-5AD851B5E1C0}" dt="2026-08-20T20:20:06.161" v="4772" actId="478"/>
          <ac:spMkLst>
            <pc:docMk/>
            <pc:sldMk cId="934722565" sldId="297"/>
            <ac:spMk id="15" creationId="{772D9994-0AA4-2C95-D004-20E8BD193A53}"/>
          </ac:spMkLst>
        </pc:spChg>
        <pc:spChg chg="del mod">
          <ac:chgData name="Chad Furl" userId="e1f063c0-f891-481e-b162-0b825299f031" providerId="ADAL" clId="{3E978C21-B3D0-4285-96BE-5AD851B5E1C0}" dt="2026-08-20T20:54:56.109" v="4869" actId="478"/>
          <ac:spMkLst>
            <pc:docMk/>
            <pc:sldMk cId="934722565" sldId="297"/>
            <ac:spMk id="20" creationId="{2D17A9B5-B45F-8167-22B5-D877AB4F0541}"/>
          </ac:spMkLst>
        </pc:spChg>
        <pc:picChg chg="add mod">
          <ac:chgData name="Chad Furl" userId="e1f063c0-f891-481e-b162-0b825299f031" providerId="ADAL" clId="{3E978C21-B3D0-4285-96BE-5AD851B5E1C0}" dt="2026-08-20T20:54:43.021" v="4866" actId="14100"/>
          <ac:picMkLst>
            <pc:docMk/>
            <pc:sldMk cId="934722565" sldId="297"/>
            <ac:picMk id="9" creationId="{F9EC70CF-3939-68FF-752C-FFA67C695624}"/>
          </ac:picMkLst>
        </pc:picChg>
        <pc:picChg chg="del">
          <ac:chgData name="Chad Furl" userId="e1f063c0-f891-481e-b162-0b825299f031" providerId="ADAL" clId="{3E978C21-B3D0-4285-96BE-5AD851B5E1C0}" dt="2026-08-20T20:20:08.032" v="4773" actId="478"/>
          <ac:picMkLst>
            <pc:docMk/>
            <pc:sldMk cId="934722565" sldId="297"/>
            <ac:picMk id="13" creationId="{51506716-43CF-5234-76CA-58A92F01E659}"/>
          </ac:picMkLst>
        </pc:picChg>
        <pc:picChg chg="add del mod">
          <ac:chgData name="Chad Furl" userId="e1f063c0-f891-481e-b162-0b825299f031" providerId="ADAL" clId="{3E978C21-B3D0-4285-96BE-5AD851B5E1C0}" dt="2026-08-20T20:24:39.902" v="4793" actId="21"/>
          <ac:picMkLst>
            <pc:docMk/>
            <pc:sldMk cId="934722565" sldId="297"/>
            <ac:picMk id="14" creationId="{DBFEA91E-5837-87D5-3DBC-F9936BED2F45}"/>
          </ac:picMkLst>
        </pc:picChg>
        <pc:picChg chg="del">
          <ac:chgData name="Chad Furl" userId="e1f063c0-f891-481e-b162-0b825299f031" providerId="ADAL" clId="{3E978C21-B3D0-4285-96BE-5AD851B5E1C0}" dt="2026-08-20T20:20:02.886" v="4771" actId="478"/>
          <ac:picMkLst>
            <pc:docMk/>
            <pc:sldMk cId="934722565" sldId="297"/>
            <ac:picMk id="16" creationId="{48F3C0BE-0064-22B3-2237-145BBBB1204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0T20:24:44.955" v="4795" actId="22"/>
        <pc:sldMkLst>
          <pc:docMk/>
          <pc:sldMk cId="1653341937" sldId="298"/>
        </pc:sldMkLst>
        <pc:picChg chg="add del mod modCrop">
          <ac:chgData name="Chad Furl" userId="e1f063c0-f891-481e-b162-0b825299f031" providerId="ADAL" clId="{3E978C21-B3D0-4285-96BE-5AD851B5E1C0}" dt="2026-08-20T20:24:42.819" v="4794" actId="478"/>
          <ac:picMkLst>
            <pc:docMk/>
            <pc:sldMk cId="1653341937" sldId="298"/>
            <ac:picMk id="8" creationId="{9C65654E-5937-A174-4511-E4B64DC375E2}"/>
          </ac:picMkLst>
        </pc:picChg>
        <pc:picChg chg="del">
          <ac:chgData name="Chad Furl" userId="e1f063c0-f891-481e-b162-0b825299f031" providerId="ADAL" clId="{3E978C21-B3D0-4285-96BE-5AD851B5E1C0}" dt="2026-08-20T20:23:03.742" v="4778" actId="478"/>
          <ac:picMkLst>
            <pc:docMk/>
            <pc:sldMk cId="1653341937" sldId="298"/>
            <ac:picMk id="9" creationId="{6F162916-FF66-335D-C1BA-AD682E046FBB}"/>
          </ac:picMkLst>
        </pc:picChg>
        <pc:picChg chg="add">
          <ac:chgData name="Chad Furl" userId="e1f063c0-f891-481e-b162-0b825299f031" providerId="ADAL" clId="{3E978C21-B3D0-4285-96BE-5AD851B5E1C0}" dt="2026-08-20T20:24:44.955" v="4795" actId="22"/>
          <ac:picMkLst>
            <pc:docMk/>
            <pc:sldMk cId="1653341937" sldId="298"/>
            <ac:picMk id="12" creationId="{53B2E33F-E1DC-E0E8-5A25-38E439BEAFC5}"/>
          </ac:picMkLst>
        </pc:picChg>
      </pc:sldChg>
      <pc:sldChg chg="addSp modSp new del mod">
        <pc:chgData name="Chad Furl" userId="e1f063c0-f891-481e-b162-0b825299f031" providerId="ADAL" clId="{3E978C21-B3D0-4285-96BE-5AD851B5E1C0}" dt="2026-08-20T21:05:42.515" v="4886" actId="47"/>
        <pc:sldMkLst>
          <pc:docMk/>
          <pc:sldMk cId="2815691653" sldId="299"/>
        </pc:sldMkLst>
        <pc:spChg chg="add mod">
          <ac:chgData name="Chad Furl" userId="e1f063c0-f891-481e-b162-0b825299f031" providerId="ADAL" clId="{3E978C21-B3D0-4285-96BE-5AD851B5E1C0}" dt="2026-08-20T20:54:28.592" v="4864" actId="20577"/>
          <ac:spMkLst>
            <pc:docMk/>
            <pc:sldMk cId="2815691653" sldId="299"/>
            <ac:spMk id="2" creationId="{94F2A6DF-64B6-DBC9-A22B-AAE32B331F6B}"/>
          </ac:spMkLst>
        </pc:spChg>
      </pc:sldChg>
      <pc:sldChg chg="addSp delSp modSp add mod">
        <pc:chgData name="Chad Furl" userId="e1f063c0-f891-481e-b162-0b825299f031" providerId="ADAL" clId="{3E978C21-B3D0-4285-96BE-5AD851B5E1C0}" dt="2026-08-20T21:16:27.176" v="5016" actId="20577"/>
        <pc:sldMkLst>
          <pc:docMk/>
          <pc:sldMk cId="3040716077" sldId="299"/>
        </pc:sldMkLst>
        <pc:spChg chg="mod">
          <ac:chgData name="Chad Furl" userId="e1f063c0-f891-481e-b162-0b825299f031" providerId="ADAL" clId="{3E978C21-B3D0-4285-96BE-5AD851B5E1C0}" dt="2026-08-20T21:16:27.176" v="5016" actId="20577"/>
          <ac:spMkLst>
            <pc:docMk/>
            <pc:sldMk cId="3040716077" sldId="299"/>
            <ac:spMk id="20" creationId="{23E3F2C1-8422-130E-9D3C-13E05E2E2CED}"/>
          </ac:spMkLst>
        </pc:spChg>
        <pc:picChg chg="add mod ord modCrop">
          <ac:chgData name="Chad Furl" userId="e1f063c0-f891-481e-b162-0b825299f031" providerId="ADAL" clId="{3E978C21-B3D0-4285-96BE-5AD851B5E1C0}" dt="2026-08-20T21:16:14.447" v="5011" actId="171"/>
          <ac:picMkLst>
            <pc:docMk/>
            <pc:sldMk cId="3040716077" sldId="299"/>
            <ac:picMk id="11" creationId="{B5C0EE71-918F-6202-8FD8-14D6D394E103}"/>
          </ac:picMkLst>
        </pc:picChg>
        <pc:picChg chg="del">
          <ac:chgData name="Chad Furl" userId="e1f063c0-f891-481e-b162-0b825299f031" providerId="ADAL" clId="{3E978C21-B3D0-4285-96BE-5AD851B5E1C0}" dt="2026-08-20T21:16:17.236" v="5012" actId="478"/>
          <ac:picMkLst>
            <pc:docMk/>
            <pc:sldMk cId="3040716077" sldId="299"/>
            <ac:picMk id="14" creationId="{EF5D89AE-528A-0BD0-5689-1EF8B34947B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F39C-8DF2-F43B-872F-A66C1A6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1D97F-8E2B-20A3-0810-AC5E3794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F4920-1882-77CD-0072-E5AF8F69C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B2A9E-C1EC-71D5-BE4A-9356591CB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8637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D4301-B697-2019-6F3E-C8A05BE0B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3505E-067D-CB96-B14F-10D799B3A4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BAAC1-2513-ED12-9132-BC384FC2E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FF267-CA2D-38B9-4B31-57A4C178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423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4BCAF-E903-AE21-7D10-EC8D3A28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8261C-7DED-E105-BE99-19FC186A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6FB6A-02AC-FC40-09A2-570628DA9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4B688-6469-6BA9-1CDC-1A513330F8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92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DF21-1472-23D3-1775-896C0735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A4B34-997F-6194-A392-51878CA2D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EB723-E5B9-623C-5618-B24B1A2C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2DF1-FFB6-985B-2F04-06BC2B661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37251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6E94-FAD8-88DC-AA05-7627684E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3372A-3DCA-19C2-0488-D164EE637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D3C30-AD4C-7059-2A0A-D8ACFCDC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58F5A-871B-707F-C323-02A98D7A5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25841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3B5B45"/>
                </a:solidFill>
              </a:rPr>
              <a:t>Daily mean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from USGS gage </a:t>
            </a:r>
            <a:r>
              <a:rPr lang="en-US" sz="1100" b="1" err="1">
                <a:solidFill>
                  <a:srgbClr val="3B5B45"/>
                </a:solidFill>
              </a:rPr>
              <a:t>xxxx</a:t>
            </a:r>
            <a:r>
              <a:rPr lang="en-US" sz="1100" b="1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values over the indicated 1- to 60-month periods.</a:t>
            </a:r>
            <a:endParaRPr lang="en-US" sz="110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853E1B-A1FF-8D03-D11A-7288E4E7E786}"/>
              </a:ext>
            </a:extLst>
          </p:cNvPr>
          <p:cNvSpPr txBox="1"/>
          <p:nvPr/>
        </p:nvSpPr>
        <p:spPr>
          <a:xfrm>
            <a:off x="1342768" y="1820562"/>
            <a:ext cx="6463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Maybe a 2025 and 2026 hydrograph since that’s most of the talk</a:t>
            </a:r>
          </a:p>
        </p:txBody>
      </p:sp>
    </p:spTree>
    <p:extLst>
      <p:ext uri="{BB962C8B-B14F-4D97-AF65-F5344CB8AC3E}">
        <p14:creationId xmlns:p14="http://schemas.microsoft.com/office/powerpoint/2010/main" val="236796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93C9D-B2E6-97B4-C4E8-098C6F10F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865617D-F858-C5E0-EA67-77BE3C07EEEC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A8D6C2-C1E2-13C0-1FE4-345573C63B8B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1C59DDC-D250-3D3E-EEE4-BF50D898E491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5063A2-83DA-E1A1-01F0-553E7DECF3B8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6EE8E68-CD55-1AC6-3F58-762406013EF5}"/>
              </a:ext>
            </a:extLst>
          </p:cNvPr>
          <p:cNvSpPr/>
          <p:nvPr/>
        </p:nvSpPr>
        <p:spPr>
          <a:xfrm>
            <a:off x="518810" y="108813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F08684DC-DF68-F469-5E15-8039E53F92D7}"/>
              </a:ext>
            </a:extLst>
          </p:cNvPr>
          <p:cNvSpPr/>
          <p:nvPr/>
        </p:nvSpPr>
        <p:spPr>
          <a:xfrm>
            <a:off x="2532887" y="6239977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C70CF-3939-68FF-752C-FFA67C69562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32887" y="1078992"/>
            <a:ext cx="9140303" cy="510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2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005-EC8A-BA28-7DAD-8406530E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DAFEFD5-BEA3-415F-E7C4-DC7F114D35D2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96ACF7-0C8F-5E03-459A-EB7620358FB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D7B9BC8-E50E-1119-456F-CCE24059A3A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9D02D4-8C3F-628D-9000-6F382FBEB57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57BAF27-2692-9743-D69F-280A46C33970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AB39179-1989-9214-6E95-A75B82FBA698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D5AE1E5-6EB8-F2F2-D511-641B498771A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 walking bridge on 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B2E33F-E1DC-E0E8-5A25-38E439BEAFC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483483" y="1320810"/>
            <a:ext cx="8308403" cy="463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41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upstream.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351D1F-5E3E-8B9F-9385-A08409BF2B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914400"/>
            <a:ext cx="7918316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3D18-5ABF-EB6F-CF0E-0829B7EC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ED1FCB-6725-E841-FE8B-CE7870AF7DD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C4A4AC-9CCC-72C7-B4B4-43C6967CC6B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558EEF-03CC-269F-CB15-A3CBDD10540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DB6354-C13A-73B6-C8EC-6CE1AA4A796D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A0D8F1-2568-CBDD-52B7-8C974AAAAB3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E4B02-3F62-642C-32B6-2E849BC6D3CC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C338F22-56F1-BC88-A386-022188AFA6E8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7DCD68D5-88D2-EF81-26A8-7B1AB3946819}"/>
              </a:ext>
            </a:extLst>
          </p:cNvPr>
          <p:cNvSpPr/>
          <p:nvPr/>
        </p:nvSpPr>
        <p:spPr>
          <a:xfrm>
            <a:off x="2218986" y="6394964"/>
            <a:ext cx="7918315" cy="259357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3E3F2C1-8422-130E-9D3C-13E05E2E2CED}"/>
              </a:ext>
            </a:extLst>
          </p:cNvPr>
          <p:cNvSpPr/>
          <p:nvPr/>
        </p:nvSpPr>
        <p:spPr>
          <a:xfrm>
            <a:off x="2365290" y="6484652"/>
            <a:ext cx="7361423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 Island looking downstream. May, 21, 2025, total Comal discharge ~ 50 </a:t>
            </a:r>
            <a:r>
              <a:rPr kumimoji="0" 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C0EE71-918F-6202-8FD8-14D6D394E1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18985" y="884874"/>
            <a:ext cx="7918316" cy="556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716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10083103" y="5545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801624" y="6427661"/>
            <a:ext cx="10588752" cy="26289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932688" y="6707696"/>
            <a:ext cx="10457688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52052" y="915752"/>
            <a:ext cx="5123668" cy="54570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86D04-4AA1-FF8C-66D5-EB0DD54BAA3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759" y="915753"/>
            <a:ext cx="5623293" cy="5457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LANDA LAKE HYDROLOGY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Surface discharge is measured at four spring runs and four lake cross sections to estimate </a:t>
            </a:r>
            <a:r>
              <a:rPr lang="en-US" sz="1650" err="1">
                <a:solidFill>
                  <a:srgbClr val="243036"/>
                </a:solidFill>
              </a:rPr>
              <a:t>springflow</a:t>
            </a:r>
            <a:r>
              <a:rPr lang="en-US" sz="165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2916" y="937963"/>
            <a:ext cx="8506968" cy="511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3DB12E-FED3-7F8B-6B24-387B1169BE2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110659-031A-08F4-ED23-37FE67098C0F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4ED8C6E0-F3E9-7B54-05DA-7511E12B7D58}"/>
              </a:ext>
            </a:extLst>
          </p:cNvPr>
          <p:cNvSpPr/>
          <p:nvPr/>
        </p:nvSpPr>
        <p:spPr>
          <a:xfrm>
            <a:off x="2532888" y="6293477"/>
            <a:ext cx="9213030" cy="374904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B001F28-C13B-000E-920B-DEEB3DF4AD9D}"/>
              </a:ext>
            </a:extLst>
          </p:cNvPr>
          <p:cNvSpPr/>
          <p:nvPr/>
        </p:nvSpPr>
        <p:spPr>
          <a:xfrm>
            <a:off x="2679191" y="6412349"/>
            <a:ext cx="8565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5CF086-A89E-5142-D41B-74427C721C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32888" y="1088136"/>
            <a:ext cx="9213031" cy="514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B19285-8D62-36EF-8107-3B45C412928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6DE6D3-E35A-984D-1F92-F5F62DFB9C5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614344-904E-C943-80AF-238894D1CA80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BF26AD-7AC9-BE69-FFC8-A39350C4BF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E4168E-CAB1-2EEB-47F3-0D5F34359B2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EB2A009-2327-6C6E-837B-664FC4B00CA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F30BDE9-80F9-B2E9-03C5-7F474AF807D2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980D932-12E5-F5BE-12A9-372BE659271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TEMPERATURE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553506-3310-A576-1B74-42ADCA2E4796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271F9D8-8E19-25D6-8F94-2F6D51A1922A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17E0848-E79C-9893-A16C-5EF6DC1B0D43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05F95F-42F8-1150-7236-AF007830B3E4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Distributed water quality monitoring</a:t>
            </a:r>
          </a:p>
        </p:txBody>
      </p:sp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60D4E-7E4A-FB3A-9B6D-D710D54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01F904-EA8D-6500-966B-F68FAF1A9A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2EDDE0-EACD-332D-D5B9-8C70CF32A750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B1EE23-D288-5BA7-4198-6A24A3DBD41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9D01E6-D357-AB5F-C32D-49CFC1CE4F6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C6BCB62-FDAF-627C-E02F-E91C5EFB20F1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Conclusions Slide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1983AE-3533-9C2D-DD70-32349B4C208C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447771-44FC-0046-261F-C96F73378769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2A3E88-75EE-21A2-F079-F1B6F92F03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CE1BEE-403F-AFE8-47B7-6D4F1702267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454EC-BD40-98CA-293F-24A06608056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92A06E4-DD41-96F4-F118-3A4B5593FDF1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53B87BD-89CD-F92C-466C-1A135F4209B6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D0D1A8F-B683-B482-EDBF-25D0DDFA7AC5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751A0DC-0755-2893-A284-6632892F9402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961D661-F654-5651-3F8B-D21016AA41DE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CC86C7-BD86-821A-E557-724B7D205F4E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5906EAB-CE35-7002-91D1-E39088C87000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24D575-BF42-1888-D986-5A67C115DBDC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806878D-7D46-D977-4B57-E1CE39546581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F4BA6C-816A-4F7C-4837-6B4CF92A1BD7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2E4A1BF-4C7F-5E59-F9D6-8803A51321C8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3643C3-695D-2DD6-B2ED-8823F7123D9E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975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0"/>
            <a:ext cx="5359290" cy="15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 - </a:t>
            </a: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02333"/>
            <a:ext cx="3474720" cy="7625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Temperature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TPWD Spring Orifices Map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28162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28162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C6EC0-3C13-BCA4-08B4-D10791DF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97D743-CD7E-1E59-F855-377BE0FE46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D0E8DA-CCE0-1E15-438C-190AD9B2AA7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6D200E-FF48-5950-DF30-F3AD20AB6F4F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7D183C-7858-9D5D-55FC-74454A35C9F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75A3430-D54A-EE08-978E-E3E26EED2A3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Got to have something about the species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59C4FB-31A7-885F-719B-14FB244F21B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CB02FD-A93C-5BC7-A4ED-73F6827C15D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A5BD48-C08C-0016-45B0-E2985AD4E83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905DCD-AE6A-A119-B731-32D44D85727F}"/>
              </a:ext>
            </a:extLst>
          </p:cNvPr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1E6F7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09B7CD-AA4E-55F4-87A3-1FDA5417B342}"/>
              </a:ext>
            </a:extLst>
          </p:cNvPr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2ED5D9C-0E9E-F273-74BE-3C044EE8811D}"/>
              </a:ext>
            </a:extLst>
          </p:cNvPr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Vegetation + habitat signal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D3AEC1-EE80-8EED-8888-3C76BD7B3D15}"/>
              </a:ext>
            </a:extLst>
          </p:cNvPr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Mapped vegetation, photo points, field notes, water clarity, springflow context.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3CADF2-4185-7DF2-0A47-46A8E5CC42CC}"/>
              </a:ext>
            </a:extLst>
          </p:cNvPr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F1DBBD3-982B-B34E-32AF-D6B12F6DA839}"/>
              </a:ext>
            </a:extLst>
          </p:cNvPr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DF9304-F184-C817-FBF1-20A09D4C0F9C}"/>
              </a:ext>
            </a:extLst>
          </p:cNvPr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010417-2582-5032-325F-4B9D1059BDC9}"/>
              </a:ext>
            </a:extLst>
          </p:cNvPr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Ecological meaning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F0E477-308A-EF91-7CD0-EA823D21BC7C}"/>
              </a:ext>
            </a:extLst>
          </p:cNvPr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Separate normal seasonal movement from persistent habitat change.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30F468C-E7D1-9717-1A3F-02982B38E514}"/>
              </a:ext>
            </a:extLst>
          </p:cNvPr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1F8668-38A9-C9DB-E2C0-6329C893E638}"/>
              </a:ext>
            </a:extLst>
          </p:cNvPr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4F7D4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MANAGE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3267855-3BFF-8AB8-5F4E-302A804B6946}"/>
              </a:ext>
            </a:extLst>
          </p:cNvPr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CF4492F-27F6-96A9-C719-AAADF1939C61}"/>
              </a:ext>
            </a:extLst>
          </p:cNvPr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Implementation action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9F9EC1-8A7E-26F6-0048-6ECFE997FFA4}"/>
              </a:ext>
            </a:extLst>
          </p:cNvPr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Coordinate mowing, recreation management, restoration, or monitoring adjustment.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88FC289-E460-915C-695E-8934290AAB5F}"/>
              </a:ext>
            </a:extLst>
          </p:cNvPr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ED9A1D-2781-E982-6012-131EC281E9E7}"/>
              </a:ext>
            </a:extLst>
          </p:cNvPr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B8E33EA-E639-4935-5EED-CA986136344B}"/>
              </a:ext>
            </a:extLst>
          </p:cNvPr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6F9A21D-7DC6-5756-9B67-19CA32721ACD}"/>
              </a:ext>
            </a:extLst>
          </p:cNvPr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and learning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F1E24BF-07F8-8081-43B0-34FF34139D85}"/>
              </a:ext>
            </a:extLst>
          </p:cNvPr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Assess vegetation response, habitat quality, and what to change next cycle.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B4BF38B-380D-19CF-523B-8989C93E3FC6}"/>
              </a:ext>
            </a:extLst>
          </p:cNvPr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3F4753B-D409-5917-2A7F-74BF3A3B19B5}"/>
              </a:ext>
            </a:extLst>
          </p:cNvPr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QUESTION  ·  Is each handoff clear, documented, and supported by the right monitoring evidence?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8029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Riparian Management</a:t>
            </a:r>
            <a:endParaRPr lang="en-US"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3033</Words>
  <Application>Microsoft Office PowerPoint</Application>
  <PresentationFormat>Widescreen</PresentationFormat>
  <Paragraphs>489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2026-08-20T21:24:13Z</dcterms:modified>
</cp:coreProperties>
</file>