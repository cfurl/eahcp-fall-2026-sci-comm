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71" r:id="rId4"/>
    <p:sldId id="269" r:id="rId5"/>
    <p:sldId id="275" r:id="rId6"/>
    <p:sldId id="283" r:id="rId7"/>
    <p:sldId id="284" r:id="rId8"/>
    <p:sldId id="290" r:id="rId9"/>
    <p:sldId id="274" r:id="rId10"/>
    <p:sldId id="286" r:id="rId11"/>
    <p:sldId id="276" r:id="rId12"/>
    <p:sldId id="287" r:id="rId13"/>
    <p:sldId id="270" r:id="rId14"/>
    <p:sldId id="289" r:id="rId15"/>
    <p:sldId id="277" r:id="rId16"/>
    <p:sldId id="278" r:id="rId17"/>
    <p:sldId id="291" r:id="rId18"/>
    <p:sldId id="292" r:id="rId19"/>
    <p:sldId id="279" r:id="rId20"/>
    <p:sldId id="280" r:id="rId21"/>
    <p:sldId id="281" r:id="rId22"/>
    <p:sldId id="272" r:id="rId23"/>
    <p:sldId id="257" r:id="rId24"/>
    <p:sldId id="258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3E978C21-B3D0-4285-96BE-5AD851B5E1C0}"/>
    <pc:docChg chg="undo custSel addSld delSld modSld sldOrd">
      <pc:chgData name="Chad Furl" userId="e1f063c0-f891-481e-b162-0b825299f031" providerId="ADAL" clId="{3E978C21-B3D0-4285-96BE-5AD851B5E1C0}" dt="2026-08-11T19:29:54.573" v="4766" actId="478"/>
      <pc:docMkLst>
        <pc:docMk/>
      </pc:docMkLst>
      <pc:sldChg chg="modSp mod">
        <pc:chgData name="Chad Furl" userId="e1f063c0-f891-481e-b162-0b825299f031" providerId="ADAL" clId="{3E978C21-B3D0-4285-96BE-5AD851B5E1C0}" dt="2026-08-07T18:47:03.034" v="111" actId="14100"/>
        <pc:sldMkLst>
          <pc:docMk/>
          <pc:sldMk cId="0" sldId="256"/>
        </pc:sldMkLst>
        <pc:spChg chg="mod">
          <ac:chgData name="Chad Furl" userId="e1f063c0-f891-481e-b162-0b825299f031" providerId="ADAL" clId="{3E978C21-B3D0-4285-96BE-5AD851B5E1C0}" dt="2026-08-07T18:46:18.485" v="47" actId="6549"/>
          <ac:spMkLst>
            <pc:docMk/>
            <pc:sldMk cId="0" sldId="256"/>
            <ac:spMk id="8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18:47:03.034" v="111" actId="14100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 ord">
        <pc:chgData name="Chad Furl" userId="e1f063c0-f891-481e-b162-0b825299f031" providerId="ADAL" clId="{3E978C21-B3D0-4285-96BE-5AD851B5E1C0}" dt="2026-08-07T20:39:37.266" v="717" actId="171"/>
        <pc:sldMkLst>
          <pc:docMk/>
          <pc:sldMk cId="0" sldId="259"/>
        </pc:sldMkLst>
        <pc:spChg chg="mod">
          <ac:chgData name="Chad Furl" userId="e1f063c0-f891-481e-b162-0b825299f031" providerId="ADAL" clId="{3E978C21-B3D0-4285-96BE-5AD851B5E1C0}" dt="2026-08-07T20:33:40.805" v="68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19:59:03.861" v="155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20:02:37.553" v="183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20:33:45.902" v="68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20:31:02.018" v="443" actId="404"/>
          <ac:spMkLst>
            <pc:docMk/>
            <pc:sldMk cId="0" sldId="259"/>
            <ac:spMk id="11" creationId="{00000000-0000-0000-0000-000000000000}"/>
          </ac:spMkLst>
        </pc:spChg>
        <pc:spChg chg="mod ord">
          <ac:chgData name="Chad Furl" userId="e1f063c0-f891-481e-b162-0b825299f031" providerId="ADAL" clId="{3E978C21-B3D0-4285-96BE-5AD851B5E1C0}" dt="2026-08-07T20:39:37.266" v="717" actId="171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had Furl" userId="e1f063c0-f891-481e-b162-0b825299f031" providerId="ADAL" clId="{3E978C21-B3D0-4285-96BE-5AD851B5E1C0}" dt="2026-08-07T20:33:29.014" v="684" actId="1076"/>
          <ac:spMkLst>
            <pc:docMk/>
            <pc:sldMk cId="0" sldId="259"/>
            <ac:spMk id="19" creationId="{00000000-0000-0000-0000-000000000000}"/>
          </ac:spMkLst>
        </pc:spChg>
        <pc:picChg chg="add mod">
          <ac:chgData name="Chad Furl" userId="e1f063c0-f891-481e-b162-0b825299f031" providerId="ADAL" clId="{3E978C21-B3D0-4285-96BE-5AD851B5E1C0}" dt="2026-08-07T20:28:15.517" v="442" actId="1076"/>
          <ac:picMkLst>
            <pc:docMk/>
            <pc:sldMk cId="0" sldId="259"/>
            <ac:picMk id="27" creationId="{5CE0C189-EFD5-914D-132E-BF643B42DF5F}"/>
          </ac:picMkLst>
        </pc:picChg>
      </pc:sldChg>
      <pc:sldChg chg="modSp mod">
        <pc:chgData name="Chad Furl" userId="e1f063c0-f891-481e-b162-0b825299f031" providerId="ADAL" clId="{3E978C21-B3D0-4285-96BE-5AD851B5E1C0}" dt="2026-08-07T18:47:16.763" v="117" actId="27636"/>
        <pc:sldMkLst>
          <pc:docMk/>
          <pc:sldMk cId="0" sldId="261"/>
        </pc:sldMkLst>
        <pc:spChg chg="mod">
          <ac:chgData name="Chad Furl" userId="e1f063c0-f891-481e-b162-0b825299f031" providerId="ADAL" clId="{3E978C21-B3D0-4285-96BE-5AD851B5E1C0}" dt="2026-08-07T18:47:16.763" v="117" actId="27636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8-07T18:47:16.766" v="118" actId="27636"/>
        <pc:sldMkLst>
          <pc:docMk/>
          <pc:sldMk cId="0" sldId="263"/>
        </pc:sldMkLst>
        <pc:spChg chg="mod">
          <ac:chgData name="Chad Furl" userId="e1f063c0-f891-481e-b162-0b825299f031" providerId="ADAL" clId="{3E978C21-B3D0-4285-96BE-5AD851B5E1C0}" dt="2026-08-07T18:47:16.766" v="118" actId="27636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Chad Furl" userId="e1f063c0-f891-481e-b162-0b825299f031" providerId="ADAL" clId="{3E978C21-B3D0-4285-96BE-5AD851B5E1C0}" dt="2026-08-07T18:47:16.769" v="119" actId="27636"/>
        <pc:sldMkLst>
          <pc:docMk/>
          <pc:sldMk cId="0" sldId="267"/>
        </pc:sldMkLst>
        <pc:spChg chg="mod">
          <ac:chgData name="Chad Furl" userId="e1f063c0-f891-481e-b162-0b825299f031" providerId="ADAL" clId="{3E978C21-B3D0-4285-96BE-5AD851B5E1C0}" dt="2026-08-07T18:47:16.769" v="119" actId="27636"/>
          <ac:spMkLst>
            <pc:docMk/>
            <pc:sldMk cId="0" sldId="267"/>
            <ac:spMk id="29" creationId="{00000000-0000-0000-0000-000000000000}"/>
          </ac:spMkLst>
        </pc:spChg>
      </pc:sldChg>
      <pc:sldChg chg="addSp delSp modSp add mod setBg">
        <pc:chgData name="Chad Furl" userId="e1f063c0-f891-481e-b162-0b825299f031" providerId="ADAL" clId="{3E978C21-B3D0-4285-96BE-5AD851B5E1C0}" dt="2026-08-10T14:32:26.097" v="1145" actId="1076"/>
        <pc:sldMkLst>
          <pc:docMk/>
          <pc:sldMk cId="2380401791" sldId="269"/>
        </pc:sldMkLst>
        <pc:spChg chg="mod">
          <ac:chgData name="Chad Furl" userId="e1f063c0-f891-481e-b162-0b825299f031" providerId="ADAL" clId="{3E978C21-B3D0-4285-96BE-5AD851B5E1C0}" dt="2026-08-07T20:42:50.787" v="763" actId="20577"/>
          <ac:spMkLst>
            <pc:docMk/>
            <pc:sldMk cId="2380401791" sldId="269"/>
            <ac:spMk id="6" creationId="{DC42AE2C-882F-5A75-1DC4-2AF844F0BAFF}"/>
          </ac:spMkLst>
        </pc:spChg>
        <pc:spChg chg="mod">
          <ac:chgData name="Chad Furl" userId="e1f063c0-f891-481e-b162-0b825299f031" providerId="ADAL" clId="{3E978C21-B3D0-4285-96BE-5AD851B5E1C0}" dt="2026-08-07T20:59:48.992" v="1096" actId="20577"/>
          <ac:spMkLst>
            <pc:docMk/>
            <pc:sldMk cId="2380401791" sldId="269"/>
            <ac:spMk id="10" creationId="{E301E2B6-8BD9-A86A-B91D-C6B419F1BBC2}"/>
          </ac:spMkLst>
        </pc:spChg>
        <pc:spChg chg="mod">
          <ac:chgData name="Chad Furl" userId="e1f063c0-f891-481e-b162-0b825299f031" providerId="ADAL" clId="{3E978C21-B3D0-4285-96BE-5AD851B5E1C0}" dt="2026-08-10T14:05:03.891" v="1137" actId="20577"/>
          <ac:spMkLst>
            <pc:docMk/>
            <pc:sldMk cId="2380401791" sldId="269"/>
            <ac:spMk id="11" creationId="{82639B2B-32B4-C710-4820-31EC76D09778}"/>
          </ac:spMkLst>
        </pc:spChg>
        <pc:spChg chg="mod">
          <ac:chgData name="Chad Furl" userId="e1f063c0-f891-481e-b162-0b825299f031" providerId="ADAL" clId="{3E978C21-B3D0-4285-96BE-5AD851B5E1C0}" dt="2026-08-07T20:43:12.344" v="792" actId="20577"/>
          <ac:spMkLst>
            <pc:docMk/>
            <pc:sldMk cId="2380401791" sldId="269"/>
            <ac:spMk id="14" creationId="{B51E6E3F-A174-E4EC-FF33-AB27B4BB7E3E}"/>
          </ac:spMkLst>
        </pc:spChg>
        <pc:spChg chg="mod">
          <ac:chgData name="Chad Furl" userId="e1f063c0-f891-481e-b162-0b825299f031" providerId="ADAL" clId="{3E978C21-B3D0-4285-96BE-5AD851B5E1C0}" dt="2026-08-10T14:32:26.097" v="1145" actId="1076"/>
          <ac:spMkLst>
            <pc:docMk/>
            <pc:sldMk cId="2380401791" sldId="269"/>
            <ac:spMk id="18" creationId="{9DC9963E-6F9E-3A41-AB59-DD6DD7FAF339}"/>
          </ac:spMkLst>
        </pc:spChg>
        <pc:spChg chg="mod">
          <ac:chgData name="Chad Furl" userId="e1f063c0-f891-481e-b162-0b825299f031" providerId="ADAL" clId="{3E978C21-B3D0-4285-96BE-5AD851B5E1C0}" dt="2026-08-10T14:32:26.097" v="1145" actId="1076"/>
          <ac:spMkLst>
            <pc:docMk/>
            <pc:sldMk cId="2380401791" sldId="269"/>
            <ac:spMk id="19" creationId="{121398A2-796C-236F-E253-81BEEECDC19C}"/>
          </ac:spMkLst>
        </pc:spChg>
        <pc:picChg chg="add mod modCrop">
          <ac:chgData name="Chad Furl" userId="e1f063c0-f891-481e-b162-0b825299f031" providerId="ADAL" clId="{3E978C21-B3D0-4285-96BE-5AD851B5E1C0}" dt="2026-08-10T14:32:20.430" v="1144" actId="14100"/>
          <ac:picMkLst>
            <pc:docMk/>
            <pc:sldMk cId="2380401791" sldId="269"/>
            <ac:picMk id="13" creationId="{58350EA5-0CCA-1F47-6781-1A734DF18BBD}"/>
          </ac:picMkLst>
        </pc:picChg>
      </pc:sldChg>
      <pc:sldChg chg="addSp delSp modSp add mod ord setBg">
        <pc:chgData name="Chad Furl" userId="e1f063c0-f891-481e-b162-0b825299f031" providerId="ADAL" clId="{3E978C21-B3D0-4285-96BE-5AD851B5E1C0}" dt="2026-08-11T16:00:26.919" v="3143" actId="20577"/>
        <pc:sldMkLst>
          <pc:docMk/>
          <pc:sldMk cId="2519128241" sldId="270"/>
        </pc:sldMkLst>
        <pc:spChg chg="mod">
          <ac:chgData name="Chad Furl" userId="e1f063c0-f891-481e-b162-0b825299f031" providerId="ADAL" clId="{3E978C21-B3D0-4285-96BE-5AD851B5E1C0}" dt="2026-08-10T14:36:41.255" v="1155" actId="20577"/>
          <ac:spMkLst>
            <pc:docMk/>
            <pc:sldMk cId="2519128241" sldId="270"/>
            <ac:spMk id="6" creationId="{E3A4842A-0791-00EB-9B64-CD8A7AC1CF26}"/>
          </ac:spMkLst>
        </pc:spChg>
        <pc:spChg chg="mod">
          <ac:chgData name="Chad Furl" userId="e1f063c0-f891-481e-b162-0b825299f031" providerId="ADAL" clId="{3E978C21-B3D0-4285-96BE-5AD851B5E1C0}" dt="2026-08-10T19:25:24.162" v="1768" actId="20577"/>
          <ac:spMkLst>
            <pc:docMk/>
            <pc:sldMk cId="2519128241" sldId="270"/>
            <ac:spMk id="10" creationId="{7DA9A809-A510-7682-D756-F1760DC6ADB8}"/>
          </ac:spMkLst>
        </pc:spChg>
        <pc:spChg chg="mod">
          <ac:chgData name="Chad Furl" userId="e1f063c0-f891-481e-b162-0b825299f031" providerId="ADAL" clId="{3E978C21-B3D0-4285-96BE-5AD851B5E1C0}" dt="2026-08-11T16:00:26.919" v="3143" actId="20577"/>
          <ac:spMkLst>
            <pc:docMk/>
            <pc:sldMk cId="2519128241" sldId="270"/>
            <ac:spMk id="11" creationId="{89DA4B83-F5F2-18D3-C5FF-4A57DD118649}"/>
          </ac:spMkLst>
        </pc:spChg>
        <pc:spChg chg="del">
          <ac:chgData name="Chad Furl" userId="e1f063c0-f891-481e-b162-0b825299f031" providerId="ADAL" clId="{3E978C21-B3D0-4285-96BE-5AD851B5E1C0}" dt="2026-08-11T14:39:14.318" v="3024" actId="478"/>
          <ac:spMkLst>
            <pc:docMk/>
            <pc:sldMk cId="2519128241" sldId="270"/>
            <ac:spMk id="12" creationId="{1DD9BB77-3C33-C925-A802-D6CD199BA9A4}"/>
          </ac:spMkLst>
        </pc:spChg>
        <pc:spChg chg="del">
          <ac:chgData name="Chad Furl" userId="e1f063c0-f891-481e-b162-0b825299f031" providerId="ADAL" clId="{3E978C21-B3D0-4285-96BE-5AD851B5E1C0}" dt="2026-08-11T14:39:21.684" v="3025" actId="478"/>
          <ac:spMkLst>
            <pc:docMk/>
            <pc:sldMk cId="2519128241" sldId="270"/>
            <ac:spMk id="13" creationId="{B1B40936-D873-24FA-88B7-D75835BE0AE9}"/>
          </ac:spMkLst>
        </pc:spChg>
        <pc:spChg chg="del mod">
          <ac:chgData name="Chad Furl" userId="e1f063c0-f891-481e-b162-0b825299f031" providerId="ADAL" clId="{3E978C21-B3D0-4285-96BE-5AD851B5E1C0}" dt="2026-08-11T14:39:21.684" v="3025" actId="478"/>
          <ac:spMkLst>
            <pc:docMk/>
            <pc:sldMk cId="2519128241" sldId="270"/>
            <ac:spMk id="14" creationId="{461CAB1F-FD4B-DF98-7F54-2311A2B4FDE6}"/>
          </ac:spMkLst>
        </pc:spChg>
        <pc:spChg chg="del">
          <ac:chgData name="Chad Furl" userId="e1f063c0-f891-481e-b162-0b825299f031" providerId="ADAL" clId="{3E978C21-B3D0-4285-96BE-5AD851B5E1C0}" dt="2026-08-11T14:39:21.684" v="3025" actId="478"/>
          <ac:spMkLst>
            <pc:docMk/>
            <pc:sldMk cId="2519128241" sldId="270"/>
            <ac:spMk id="15" creationId="{83B4BC82-4510-2924-963C-10BB46BEC086}"/>
          </ac:spMkLst>
        </pc:spChg>
        <pc:spChg chg="del">
          <ac:chgData name="Chad Furl" userId="e1f063c0-f891-481e-b162-0b825299f031" providerId="ADAL" clId="{3E978C21-B3D0-4285-96BE-5AD851B5E1C0}" dt="2026-08-11T14:39:21.684" v="3025" actId="478"/>
          <ac:spMkLst>
            <pc:docMk/>
            <pc:sldMk cId="2519128241" sldId="270"/>
            <ac:spMk id="16" creationId="{DE59B360-304F-08B8-55D6-2CC98959AD34}"/>
          </ac:spMkLst>
        </pc:spChg>
        <pc:spChg chg="del">
          <ac:chgData name="Chad Furl" userId="e1f063c0-f891-481e-b162-0b825299f031" providerId="ADAL" clId="{3E978C21-B3D0-4285-96BE-5AD851B5E1C0}" dt="2026-08-11T14:39:21.684" v="3025" actId="478"/>
          <ac:spMkLst>
            <pc:docMk/>
            <pc:sldMk cId="2519128241" sldId="270"/>
            <ac:spMk id="17" creationId="{E18E5746-16F7-517D-E4A4-C5A3447A2708}"/>
          </ac:spMkLst>
        </pc:spChg>
        <pc:spChg chg="mod">
          <ac:chgData name="Chad Furl" userId="e1f063c0-f891-481e-b162-0b825299f031" providerId="ADAL" clId="{3E978C21-B3D0-4285-96BE-5AD851B5E1C0}" dt="2026-08-10T19:25:36.661" v="1772" actId="1076"/>
          <ac:spMkLst>
            <pc:docMk/>
            <pc:sldMk cId="2519128241" sldId="270"/>
            <ac:spMk id="18" creationId="{8528F6D0-00C9-D639-0973-0873A26FEC3A}"/>
          </ac:spMkLst>
        </pc:spChg>
        <pc:spChg chg="mod">
          <ac:chgData name="Chad Furl" userId="e1f063c0-f891-481e-b162-0b825299f031" providerId="ADAL" clId="{3E978C21-B3D0-4285-96BE-5AD851B5E1C0}" dt="2026-08-10T19:25:36.661" v="1772" actId="1076"/>
          <ac:spMkLst>
            <pc:docMk/>
            <pc:sldMk cId="2519128241" sldId="270"/>
            <ac:spMk id="19" creationId="{F677025A-7BB2-3810-EB7F-1607DEB8941D}"/>
          </ac:spMkLst>
        </pc:spChg>
        <pc:picChg chg="add del mod">
          <ac:chgData name="Chad Furl" userId="e1f063c0-f891-481e-b162-0b825299f031" providerId="ADAL" clId="{3E978C21-B3D0-4285-96BE-5AD851B5E1C0}" dt="2026-08-11T14:39:12.028" v="3023" actId="478"/>
          <ac:picMkLst>
            <pc:docMk/>
            <pc:sldMk cId="2519128241" sldId="270"/>
            <ac:picMk id="20" creationId="{1F09ED0D-7D9E-8A09-1CD6-254F23C6840B}"/>
          </ac:picMkLst>
        </pc:picChg>
        <pc:picChg chg="add mod">
          <ac:chgData name="Chad Furl" userId="e1f063c0-f891-481e-b162-0b825299f031" providerId="ADAL" clId="{3E978C21-B3D0-4285-96BE-5AD851B5E1C0}" dt="2026-08-11T14:39:35.824" v="3027" actId="1076"/>
          <ac:picMkLst>
            <pc:docMk/>
            <pc:sldMk cId="2519128241" sldId="270"/>
            <ac:picMk id="22" creationId="{BA7F138B-091D-4BE4-9839-0EAE97D9DF72}"/>
          </ac:picMkLst>
        </pc:picChg>
      </pc:sldChg>
      <pc:sldChg chg="addSp delSp modSp add mod setBg">
        <pc:chgData name="Chad Furl" userId="e1f063c0-f891-481e-b162-0b825299f031" providerId="ADAL" clId="{3E978C21-B3D0-4285-96BE-5AD851B5E1C0}" dt="2026-08-07T20:39:15.122" v="716" actId="14100"/>
        <pc:sldMkLst>
          <pc:docMk/>
          <pc:sldMk cId="993099284" sldId="271"/>
        </pc:sldMkLst>
        <pc:spChg chg="mod">
          <ac:chgData name="Chad Furl" userId="e1f063c0-f891-481e-b162-0b825299f031" providerId="ADAL" clId="{3E978C21-B3D0-4285-96BE-5AD851B5E1C0}" dt="2026-08-07T20:39:15.122" v="716" actId="14100"/>
          <ac:spMkLst>
            <pc:docMk/>
            <pc:sldMk cId="993099284" sldId="271"/>
            <ac:spMk id="18" creationId="{D2A6D4BB-677C-AAC4-5CCC-9AE1B97B29D6}"/>
          </ac:spMkLst>
        </pc:spChg>
        <pc:spChg chg="mod">
          <ac:chgData name="Chad Furl" userId="e1f063c0-f891-481e-b162-0b825299f031" providerId="ADAL" clId="{3E978C21-B3D0-4285-96BE-5AD851B5E1C0}" dt="2026-08-07T20:38:45.851" v="707" actId="6549"/>
          <ac:spMkLst>
            <pc:docMk/>
            <pc:sldMk cId="993099284" sldId="271"/>
            <ac:spMk id="19" creationId="{1DF7DF68-D4A2-5BBD-D879-0FD52D9EBC9A}"/>
          </ac:spMkLst>
        </pc:spChg>
        <pc:picChg chg="add mod ord">
          <ac:chgData name="Chad Furl" userId="e1f063c0-f891-481e-b162-0b825299f031" providerId="ADAL" clId="{3E978C21-B3D0-4285-96BE-5AD851B5E1C0}" dt="2026-08-07T20:36:59.959" v="705" actId="171"/>
          <ac:picMkLst>
            <pc:docMk/>
            <pc:sldMk cId="993099284" sldId="271"/>
            <ac:picMk id="8" creationId="{C4B17342-F888-7D43-68A0-1A44F5C0AA97}"/>
          </ac:picMkLst>
        </pc:picChg>
      </pc:sldChg>
      <pc:sldChg chg="delSp modSp add mod setBg">
        <pc:chgData name="Chad Furl" userId="e1f063c0-f891-481e-b162-0b825299f031" providerId="ADAL" clId="{3E978C21-B3D0-4285-96BE-5AD851B5E1C0}" dt="2026-08-10T13:21:16.166" v="1133" actId="20577"/>
        <pc:sldMkLst>
          <pc:docMk/>
          <pc:sldMk cId="1633223258" sldId="272"/>
        </pc:sldMkLst>
        <pc:spChg chg="mod">
          <ac:chgData name="Chad Furl" userId="e1f063c0-f891-481e-b162-0b825299f031" providerId="ADAL" clId="{3E978C21-B3D0-4285-96BE-5AD851B5E1C0}" dt="2026-08-07T20:47:07.218" v="967" actId="20577"/>
          <ac:spMkLst>
            <pc:docMk/>
            <pc:sldMk cId="1633223258" sldId="272"/>
            <ac:spMk id="6" creationId="{9F7FD2DA-89F6-E720-A3C6-9DCB7B4D81EA}"/>
          </ac:spMkLst>
        </pc:spChg>
        <pc:spChg chg="mod">
          <ac:chgData name="Chad Furl" userId="e1f063c0-f891-481e-b162-0b825299f031" providerId="ADAL" clId="{3E978C21-B3D0-4285-96BE-5AD851B5E1C0}" dt="2026-08-07T20:47:29.889" v="989" actId="20577"/>
          <ac:spMkLst>
            <pc:docMk/>
            <pc:sldMk cId="1633223258" sldId="272"/>
            <ac:spMk id="16" creationId="{FB103BBE-BF79-A383-5C99-903F6D6793B8}"/>
          </ac:spMkLst>
        </pc:spChg>
        <pc:spChg chg="mod">
          <ac:chgData name="Chad Furl" userId="e1f063c0-f891-481e-b162-0b825299f031" providerId="ADAL" clId="{3E978C21-B3D0-4285-96BE-5AD851B5E1C0}" dt="2026-08-07T20:47:40.481" v="1012" actId="20577"/>
          <ac:spMkLst>
            <pc:docMk/>
            <pc:sldMk cId="1633223258" sldId="272"/>
            <ac:spMk id="21" creationId="{BFC2D504-AFEB-8A94-98A6-483373B80913}"/>
          </ac:spMkLst>
        </pc:spChg>
        <pc:spChg chg="mod">
          <ac:chgData name="Chad Furl" userId="e1f063c0-f891-481e-b162-0b825299f031" providerId="ADAL" clId="{3E978C21-B3D0-4285-96BE-5AD851B5E1C0}" dt="2026-08-10T13:21:16.166" v="1133" actId="20577"/>
          <ac:spMkLst>
            <pc:docMk/>
            <pc:sldMk cId="1633223258" sldId="272"/>
            <ac:spMk id="26" creationId="{981E0544-8AFF-3055-7986-856865CF3B19}"/>
          </ac:spMkLst>
        </pc:spChg>
        <pc:spChg chg="mod">
          <ac:chgData name="Chad Furl" userId="e1f063c0-f891-481e-b162-0b825299f031" providerId="ADAL" clId="{3E978C21-B3D0-4285-96BE-5AD851B5E1C0}" dt="2026-08-07T20:48:43.753" v="1040" actId="20577"/>
          <ac:spMkLst>
            <pc:docMk/>
            <pc:sldMk cId="1633223258" sldId="272"/>
            <ac:spMk id="31" creationId="{B3ABC28D-58F3-B0F7-9636-F2C2F8AEF9D2}"/>
          </ac:spMkLst>
        </pc:spChg>
      </pc:sldChg>
      <pc:sldChg chg="addSp delSp modSp add del mod">
        <pc:chgData name="Chad Furl" userId="e1f063c0-f891-481e-b162-0b825299f031" providerId="ADAL" clId="{3E978C21-B3D0-4285-96BE-5AD851B5E1C0}" dt="2026-08-10T19:22:43.218" v="1663" actId="47"/>
        <pc:sldMkLst>
          <pc:docMk/>
          <pc:sldMk cId="2572617794" sldId="273"/>
        </pc:sldMkLst>
        <pc:spChg chg="mod">
          <ac:chgData name="Chad Furl" userId="e1f063c0-f891-481e-b162-0b825299f031" providerId="ADAL" clId="{3E978C21-B3D0-4285-96BE-5AD851B5E1C0}" dt="2026-08-10T19:03:21.219" v="1350" actId="1076"/>
          <ac:spMkLst>
            <pc:docMk/>
            <pc:sldMk cId="2572617794" sldId="273"/>
            <ac:spMk id="2" creationId="{327B0B57-4026-5ABD-8EE7-DBB946962EDF}"/>
          </ac:spMkLst>
        </pc:spChg>
        <pc:spChg chg="mod">
          <ac:chgData name="Chad Furl" userId="e1f063c0-f891-481e-b162-0b825299f031" providerId="ADAL" clId="{3E978C21-B3D0-4285-96BE-5AD851B5E1C0}" dt="2026-08-10T14:39:35.665" v="1181" actId="20577"/>
          <ac:spMkLst>
            <pc:docMk/>
            <pc:sldMk cId="2572617794" sldId="273"/>
            <ac:spMk id="6" creationId="{FC53A947-3053-F736-147E-447891447A32}"/>
          </ac:spMkLst>
        </pc:spChg>
        <pc:spChg chg="add mod">
          <ac:chgData name="Chad Furl" userId="e1f063c0-f891-481e-b162-0b825299f031" providerId="ADAL" clId="{3E978C21-B3D0-4285-96BE-5AD851B5E1C0}" dt="2026-08-10T18:57:11.479" v="1208" actId="571"/>
          <ac:spMkLst>
            <pc:docMk/>
            <pc:sldMk cId="2572617794" sldId="273"/>
            <ac:spMk id="7" creationId="{BFFA6E48-A13D-7114-A251-841342FB9135}"/>
          </ac:spMkLst>
        </pc:spChg>
        <pc:spChg chg="mod">
          <ac:chgData name="Chad Furl" userId="e1f063c0-f891-481e-b162-0b825299f031" providerId="ADAL" clId="{3E978C21-B3D0-4285-96BE-5AD851B5E1C0}" dt="2026-08-10T18:56:56.101" v="1207" actId="20577"/>
          <ac:spMkLst>
            <pc:docMk/>
            <pc:sldMk cId="2572617794" sldId="273"/>
            <ac:spMk id="10" creationId="{C1E77F63-329B-98B7-B844-987168DD61B9}"/>
          </ac:spMkLst>
        </pc:spChg>
        <pc:spChg chg="mod">
          <ac:chgData name="Chad Furl" userId="e1f063c0-f891-481e-b162-0b825299f031" providerId="ADAL" clId="{3E978C21-B3D0-4285-96BE-5AD851B5E1C0}" dt="2026-08-10T19:04:11.623" v="1435" actId="20577"/>
          <ac:spMkLst>
            <pc:docMk/>
            <pc:sldMk cId="2572617794" sldId="273"/>
            <ac:spMk id="11" creationId="{7FFB5032-6496-A863-7CFF-74F95DE9FD31}"/>
          </ac:spMkLst>
        </pc:spChg>
        <pc:spChg chg="mod">
          <ac:chgData name="Chad Furl" userId="e1f063c0-f891-481e-b162-0b825299f031" providerId="ADAL" clId="{3E978C21-B3D0-4285-96BE-5AD851B5E1C0}" dt="2026-08-10T19:20:18.142" v="1439" actId="404"/>
          <ac:spMkLst>
            <pc:docMk/>
            <pc:sldMk cId="2572617794" sldId="273"/>
            <ac:spMk id="12" creationId="{977829DB-803F-9B28-4AFE-D34F293872FE}"/>
          </ac:spMkLst>
        </pc:spChg>
        <pc:spChg chg="del">
          <ac:chgData name="Chad Furl" userId="e1f063c0-f891-481e-b162-0b825299f031" providerId="ADAL" clId="{3E978C21-B3D0-4285-96BE-5AD851B5E1C0}" dt="2026-08-10T19:01:22.054" v="1215" actId="478"/>
          <ac:spMkLst>
            <pc:docMk/>
            <pc:sldMk cId="2572617794" sldId="273"/>
            <ac:spMk id="13" creationId="{60D905F0-3960-8386-AE7A-5EA8092BD1ED}"/>
          </ac:spMkLst>
        </pc:spChg>
        <pc:spChg chg="del">
          <ac:chgData name="Chad Furl" userId="e1f063c0-f891-481e-b162-0b825299f031" providerId="ADAL" clId="{3E978C21-B3D0-4285-96BE-5AD851B5E1C0}" dt="2026-08-10T19:01:22.054" v="1215" actId="478"/>
          <ac:spMkLst>
            <pc:docMk/>
            <pc:sldMk cId="2572617794" sldId="273"/>
            <ac:spMk id="14" creationId="{FC6B7AE2-F1E3-DBDC-79EE-197BBCC4F1CF}"/>
          </ac:spMkLst>
        </pc:spChg>
        <pc:spChg chg="del">
          <ac:chgData name="Chad Furl" userId="e1f063c0-f891-481e-b162-0b825299f031" providerId="ADAL" clId="{3E978C21-B3D0-4285-96BE-5AD851B5E1C0}" dt="2026-08-10T19:01:25.286" v="1216" actId="478"/>
          <ac:spMkLst>
            <pc:docMk/>
            <pc:sldMk cId="2572617794" sldId="273"/>
            <ac:spMk id="15" creationId="{6564A30D-926D-D8C4-F6DC-4067F1F172FB}"/>
          </ac:spMkLst>
        </pc:spChg>
        <pc:spChg chg="del">
          <ac:chgData name="Chad Furl" userId="e1f063c0-f891-481e-b162-0b825299f031" providerId="ADAL" clId="{3E978C21-B3D0-4285-96BE-5AD851B5E1C0}" dt="2026-08-10T19:01:22.054" v="1215" actId="478"/>
          <ac:spMkLst>
            <pc:docMk/>
            <pc:sldMk cId="2572617794" sldId="273"/>
            <ac:spMk id="16" creationId="{363B4360-761E-A241-42F7-498672C8ACC5}"/>
          </ac:spMkLst>
        </pc:spChg>
        <pc:spChg chg="del">
          <ac:chgData name="Chad Furl" userId="e1f063c0-f891-481e-b162-0b825299f031" providerId="ADAL" clId="{3E978C21-B3D0-4285-96BE-5AD851B5E1C0}" dt="2026-08-10T19:01:22.054" v="1215" actId="478"/>
          <ac:spMkLst>
            <pc:docMk/>
            <pc:sldMk cId="2572617794" sldId="273"/>
            <ac:spMk id="17" creationId="{8EC11629-146C-A0A7-D9F6-1DAFC18BC7F4}"/>
          </ac:spMkLst>
        </pc:spChg>
        <pc:spChg chg="del">
          <ac:chgData name="Chad Furl" userId="e1f063c0-f891-481e-b162-0b825299f031" providerId="ADAL" clId="{3E978C21-B3D0-4285-96BE-5AD851B5E1C0}" dt="2026-08-10T18:57:28.702" v="1214" actId="478"/>
          <ac:spMkLst>
            <pc:docMk/>
            <pc:sldMk cId="2572617794" sldId="273"/>
            <ac:spMk id="18" creationId="{A1C42FCA-5FDE-D045-A47D-D8048445ECD1}"/>
          </ac:spMkLst>
        </pc:spChg>
        <pc:spChg chg="del">
          <ac:chgData name="Chad Furl" userId="e1f063c0-f891-481e-b162-0b825299f031" providerId="ADAL" clId="{3E978C21-B3D0-4285-96BE-5AD851B5E1C0}" dt="2026-08-10T18:57:28.702" v="1214" actId="478"/>
          <ac:spMkLst>
            <pc:docMk/>
            <pc:sldMk cId="2572617794" sldId="273"/>
            <ac:spMk id="19" creationId="{8F38078B-100A-6649-ED2E-73E598B60121}"/>
          </ac:spMkLst>
        </pc:spChg>
        <pc:spChg chg="add mod">
          <ac:chgData name="Chad Furl" userId="e1f063c0-f891-481e-b162-0b825299f031" providerId="ADAL" clId="{3E978C21-B3D0-4285-96BE-5AD851B5E1C0}" dt="2026-08-10T18:57:11.479" v="1208" actId="571"/>
          <ac:spMkLst>
            <pc:docMk/>
            <pc:sldMk cId="2572617794" sldId="273"/>
            <ac:spMk id="20" creationId="{B36DF0BB-3D87-6FA5-8C4D-BB248DAADBE3}"/>
          </ac:spMkLst>
        </pc:spChg>
        <pc:spChg chg="add mod">
          <ac:chgData name="Chad Furl" userId="e1f063c0-f891-481e-b162-0b825299f031" providerId="ADAL" clId="{3E978C21-B3D0-4285-96BE-5AD851B5E1C0}" dt="2026-08-10T19:20:38.626" v="1486" actId="20577"/>
          <ac:spMkLst>
            <pc:docMk/>
            <pc:sldMk cId="2572617794" sldId="273"/>
            <ac:spMk id="21" creationId="{909829C9-ABFD-96D8-6EB9-6FB377D3D15C}"/>
          </ac:spMkLst>
        </pc:spChg>
      </pc:sldChg>
      <pc:sldChg chg="addSp delSp modSp add mod">
        <pc:chgData name="Chad Furl" userId="e1f063c0-f891-481e-b162-0b825299f031" providerId="ADAL" clId="{3E978C21-B3D0-4285-96BE-5AD851B5E1C0}" dt="2026-08-11T16:45:43.583" v="3766" actId="1076"/>
        <pc:sldMkLst>
          <pc:docMk/>
          <pc:sldMk cId="2838444412" sldId="274"/>
        </pc:sldMkLst>
        <pc:spChg chg="mod">
          <ac:chgData name="Chad Furl" userId="e1f063c0-f891-481e-b162-0b825299f031" providerId="ADAL" clId="{3E978C21-B3D0-4285-96BE-5AD851B5E1C0}" dt="2026-08-11T16:25:15.025" v="3471" actId="20577"/>
          <ac:spMkLst>
            <pc:docMk/>
            <pc:sldMk cId="2838444412" sldId="274"/>
            <ac:spMk id="10" creationId="{B7D24A80-F6F8-B1BB-9A71-64E8692BF62A}"/>
          </ac:spMkLst>
        </pc:spChg>
        <pc:spChg chg="mod">
          <ac:chgData name="Chad Furl" userId="e1f063c0-f891-481e-b162-0b825299f031" providerId="ADAL" clId="{3E978C21-B3D0-4285-96BE-5AD851B5E1C0}" dt="2026-08-11T16:27:38.870" v="3739" actId="27636"/>
          <ac:spMkLst>
            <pc:docMk/>
            <pc:sldMk cId="2838444412" sldId="274"/>
            <ac:spMk id="11" creationId="{0A0E10F0-A4E5-93B1-D645-1E617D0FAAEB}"/>
          </ac:spMkLst>
        </pc:spChg>
        <pc:spChg chg="del">
          <ac:chgData name="Chad Furl" userId="e1f063c0-f891-481e-b162-0b825299f031" providerId="ADAL" clId="{3E978C21-B3D0-4285-96BE-5AD851B5E1C0}" dt="2026-08-11T16:45:31.379" v="3764" actId="478"/>
          <ac:spMkLst>
            <pc:docMk/>
            <pc:sldMk cId="2838444412" sldId="274"/>
            <ac:spMk id="12" creationId="{316878CA-0CC4-6278-A7E0-6250AFCBE252}"/>
          </ac:spMkLst>
        </pc:spChg>
        <pc:spChg chg="add del">
          <ac:chgData name="Chad Furl" userId="e1f063c0-f891-481e-b162-0b825299f031" providerId="ADAL" clId="{3E978C21-B3D0-4285-96BE-5AD851B5E1C0}" dt="2026-08-11T16:28:40.467" v="3742" actId="22"/>
          <ac:spMkLst>
            <pc:docMk/>
            <pc:sldMk cId="2838444412" sldId="274"/>
            <ac:spMk id="16" creationId="{04149532-497F-D23F-CC1A-6763EFB04147}"/>
          </ac:spMkLst>
        </pc:spChg>
        <pc:spChg chg="del mod">
          <ac:chgData name="Chad Furl" userId="e1f063c0-f891-481e-b162-0b825299f031" providerId="ADAL" clId="{3E978C21-B3D0-4285-96BE-5AD851B5E1C0}" dt="2026-08-11T16:45:30.749" v="3763" actId="478"/>
          <ac:spMkLst>
            <pc:docMk/>
            <pc:sldMk cId="2838444412" sldId="274"/>
            <ac:spMk id="21" creationId="{31995982-E948-926A-1D02-190D561EB6CD}"/>
          </ac:spMkLst>
        </pc:spChg>
        <pc:graphicFrameChg chg="add del mod">
          <ac:chgData name="Chad Furl" userId="e1f063c0-f891-481e-b162-0b825299f031" providerId="ADAL" clId="{3E978C21-B3D0-4285-96BE-5AD851B5E1C0}" dt="2026-08-11T16:27:47.933" v="3740" actId="478"/>
          <ac:graphicFrameMkLst>
            <pc:docMk/>
            <pc:sldMk cId="2838444412" sldId="274"/>
            <ac:graphicFrameMk id="13" creationId="{EE0CFF84-8F51-6315-E2F0-7ECB6DD94DD2}"/>
          </ac:graphicFrameMkLst>
        </pc:graphicFrameChg>
        <pc:picChg chg="add del mod modCrop">
          <ac:chgData name="Chad Furl" userId="e1f063c0-f891-481e-b162-0b825299f031" providerId="ADAL" clId="{3E978C21-B3D0-4285-96BE-5AD851B5E1C0}" dt="2026-08-11T16:45:29.028" v="3762" actId="478"/>
          <ac:picMkLst>
            <pc:docMk/>
            <pc:sldMk cId="2838444412" sldId="274"/>
            <ac:picMk id="14" creationId="{AE49C55F-3D0D-D126-88DE-B62A6DBBAF06}"/>
          </ac:picMkLst>
        </pc:picChg>
        <pc:picChg chg="add mod">
          <ac:chgData name="Chad Furl" userId="e1f063c0-f891-481e-b162-0b825299f031" providerId="ADAL" clId="{3E978C21-B3D0-4285-96BE-5AD851B5E1C0}" dt="2026-08-11T16:45:43.583" v="3766" actId="1076"/>
          <ac:picMkLst>
            <pc:docMk/>
            <pc:sldMk cId="2838444412" sldId="274"/>
            <ac:picMk id="18" creationId="{915AACCF-469B-EAE2-A8AA-251A01AD7147}"/>
          </ac:picMkLst>
        </pc:picChg>
      </pc:sldChg>
      <pc:sldChg chg="addSp delSp modSp add mod">
        <pc:chgData name="Chad Furl" userId="e1f063c0-f891-481e-b162-0b825299f031" providerId="ADAL" clId="{3E978C21-B3D0-4285-96BE-5AD851B5E1C0}" dt="2026-08-11T13:29:59.775" v="2176" actId="14100"/>
        <pc:sldMkLst>
          <pc:docMk/>
          <pc:sldMk cId="1291104918" sldId="275"/>
        </pc:sldMkLst>
        <pc:spChg chg="mod">
          <ac:chgData name="Chad Furl" userId="e1f063c0-f891-481e-b162-0b825299f031" providerId="ADAL" clId="{3E978C21-B3D0-4285-96BE-5AD851B5E1C0}" dt="2026-08-10T21:02:22.324" v="2145" actId="1076"/>
          <ac:spMkLst>
            <pc:docMk/>
            <pc:sldMk cId="1291104918" sldId="275"/>
            <ac:spMk id="2" creationId="{4558FB08-F828-8F9A-BBAC-394632867AB9}"/>
          </ac:spMkLst>
        </pc:spChg>
        <pc:spChg chg="mod">
          <ac:chgData name="Chad Furl" userId="e1f063c0-f891-481e-b162-0b825299f031" providerId="ADAL" clId="{3E978C21-B3D0-4285-96BE-5AD851B5E1C0}" dt="2026-08-10T21:00:40.191" v="2135" actId="14100"/>
          <ac:spMkLst>
            <pc:docMk/>
            <pc:sldMk cId="1291104918" sldId="275"/>
            <ac:spMk id="7" creationId="{0876A901-8148-FE9B-AAEE-48BFB9C75270}"/>
          </ac:spMkLst>
        </pc:spChg>
        <pc:spChg chg="del">
          <ac:chgData name="Chad Furl" userId="e1f063c0-f891-481e-b162-0b825299f031" providerId="ADAL" clId="{3E978C21-B3D0-4285-96BE-5AD851B5E1C0}" dt="2026-08-10T21:00:32.084" v="2134" actId="478"/>
          <ac:spMkLst>
            <pc:docMk/>
            <pc:sldMk cId="1291104918" sldId="275"/>
            <ac:spMk id="8" creationId="{703BA21B-2037-D1DB-06C9-E7CA453A29E8}"/>
          </ac:spMkLst>
        </pc:spChg>
        <pc:spChg chg="del">
          <ac:chgData name="Chad Furl" userId="e1f063c0-f891-481e-b162-0b825299f031" providerId="ADAL" clId="{3E978C21-B3D0-4285-96BE-5AD851B5E1C0}" dt="2026-08-10T21:00:50.301" v="2138" actId="478"/>
          <ac:spMkLst>
            <pc:docMk/>
            <pc:sldMk cId="1291104918" sldId="275"/>
            <ac:spMk id="9" creationId="{DE841EA2-62D7-A8D0-2A50-78B5F58C53CE}"/>
          </ac:spMkLst>
        </pc:spChg>
        <pc:spChg chg="mod">
          <ac:chgData name="Chad Furl" userId="e1f063c0-f891-481e-b162-0b825299f031" providerId="ADAL" clId="{3E978C21-B3D0-4285-96BE-5AD851B5E1C0}" dt="2026-08-11T13:29:59.775" v="2176" actId="14100"/>
          <ac:spMkLst>
            <pc:docMk/>
            <pc:sldMk cId="1291104918" sldId="275"/>
            <ac:spMk id="11" creationId="{29F5A70C-FF02-F48B-68E6-D178E63E5375}"/>
          </ac:spMkLst>
        </pc:spChg>
        <pc:spChg chg="mod">
          <ac:chgData name="Chad Furl" userId="e1f063c0-f891-481e-b162-0b825299f031" providerId="ADAL" clId="{3E978C21-B3D0-4285-96BE-5AD851B5E1C0}" dt="2026-08-10T21:02:27.459" v="2146" actId="113"/>
          <ac:spMkLst>
            <pc:docMk/>
            <pc:sldMk cId="1291104918" sldId="275"/>
            <ac:spMk id="20" creationId="{3CB4A69F-7649-19DC-7D93-86E262ABCA2C}"/>
          </ac:spMkLst>
        </pc:spChg>
        <pc:picChg chg="add mod">
          <ac:chgData name="Chad Furl" userId="e1f063c0-f891-481e-b162-0b825299f031" providerId="ADAL" clId="{3E978C21-B3D0-4285-96BE-5AD851B5E1C0}" dt="2026-08-10T20:42:26.990" v="2043" actId="14100"/>
          <ac:picMkLst>
            <pc:docMk/>
            <pc:sldMk cId="1291104918" sldId="275"/>
            <ac:picMk id="14" creationId="{A7078DE9-3426-B654-5217-3A699E47856E}"/>
          </ac:picMkLst>
        </pc:picChg>
      </pc:sldChg>
      <pc:sldChg chg="modSp add mod ord">
        <pc:chgData name="Chad Furl" userId="e1f063c0-f891-481e-b162-0b825299f031" providerId="ADAL" clId="{3E978C21-B3D0-4285-96BE-5AD851B5E1C0}" dt="2026-08-11T14:04:57.465" v="2343" actId="20577"/>
        <pc:sldMkLst>
          <pc:docMk/>
          <pc:sldMk cId="1393222068" sldId="276"/>
        </pc:sldMkLst>
        <pc:spChg chg="mod">
          <ac:chgData name="Chad Furl" userId="e1f063c0-f891-481e-b162-0b825299f031" providerId="ADAL" clId="{3E978C21-B3D0-4285-96BE-5AD851B5E1C0}" dt="2026-08-11T14:04:57.465" v="2343" actId="20577"/>
          <ac:spMkLst>
            <pc:docMk/>
            <pc:sldMk cId="1393222068" sldId="276"/>
            <ac:spMk id="21" creationId="{EB69E011-44C8-441C-58AC-A2DF7B079033}"/>
          </ac:spMkLst>
        </pc:spChg>
      </pc:sldChg>
      <pc:sldChg chg="addSp delSp modSp add mod">
        <pc:chgData name="Chad Furl" userId="e1f063c0-f891-481e-b162-0b825299f031" providerId="ADAL" clId="{3E978C21-B3D0-4285-96BE-5AD851B5E1C0}" dt="2026-08-11T16:48:36.214" v="3906" actId="22"/>
        <pc:sldMkLst>
          <pc:docMk/>
          <pc:sldMk cId="1953992702" sldId="277"/>
        </pc:sldMkLst>
        <pc:spChg chg="del">
          <ac:chgData name="Chad Furl" userId="e1f063c0-f891-481e-b162-0b825299f031" providerId="ADAL" clId="{3E978C21-B3D0-4285-96BE-5AD851B5E1C0}" dt="2026-08-11T16:48:26.635" v="3903" actId="478"/>
          <ac:spMkLst>
            <pc:docMk/>
            <pc:sldMk cId="1953992702" sldId="277"/>
            <ac:spMk id="11" creationId="{4617EBAA-3EA5-EB76-304C-B107AEA1D867}"/>
          </ac:spMkLst>
        </pc:spChg>
        <pc:spChg chg="del">
          <ac:chgData name="Chad Furl" userId="e1f063c0-f891-481e-b162-0b825299f031" providerId="ADAL" clId="{3E978C21-B3D0-4285-96BE-5AD851B5E1C0}" dt="2026-08-11T15:54:19.957" v="3037" actId="478"/>
          <ac:spMkLst>
            <pc:docMk/>
            <pc:sldMk cId="1953992702" sldId="277"/>
            <ac:spMk id="12" creationId="{FB7A43A2-C14C-55D8-7260-B7C2CBD4B9CE}"/>
          </ac:spMkLst>
        </pc:spChg>
        <pc:spChg chg="del">
          <ac:chgData name="Chad Furl" userId="e1f063c0-f891-481e-b162-0b825299f031" providerId="ADAL" clId="{3E978C21-B3D0-4285-96BE-5AD851B5E1C0}" dt="2026-08-11T15:54:19.957" v="3037" actId="478"/>
          <ac:spMkLst>
            <pc:docMk/>
            <pc:sldMk cId="1953992702" sldId="277"/>
            <ac:spMk id="13" creationId="{0161FEA7-99F4-B734-BEBF-DDAC3F82C36D}"/>
          </ac:spMkLst>
        </pc:spChg>
        <pc:spChg chg="del">
          <ac:chgData name="Chad Furl" userId="e1f063c0-f891-481e-b162-0b825299f031" providerId="ADAL" clId="{3E978C21-B3D0-4285-96BE-5AD851B5E1C0}" dt="2026-08-11T15:54:19.957" v="3037" actId="478"/>
          <ac:spMkLst>
            <pc:docMk/>
            <pc:sldMk cId="1953992702" sldId="277"/>
            <ac:spMk id="14" creationId="{D2793239-9D35-2F6F-9D0A-B3377709E583}"/>
          </ac:spMkLst>
        </pc:spChg>
        <pc:spChg chg="del">
          <ac:chgData name="Chad Furl" userId="e1f063c0-f891-481e-b162-0b825299f031" providerId="ADAL" clId="{3E978C21-B3D0-4285-96BE-5AD851B5E1C0}" dt="2026-08-11T15:54:19.957" v="3037" actId="478"/>
          <ac:spMkLst>
            <pc:docMk/>
            <pc:sldMk cId="1953992702" sldId="277"/>
            <ac:spMk id="15" creationId="{8B1994BD-B8A8-804C-A125-B0158D263112}"/>
          </ac:spMkLst>
        </pc:spChg>
        <pc:spChg chg="del">
          <ac:chgData name="Chad Furl" userId="e1f063c0-f891-481e-b162-0b825299f031" providerId="ADAL" clId="{3E978C21-B3D0-4285-96BE-5AD851B5E1C0}" dt="2026-08-11T15:54:19.957" v="3037" actId="478"/>
          <ac:spMkLst>
            <pc:docMk/>
            <pc:sldMk cId="1953992702" sldId="277"/>
            <ac:spMk id="16" creationId="{3FEDAC47-A651-7A20-A000-080B570178AB}"/>
          </ac:spMkLst>
        </pc:spChg>
        <pc:spChg chg="del">
          <ac:chgData name="Chad Furl" userId="e1f063c0-f891-481e-b162-0b825299f031" providerId="ADAL" clId="{3E978C21-B3D0-4285-96BE-5AD851B5E1C0}" dt="2026-08-11T15:54:22.214" v="3038" actId="478"/>
          <ac:spMkLst>
            <pc:docMk/>
            <pc:sldMk cId="1953992702" sldId="277"/>
            <ac:spMk id="17" creationId="{9220811C-FB0E-A775-030E-2538558FD348}"/>
          </ac:spMkLst>
        </pc:spChg>
        <pc:spChg chg="add del">
          <ac:chgData name="Chad Furl" userId="e1f063c0-f891-481e-b162-0b825299f031" providerId="ADAL" clId="{3E978C21-B3D0-4285-96BE-5AD851B5E1C0}" dt="2026-08-11T16:48:30.299" v="3905" actId="22"/>
          <ac:spMkLst>
            <pc:docMk/>
            <pc:sldMk cId="1953992702" sldId="277"/>
            <ac:spMk id="22" creationId="{4F4A3F9E-DFDE-8DE8-9F62-C40F7999FC1F}"/>
          </ac:spMkLst>
        </pc:spChg>
        <pc:spChg chg="add">
          <ac:chgData name="Chad Furl" userId="e1f063c0-f891-481e-b162-0b825299f031" providerId="ADAL" clId="{3E978C21-B3D0-4285-96BE-5AD851B5E1C0}" dt="2026-08-11T16:48:36.214" v="3906" actId="22"/>
          <ac:spMkLst>
            <pc:docMk/>
            <pc:sldMk cId="1953992702" sldId="277"/>
            <ac:spMk id="24" creationId="{6710D9A2-96F8-DB9F-C59A-EBD7BFAD90C8}"/>
          </ac:spMkLst>
        </pc:spChg>
        <pc:picChg chg="add mod modCrop">
          <ac:chgData name="Chad Furl" userId="e1f063c0-f891-481e-b162-0b825299f031" providerId="ADAL" clId="{3E978C21-B3D0-4285-96BE-5AD851B5E1C0}" dt="2026-08-11T15:54:52.687" v="3047" actId="14100"/>
          <ac:picMkLst>
            <pc:docMk/>
            <pc:sldMk cId="1953992702" sldId="277"/>
            <ac:picMk id="20" creationId="{1E3562F2-7204-D21A-D53A-6EB23D60C13A}"/>
          </ac:picMkLst>
        </pc:picChg>
      </pc:sldChg>
      <pc:sldChg chg="addSp delSp modSp add mod">
        <pc:chgData name="Chad Furl" userId="e1f063c0-f891-481e-b162-0b825299f031" providerId="ADAL" clId="{3E978C21-B3D0-4285-96BE-5AD851B5E1C0}" dt="2026-08-11T18:29:42.545" v="4404" actId="478"/>
        <pc:sldMkLst>
          <pc:docMk/>
          <pc:sldMk cId="989004632" sldId="278"/>
        </pc:sldMkLst>
        <pc:spChg chg="mod">
          <ac:chgData name="Chad Furl" userId="e1f063c0-f891-481e-b162-0b825299f031" providerId="ADAL" clId="{3E978C21-B3D0-4285-96BE-5AD851B5E1C0}" dt="2026-08-10T19:27:55.098" v="1909" actId="20577"/>
          <ac:spMkLst>
            <pc:docMk/>
            <pc:sldMk cId="989004632" sldId="278"/>
            <ac:spMk id="6" creationId="{F659A864-A034-D2CE-0991-AB772D948999}"/>
          </ac:spMkLst>
        </pc:spChg>
        <pc:spChg chg="del">
          <ac:chgData name="Chad Furl" userId="e1f063c0-f891-481e-b162-0b825299f031" providerId="ADAL" clId="{3E978C21-B3D0-4285-96BE-5AD851B5E1C0}" dt="2026-08-11T18:29:42.545" v="4404" actId="478"/>
          <ac:spMkLst>
            <pc:docMk/>
            <pc:sldMk cId="989004632" sldId="278"/>
            <ac:spMk id="7" creationId="{66B47202-71E4-1060-45FD-8E5F88F76A56}"/>
          </ac:spMkLst>
        </pc:spChg>
        <pc:spChg chg="mod">
          <ac:chgData name="Chad Furl" userId="e1f063c0-f891-481e-b162-0b825299f031" providerId="ADAL" clId="{3E978C21-B3D0-4285-96BE-5AD851B5E1C0}" dt="2026-08-11T18:27:46.747" v="4389" actId="20577"/>
          <ac:spMkLst>
            <pc:docMk/>
            <pc:sldMk cId="989004632" sldId="278"/>
            <ac:spMk id="14" creationId="{D89420F2-FF14-6F59-5DE6-D6DFF969156E}"/>
          </ac:spMkLst>
        </pc:spChg>
        <pc:spChg chg="mod">
          <ac:chgData name="Chad Furl" userId="e1f063c0-f891-481e-b162-0b825299f031" providerId="ADAL" clId="{3E978C21-B3D0-4285-96BE-5AD851B5E1C0}" dt="2026-08-11T18:21:44.026" v="3909" actId="20577"/>
          <ac:spMkLst>
            <pc:docMk/>
            <pc:sldMk cId="989004632" sldId="278"/>
            <ac:spMk id="16" creationId="{459322FB-9037-6C7E-C3A6-A561493AA4C1}"/>
          </ac:spMkLst>
        </pc:spChg>
        <pc:spChg chg="mod">
          <ac:chgData name="Chad Furl" userId="e1f063c0-f891-481e-b162-0b825299f031" providerId="ADAL" clId="{3E978C21-B3D0-4285-96BE-5AD851B5E1C0}" dt="2026-08-11T18:22:55.737" v="3962" actId="20577"/>
          <ac:spMkLst>
            <pc:docMk/>
            <pc:sldMk cId="989004632" sldId="278"/>
            <ac:spMk id="17" creationId="{6D606ADF-523E-C8F4-A2B7-4B08B3ADD3F2}"/>
          </ac:spMkLst>
        </pc:spChg>
        <pc:spChg chg="mod">
          <ac:chgData name="Chad Furl" userId="e1f063c0-f891-481e-b162-0b825299f031" providerId="ADAL" clId="{3E978C21-B3D0-4285-96BE-5AD851B5E1C0}" dt="2026-08-11T18:23:52.835" v="3988" actId="20577"/>
          <ac:spMkLst>
            <pc:docMk/>
            <pc:sldMk cId="989004632" sldId="278"/>
            <ac:spMk id="19" creationId="{34E5646C-A0FA-B36D-C0FD-4EE74BCCAA50}"/>
          </ac:spMkLst>
        </pc:spChg>
        <pc:spChg chg="mod">
          <ac:chgData name="Chad Furl" userId="e1f063c0-f891-481e-b162-0b825299f031" providerId="ADAL" clId="{3E978C21-B3D0-4285-96BE-5AD851B5E1C0}" dt="2026-08-11T18:24:45.763" v="4152" actId="27636"/>
          <ac:spMkLst>
            <pc:docMk/>
            <pc:sldMk cId="989004632" sldId="278"/>
            <ac:spMk id="20" creationId="{7862159E-C68B-00CE-7488-52320D53DAC3}"/>
          </ac:spMkLst>
        </pc:spChg>
        <pc:spChg chg="mod">
          <ac:chgData name="Chad Furl" userId="e1f063c0-f891-481e-b162-0b825299f031" providerId="ADAL" clId="{3E978C21-B3D0-4285-96BE-5AD851B5E1C0}" dt="2026-08-11T18:24:59.956" v="4171" actId="20577"/>
          <ac:spMkLst>
            <pc:docMk/>
            <pc:sldMk cId="989004632" sldId="278"/>
            <ac:spMk id="22" creationId="{BB2A014C-0407-168A-7605-95333DCE0E8F}"/>
          </ac:spMkLst>
        </pc:spChg>
        <pc:spChg chg="mod">
          <ac:chgData name="Chad Furl" userId="e1f063c0-f891-481e-b162-0b825299f031" providerId="ADAL" clId="{3E978C21-B3D0-4285-96BE-5AD851B5E1C0}" dt="2026-08-11T18:27:30.119" v="4361" actId="27636"/>
          <ac:spMkLst>
            <pc:docMk/>
            <pc:sldMk cId="989004632" sldId="278"/>
            <ac:spMk id="23" creationId="{0FA482F5-4F94-9225-DB87-0E7E2B0383D8}"/>
          </ac:spMkLst>
        </pc:spChg>
        <pc:picChg chg="add mod modCrop">
          <ac:chgData name="Chad Furl" userId="e1f063c0-f891-481e-b162-0b825299f031" providerId="ADAL" clId="{3E978C21-B3D0-4285-96BE-5AD851B5E1C0}" dt="2026-08-11T18:29:31.445" v="4403" actId="1076"/>
          <ac:picMkLst>
            <pc:docMk/>
            <pc:sldMk cId="989004632" sldId="278"/>
            <ac:picMk id="25" creationId="{7C1F64D8-AC50-3DD5-F508-2470083254B6}"/>
          </ac:picMkLst>
        </pc:picChg>
      </pc:sldChg>
      <pc:sldChg chg="modSp add mod">
        <pc:chgData name="Chad Furl" userId="e1f063c0-f891-481e-b162-0b825299f031" providerId="ADAL" clId="{3E978C21-B3D0-4285-96BE-5AD851B5E1C0}" dt="2026-08-10T19:28:39.681" v="1918" actId="20577"/>
        <pc:sldMkLst>
          <pc:docMk/>
          <pc:sldMk cId="1584524781" sldId="279"/>
        </pc:sldMkLst>
        <pc:spChg chg="mod">
          <ac:chgData name="Chad Furl" userId="e1f063c0-f891-481e-b162-0b825299f031" providerId="ADAL" clId="{3E978C21-B3D0-4285-96BE-5AD851B5E1C0}" dt="2026-08-10T19:28:39.681" v="1918" actId="20577"/>
          <ac:spMkLst>
            <pc:docMk/>
            <pc:sldMk cId="1584524781" sldId="279"/>
            <ac:spMk id="6" creationId="{30681F45-389A-1C88-537D-73A609998762}"/>
          </ac:spMkLst>
        </pc:spChg>
      </pc:sldChg>
      <pc:sldChg chg="modSp add mod">
        <pc:chgData name="Chad Furl" userId="e1f063c0-f891-481e-b162-0b825299f031" providerId="ADAL" clId="{3E978C21-B3D0-4285-96BE-5AD851B5E1C0}" dt="2026-08-10T19:29:42.689" v="1945" actId="20577"/>
        <pc:sldMkLst>
          <pc:docMk/>
          <pc:sldMk cId="2028975278" sldId="280"/>
        </pc:sldMkLst>
        <pc:spChg chg="mod">
          <ac:chgData name="Chad Furl" userId="e1f063c0-f891-481e-b162-0b825299f031" providerId="ADAL" clId="{3E978C21-B3D0-4285-96BE-5AD851B5E1C0}" dt="2026-08-10T19:29:42.689" v="1945" actId="20577"/>
          <ac:spMkLst>
            <pc:docMk/>
            <pc:sldMk cId="2028975278" sldId="280"/>
            <ac:spMk id="6" creationId="{CC6BCB62-FDAF-627C-E02F-E91C5EFB20F1}"/>
          </ac:spMkLst>
        </pc:spChg>
      </pc:sldChg>
      <pc:sldChg chg="new del">
        <pc:chgData name="Chad Furl" userId="e1f063c0-f891-481e-b162-0b825299f031" providerId="ADAL" clId="{3E978C21-B3D0-4285-96BE-5AD851B5E1C0}" dt="2026-08-10T19:30:41.526" v="1947" actId="47"/>
        <pc:sldMkLst>
          <pc:docMk/>
          <pc:sldMk cId="1206685397" sldId="281"/>
        </pc:sldMkLst>
      </pc:sldChg>
      <pc:sldChg chg="modSp add mod">
        <pc:chgData name="Chad Furl" userId="e1f063c0-f891-481e-b162-0b825299f031" providerId="ADAL" clId="{3E978C21-B3D0-4285-96BE-5AD851B5E1C0}" dt="2026-08-10T19:31:01.100" v="1987" actId="20577"/>
        <pc:sldMkLst>
          <pc:docMk/>
          <pc:sldMk cId="1538029722" sldId="281"/>
        </pc:sldMkLst>
        <pc:spChg chg="mod">
          <ac:chgData name="Chad Furl" userId="e1f063c0-f891-481e-b162-0b825299f031" providerId="ADAL" clId="{3E978C21-B3D0-4285-96BE-5AD851B5E1C0}" dt="2026-08-10T19:31:01.100" v="1987" actId="20577"/>
          <ac:spMkLst>
            <pc:docMk/>
            <pc:sldMk cId="1538029722" sldId="281"/>
            <ac:spMk id="6" creationId="{175A3430-D54A-EE08-978E-E3E26EED2A3B}"/>
          </ac:spMkLst>
        </pc:spChg>
      </pc:sldChg>
      <pc:sldChg chg="add del">
        <pc:chgData name="Chad Furl" userId="e1f063c0-f891-481e-b162-0b825299f031" providerId="ADAL" clId="{3E978C21-B3D0-4285-96BE-5AD851B5E1C0}" dt="2026-08-11T13:31:09.275" v="2190" actId="47"/>
        <pc:sldMkLst>
          <pc:docMk/>
          <pc:sldMk cId="1293267651" sldId="282"/>
        </pc:sldMkLst>
      </pc:sldChg>
      <pc:sldChg chg="addSp modSp add mod">
        <pc:chgData name="Chad Furl" userId="e1f063c0-f891-481e-b162-0b825299f031" providerId="ADAL" clId="{3E978C21-B3D0-4285-96BE-5AD851B5E1C0}" dt="2026-08-11T13:31:02.078" v="2189" actId="1076"/>
        <pc:sldMkLst>
          <pc:docMk/>
          <pc:sldMk cId="3380891519" sldId="283"/>
        </pc:sldMkLst>
        <pc:spChg chg="mod">
          <ac:chgData name="Chad Furl" userId="e1f063c0-f891-481e-b162-0b825299f031" providerId="ADAL" clId="{3E978C21-B3D0-4285-96BE-5AD851B5E1C0}" dt="2026-08-11T13:30:49.050" v="2188" actId="1076"/>
          <ac:spMkLst>
            <pc:docMk/>
            <pc:sldMk cId="3380891519" sldId="283"/>
            <ac:spMk id="2" creationId="{BB24E03F-827D-28D5-4F68-9261FEDD3049}"/>
          </ac:spMkLst>
        </pc:spChg>
        <pc:spChg chg="add mod">
          <ac:chgData name="Chad Furl" userId="e1f063c0-f891-481e-b162-0b825299f031" providerId="ADAL" clId="{3E978C21-B3D0-4285-96BE-5AD851B5E1C0}" dt="2026-08-11T13:31:02.078" v="2189" actId="1076"/>
          <ac:spMkLst>
            <pc:docMk/>
            <pc:sldMk cId="3380891519" sldId="283"/>
            <ac:spMk id="8" creationId="{21F2CBF3-C9C1-EB55-12DA-9AC2701C5E65}"/>
          </ac:spMkLst>
        </pc:spChg>
      </pc:sldChg>
      <pc:sldChg chg="addSp delSp modSp add mod">
        <pc:chgData name="Chad Furl" userId="e1f063c0-f891-481e-b162-0b825299f031" providerId="ADAL" clId="{3E978C21-B3D0-4285-96BE-5AD851B5E1C0}" dt="2026-08-11T16:22:04.683" v="3428" actId="20577"/>
        <pc:sldMkLst>
          <pc:docMk/>
          <pc:sldMk cId="5022066" sldId="284"/>
        </pc:sldMkLst>
        <pc:spChg chg="del">
          <ac:chgData name="Chad Furl" userId="e1f063c0-f891-481e-b162-0b825299f031" providerId="ADAL" clId="{3E978C21-B3D0-4285-96BE-5AD851B5E1C0}" dt="2026-08-11T13:33:12.852" v="2203" actId="478"/>
          <ac:spMkLst>
            <pc:docMk/>
            <pc:sldMk cId="5022066" sldId="284"/>
            <ac:spMk id="2" creationId="{005C523B-EB6F-36B5-537E-4B2D7A2AF69B}"/>
          </ac:spMkLst>
        </pc:spChg>
        <pc:spChg chg="del">
          <ac:chgData name="Chad Furl" userId="e1f063c0-f891-481e-b162-0b825299f031" providerId="ADAL" clId="{3E978C21-B3D0-4285-96BE-5AD851B5E1C0}" dt="2026-08-11T13:33:14.229" v="2204" actId="478"/>
          <ac:spMkLst>
            <pc:docMk/>
            <pc:sldMk cId="5022066" sldId="284"/>
            <ac:spMk id="12" creationId="{949319F2-0C66-FF46-CF53-19D62B0AF016}"/>
          </ac:spMkLst>
        </pc:spChg>
        <pc:spChg chg="add mod">
          <ac:chgData name="Chad Furl" userId="e1f063c0-f891-481e-b162-0b825299f031" providerId="ADAL" clId="{3E978C21-B3D0-4285-96BE-5AD851B5E1C0}" dt="2026-08-11T14:02:22.355" v="2281" actId="20577"/>
          <ac:spMkLst>
            <pc:docMk/>
            <pc:sldMk cId="5022066" sldId="284"/>
            <ac:spMk id="15" creationId="{20A94749-30BE-F86F-744A-B558B5B56310}"/>
          </ac:spMkLst>
        </pc:spChg>
        <pc:spChg chg="mod">
          <ac:chgData name="Chad Furl" userId="e1f063c0-f891-481e-b162-0b825299f031" providerId="ADAL" clId="{3E978C21-B3D0-4285-96BE-5AD851B5E1C0}" dt="2026-08-11T16:22:04.683" v="3428" actId="20577"/>
          <ac:spMkLst>
            <pc:docMk/>
            <pc:sldMk cId="5022066" sldId="284"/>
            <ac:spMk id="20" creationId="{8052F829-25F8-7068-6477-68C7210814CD}"/>
          </ac:spMkLst>
        </pc:spChg>
        <pc:spChg chg="del">
          <ac:chgData name="Chad Furl" userId="e1f063c0-f891-481e-b162-0b825299f031" providerId="ADAL" clId="{3E978C21-B3D0-4285-96BE-5AD851B5E1C0}" dt="2026-08-11T13:33:11.791" v="2202" actId="478"/>
          <ac:spMkLst>
            <pc:docMk/>
            <pc:sldMk cId="5022066" sldId="284"/>
            <ac:spMk id="21" creationId="{8946F248-5450-5DE0-3AC1-E5E6C49A172F}"/>
          </ac:spMkLst>
        </pc:spChg>
        <pc:picChg chg="add mod modCrop">
          <ac:chgData name="Chad Furl" userId="e1f063c0-f891-481e-b162-0b825299f031" providerId="ADAL" clId="{3E978C21-B3D0-4285-96BE-5AD851B5E1C0}" dt="2026-08-11T13:33:04.352" v="2200" actId="1076"/>
          <ac:picMkLst>
            <pc:docMk/>
            <pc:sldMk cId="5022066" sldId="284"/>
            <ac:picMk id="13" creationId="{D421E582-D235-7692-54D4-06953D739B20}"/>
          </ac:picMkLst>
        </pc:picChg>
        <pc:picChg chg="del">
          <ac:chgData name="Chad Furl" userId="e1f063c0-f891-481e-b162-0b825299f031" providerId="ADAL" clId="{3E978C21-B3D0-4285-96BE-5AD851B5E1C0}" dt="2026-08-11T13:33:08.581" v="2201" actId="478"/>
          <ac:picMkLst>
            <pc:docMk/>
            <pc:sldMk cId="5022066" sldId="284"/>
            <ac:picMk id="14" creationId="{E38E35AA-5A23-DB36-173C-73C745C345E4}"/>
          </ac:picMkLst>
        </pc:picChg>
        <pc:picChg chg="add mod modCrop">
          <ac:chgData name="Chad Furl" userId="e1f063c0-f891-481e-b162-0b825299f031" providerId="ADAL" clId="{3E978C21-B3D0-4285-96BE-5AD851B5E1C0}" dt="2026-08-11T16:05:00.308" v="3158" actId="1076"/>
          <ac:picMkLst>
            <pc:docMk/>
            <pc:sldMk cId="5022066" sldId="284"/>
            <ac:picMk id="16" creationId="{5674D30B-3CB5-557A-E916-B116019EB9F8}"/>
          </ac:picMkLst>
        </pc:picChg>
      </pc:sldChg>
      <pc:sldChg chg="add del">
        <pc:chgData name="Chad Furl" userId="e1f063c0-f891-481e-b162-0b825299f031" providerId="ADAL" clId="{3E978C21-B3D0-4285-96BE-5AD851B5E1C0}" dt="2026-08-11T14:04:12.988" v="2289" actId="47"/>
        <pc:sldMkLst>
          <pc:docMk/>
          <pc:sldMk cId="857043404" sldId="285"/>
        </pc:sldMkLst>
      </pc:sldChg>
      <pc:sldChg chg="delSp modSp add mod">
        <pc:chgData name="Chad Furl" userId="e1f063c0-f891-481e-b162-0b825299f031" providerId="ADAL" clId="{3E978C21-B3D0-4285-96BE-5AD851B5E1C0}" dt="2026-08-11T16:47:15.275" v="3875" actId="20577"/>
        <pc:sldMkLst>
          <pc:docMk/>
          <pc:sldMk cId="3032059316" sldId="286"/>
        </pc:sldMkLst>
        <pc:spChg chg="del mod">
          <ac:chgData name="Chad Furl" userId="e1f063c0-f891-481e-b162-0b825299f031" providerId="ADAL" clId="{3E978C21-B3D0-4285-96BE-5AD851B5E1C0}" dt="2026-08-11T16:46:49.340" v="3771" actId="478"/>
          <ac:spMkLst>
            <pc:docMk/>
            <pc:sldMk cId="3032059316" sldId="286"/>
            <ac:spMk id="11" creationId="{5605D5F6-5AA6-55F9-C41E-B35445F4C6D7}"/>
          </ac:spMkLst>
        </pc:spChg>
        <pc:spChg chg="mod">
          <ac:chgData name="Chad Furl" userId="e1f063c0-f891-481e-b162-0b825299f031" providerId="ADAL" clId="{3E978C21-B3D0-4285-96BE-5AD851B5E1C0}" dt="2026-08-11T16:47:15.275" v="3875" actId="20577"/>
          <ac:spMkLst>
            <pc:docMk/>
            <pc:sldMk cId="3032059316" sldId="286"/>
            <ac:spMk id="21" creationId="{8F3C2713-D252-7D04-13FB-43BED2940043}"/>
          </ac:spMkLst>
        </pc:spChg>
        <pc:graphicFrameChg chg="del">
          <ac:chgData name="Chad Furl" userId="e1f063c0-f891-481e-b162-0b825299f031" providerId="ADAL" clId="{3E978C21-B3D0-4285-96BE-5AD851B5E1C0}" dt="2026-08-11T16:46:46.093" v="3767" actId="478"/>
          <ac:graphicFrameMkLst>
            <pc:docMk/>
            <pc:sldMk cId="3032059316" sldId="286"/>
            <ac:graphicFrameMk id="13" creationId="{0653D131-825F-3F45-0CA3-F0882C049E57}"/>
          </ac:graphicFrameMkLst>
        </pc:graphicFrameChg>
      </pc:sldChg>
      <pc:sldChg chg="addSp delSp modSp add mod setBg">
        <pc:chgData name="Chad Furl" userId="e1f063c0-f891-481e-b162-0b825299f031" providerId="ADAL" clId="{3E978C21-B3D0-4285-96BE-5AD851B5E1C0}" dt="2026-08-11T16:47:55.017" v="3902" actId="20577"/>
        <pc:sldMkLst>
          <pc:docMk/>
          <pc:sldMk cId="1643088688" sldId="287"/>
        </pc:sldMkLst>
        <pc:spChg chg="mod">
          <ac:chgData name="Chad Furl" userId="e1f063c0-f891-481e-b162-0b825299f031" providerId="ADAL" clId="{3E978C21-B3D0-4285-96BE-5AD851B5E1C0}" dt="2026-08-11T14:18:28.477" v="2786" actId="1076"/>
          <ac:spMkLst>
            <pc:docMk/>
            <pc:sldMk cId="1643088688" sldId="287"/>
            <ac:spMk id="2" creationId="{D2DD0B9A-5E7A-6D5A-11EC-101592CB5D6F}"/>
          </ac:spMkLst>
        </pc:spChg>
        <pc:spChg chg="mod">
          <ac:chgData name="Chad Furl" userId="e1f063c0-f891-481e-b162-0b825299f031" providerId="ADAL" clId="{3E978C21-B3D0-4285-96BE-5AD851B5E1C0}" dt="2026-08-11T14:11:46.129" v="2381" actId="20577"/>
          <ac:spMkLst>
            <pc:docMk/>
            <pc:sldMk cId="1643088688" sldId="287"/>
            <ac:spMk id="6" creationId="{157AB688-EAB2-13C7-BE30-784C9EB46BE4}"/>
          </ac:spMkLst>
        </pc:spChg>
        <pc:spChg chg="mod">
          <ac:chgData name="Chad Furl" userId="e1f063c0-f891-481e-b162-0b825299f031" providerId="ADAL" clId="{3E978C21-B3D0-4285-96BE-5AD851B5E1C0}" dt="2026-08-11T14:05:28.441" v="2354" actId="6549"/>
          <ac:spMkLst>
            <pc:docMk/>
            <pc:sldMk cId="1643088688" sldId="287"/>
            <ac:spMk id="7" creationId="{48A7C8B7-76A3-AF14-2DC5-9E6CCF94A32F}"/>
          </ac:spMkLst>
        </pc:spChg>
        <pc:spChg chg="del mod">
          <ac:chgData name="Chad Furl" userId="e1f063c0-f891-481e-b162-0b825299f031" providerId="ADAL" clId="{3E978C21-B3D0-4285-96BE-5AD851B5E1C0}" dt="2026-08-11T14:10:07.704" v="2367" actId="478"/>
          <ac:spMkLst>
            <pc:docMk/>
            <pc:sldMk cId="1643088688" sldId="287"/>
            <ac:spMk id="10" creationId="{5E76A6D0-BAF5-44EC-BCF8-9B17042266E3}"/>
          </ac:spMkLst>
        </pc:spChg>
        <pc:spChg chg="del">
          <ac:chgData name="Chad Furl" userId="e1f063c0-f891-481e-b162-0b825299f031" providerId="ADAL" clId="{3E978C21-B3D0-4285-96BE-5AD851B5E1C0}" dt="2026-08-11T14:09:33.609" v="2358" actId="478"/>
          <ac:spMkLst>
            <pc:docMk/>
            <pc:sldMk cId="1643088688" sldId="287"/>
            <ac:spMk id="11" creationId="{82A2F20F-C0C6-8988-4484-27D336BA0FE7}"/>
          </ac:spMkLst>
        </pc:spChg>
        <pc:spChg chg="del">
          <ac:chgData name="Chad Furl" userId="e1f063c0-f891-481e-b162-0b825299f031" providerId="ADAL" clId="{3E978C21-B3D0-4285-96BE-5AD851B5E1C0}" dt="2026-08-11T14:09:30.209" v="2357" actId="478"/>
          <ac:spMkLst>
            <pc:docMk/>
            <pc:sldMk cId="1643088688" sldId="287"/>
            <ac:spMk id="12" creationId="{8E05DDF1-B0D6-7F9C-E3AE-B97674984DF5}"/>
          </ac:spMkLst>
        </pc:spChg>
        <pc:spChg chg="mod">
          <ac:chgData name="Chad Furl" userId="e1f063c0-f891-481e-b162-0b825299f031" providerId="ADAL" clId="{3E978C21-B3D0-4285-96BE-5AD851B5E1C0}" dt="2026-08-11T14:22:11.207" v="2935" actId="14100"/>
          <ac:spMkLst>
            <pc:docMk/>
            <pc:sldMk cId="1643088688" sldId="287"/>
            <ac:spMk id="13" creationId="{F4BC5262-6844-0609-85A3-8561DD9B2E7E}"/>
          </ac:spMkLst>
        </pc:spChg>
        <pc:spChg chg="mod">
          <ac:chgData name="Chad Furl" userId="e1f063c0-f891-481e-b162-0b825299f031" providerId="ADAL" clId="{3E978C21-B3D0-4285-96BE-5AD851B5E1C0}" dt="2026-08-11T14:15:17.907" v="2436" actId="20577"/>
          <ac:spMkLst>
            <pc:docMk/>
            <pc:sldMk cId="1643088688" sldId="287"/>
            <ac:spMk id="14" creationId="{86F79B5C-BFF8-F77F-7F03-0F2B43EAD741}"/>
          </ac:spMkLst>
        </pc:spChg>
        <pc:spChg chg="mod">
          <ac:chgData name="Chad Furl" userId="e1f063c0-f891-481e-b162-0b825299f031" providerId="ADAL" clId="{3E978C21-B3D0-4285-96BE-5AD851B5E1C0}" dt="2026-08-11T14:21:28.195" v="2926" actId="6549"/>
          <ac:spMkLst>
            <pc:docMk/>
            <pc:sldMk cId="1643088688" sldId="287"/>
            <ac:spMk id="15" creationId="{FCBC6E98-E85B-3B81-1396-447C4E179C7A}"/>
          </ac:spMkLst>
        </pc:spChg>
        <pc:spChg chg="mod">
          <ac:chgData name="Chad Furl" userId="e1f063c0-f891-481e-b162-0b825299f031" providerId="ADAL" clId="{3E978C21-B3D0-4285-96BE-5AD851B5E1C0}" dt="2026-08-11T14:15:30.744" v="2449" actId="20577"/>
          <ac:spMkLst>
            <pc:docMk/>
            <pc:sldMk cId="1643088688" sldId="287"/>
            <ac:spMk id="16" creationId="{18BA0FE7-A738-22E9-946B-DD642A554247}"/>
          </ac:spMkLst>
        </pc:spChg>
        <pc:spChg chg="mod">
          <ac:chgData name="Chad Furl" userId="e1f063c0-f891-481e-b162-0b825299f031" providerId="ADAL" clId="{3E978C21-B3D0-4285-96BE-5AD851B5E1C0}" dt="2026-08-11T14:21:22.102" v="2925" actId="1035"/>
          <ac:spMkLst>
            <pc:docMk/>
            <pc:sldMk cId="1643088688" sldId="287"/>
            <ac:spMk id="17" creationId="{75C5677C-0082-A24A-A7F8-CB8D5904C336}"/>
          </ac:spMkLst>
        </pc:spChg>
        <pc:spChg chg="mod">
          <ac:chgData name="Chad Furl" userId="e1f063c0-f891-481e-b162-0b825299f031" providerId="ADAL" clId="{3E978C21-B3D0-4285-96BE-5AD851B5E1C0}" dt="2026-08-11T14:21:32.818" v="2927" actId="6549"/>
          <ac:spMkLst>
            <pc:docMk/>
            <pc:sldMk cId="1643088688" sldId="287"/>
            <ac:spMk id="18" creationId="{AB473F10-F07C-7E54-A995-B3DCEC09BEF6}"/>
          </ac:spMkLst>
        </pc:spChg>
        <pc:spChg chg="mod">
          <ac:chgData name="Chad Furl" userId="e1f063c0-f891-481e-b162-0b825299f031" providerId="ADAL" clId="{3E978C21-B3D0-4285-96BE-5AD851B5E1C0}" dt="2026-08-11T16:47:44.887" v="3886" actId="20577"/>
          <ac:spMkLst>
            <pc:docMk/>
            <pc:sldMk cId="1643088688" sldId="287"/>
            <ac:spMk id="19" creationId="{F5E2BF07-94F7-83EB-C5C4-6EE9D09C9A11}"/>
          </ac:spMkLst>
        </pc:spChg>
        <pc:spChg chg="mod">
          <ac:chgData name="Chad Furl" userId="e1f063c0-f891-481e-b162-0b825299f031" providerId="ADAL" clId="{3E978C21-B3D0-4285-96BE-5AD851B5E1C0}" dt="2026-08-11T14:20:33.425" v="2817" actId="1036"/>
          <ac:spMkLst>
            <pc:docMk/>
            <pc:sldMk cId="1643088688" sldId="287"/>
            <ac:spMk id="20" creationId="{79F491B2-E6B7-C904-5479-E3D187BC7F4C}"/>
          </ac:spMkLst>
        </pc:spChg>
        <pc:spChg chg="mod">
          <ac:chgData name="Chad Furl" userId="e1f063c0-f891-481e-b162-0b825299f031" providerId="ADAL" clId="{3E978C21-B3D0-4285-96BE-5AD851B5E1C0}" dt="2026-08-11T14:21:37.185" v="2928" actId="6549"/>
          <ac:spMkLst>
            <pc:docMk/>
            <pc:sldMk cId="1643088688" sldId="287"/>
            <ac:spMk id="21" creationId="{774FE3C0-B49A-2A80-04D6-8C862474C569}"/>
          </ac:spMkLst>
        </pc:spChg>
        <pc:spChg chg="mod">
          <ac:chgData name="Chad Furl" userId="e1f063c0-f891-481e-b162-0b825299f031" providerId="ADAL" clId="{3E978C21-B3D0-4285-96BE-5AD851B5E1C0}" dt="2026-08-11T16:47:55.017" v="3902" actId="20577"/>
          <ac:spMkLst>
            <pc:docMk/>
            <pc:sldMk cId="1643088688" sldId="287"/>
            <ac:spMk id="22" creationId="{8924B80F-92E0-8E58-F26C-2F918C4D4869}"/>
          </ac:spMkLst>
        </pc:spChg>
        <pc:spChg chg="mod">
          <ac:chgData name="Chad Furl" userId="e1f063c0-f891-481e-b162-0b825299f031" providerId="ADAL" clId="{3E978C21-B3D0-4285-96BE-5AD851B5E1C0}" dt="2026-08-11T15:59:01.215" v="3133" actId="27636"/>
          <ac:spMkLst>
            <pc:docMk/>
            <pc:sldMk cId="1643088688" sldId="287"/>
            <ac:spMk id="23" creationId="{E5AAB710-2E54-916A-1ED3-A96B9A867F88}"/>
          </ac:spMkLst>
        </pc:spChg>
        <pc:spChg chg="add mod">
          <ac:chgData name="Chad Furl" userId="e1f063c0-f891-481e-b162-0b825299f031" providerId="ADAL" clId="{3E978C21-B3D0-4285-96BE-5AD851B5E1C0}" dt="2026-08-11T14:22:01.694" v="2933" actId="14100"/>
          <ac:spMkLst>
            <pc:docMk/>
            <pc:sldMk cId="1643088688" sldId="287"/>
            <ac:spMk id="27" creationId="{ECF2EA35-5D32-576B-F767-0AFE52C6CA77}"/>
          </ac:spMkLst>
        </pc:spChg>
        <pc:spChg chg="add mod">
          <ac:chgData name="Chad Furl" userId="e1f063c0-f891-481e-b162-0b825299f031" providerId="ADAL" clId="{3E978C21-B3D0-4285-96BE-5AD851B5E1C0}" dt="2026-08-11T14:24:19.480" v="3017" actId="404"/>
          <ac:spMkLst>
            <pc:docMk/>
            <pc:sldMk cId="1643088688" sldId="287"/>
            <ac:spMk id="28" creationId="{206525D7-3B82-1148-C247-ECBAF1426635}"/>
          </ac:spMkLst>
        </pc:spChg>
        <pc:picChg chg="add del mod">
          <ac:chgData name="Chad Furl" userId="e1f063c0-f891-481e-b162-0b825299f031" providerId="ADAL" clId="{3E978C21-B3D0-4285-96BE-5AD851B5E1C0}" dt="2026-08-11T14:10:43.155" v="2370" actId="1076"/>
          <ac:picMkLst>
            <pc:docMk/>
            <pc:sldMk cId="1643088688" sldId="287"/>
            <ac:picMk id="25" creationId="{C54C01E3-BBCA-6729-E728-575DA72A0CCB}"/>
          </ac:picMkLst>
        </pc:picChg>
      </pc:sldChg>
      <pc:sldChg chg="addSp delSp modSp add del mod">
        <pc:chgData name="Chad Furl" userId="e1f063c0-f891-481e-b162-0b825299f031" providerId="ADAL" clId="{3E978C21-B3D0-4285-96BE-5AD851B5E1C0}" dt="2026-08-11T16:01:46.548" v="3153" actId="47"/>
        <pc:sldMkLst>
          <pc:docMk/>
          <pc:sldMk cId="2412331678" sldId="288"/>
        </pc:sldMkLst>
        <pc:spChg chg="del">
          <ac:chgData name="Chad Furl" userId="e1f063c0-f891-481e-b162-0b825299f031" providerId="ADAL" clId="{3E978C21-B3D0-4285-96BE-5AD851B5E1C0}" dt="2026-08-11T16:00:51.656" v="3144" actId="478"/>
          <ac:spMkLst>
            <pc:docMk/>
            <pc:sldMk cId="2412331678" sldId="288"/>
            <ac:spMk id="11" creationId="{7A898967-B829-6396-BA1C-E0252E26F0E8}"/>
          </ac:spMkLst>
        </pc:spChg>
        <pc:spChg chg="add">
          <ac:chgData name="Chad Furl" userId="e1f063c0-f891-481e-b162-0b825299f031" providerId="ADAL" clId="{3E978C21-B3D0-4285-96BE-5AD851B5E1C0}" dt="2026-08-11T16:00:57.216" v="3145" actId="22"/>
          <ac:spMkLst>
            <pc:docMk/>
            <pc:sldMk cId="2412331678" sldId="288"/>
            <ac:spMk id="16" creationId="{BED37665-5DA6-01C2-EC23-1331644BEC9B}"/>
          </ac:spMkLst>
        </pc:spChg>
        <pc:spChg chg="mod">
          <ac:chgData name="Chad Furl" userId="e1f063c0-f891-481e-b162-0b825299f031" providerId="ADAL" clId="{3E978C21-B3D0-4285-96BE-5AD851B5E1C0}" dt="2026-08-11T15:50:15.310" v="3035" actId="14100"/>
          <ac:spMkLst>
            <pc:docMk/>
            <pc:sldMk cId="2412331678" sldId="288"/>
            <ac:spMk id="18" creationId="{42821F2E-A4AD-5899-FB79-B22769871D17}"/>
          </ac:spMkLst>
        </pc:spChg>
        <pc:spChg chg="mod">
          <ac:chgData name="Chad Furl" userId="e1f063c0-f891-481e-b162-0b825299f031" providerId="ADAL" clId="{3E978C21-B3D0-4285-96BE-5AD851B5E1C0}" dt="2026-08-11T15:50:15.315" v="3036" actId="27636"/>
          <ac:spMkLst>
            <pc:docMk/>
            <pc:sldMk cId="2412331678" sldId="288"/>
            <ac:spMk id="19" creationId="{BD785738-A35D-B238-A5F8-D776F8DA3B69}"/>
          </ac:spMkLst>
        </pc:spChg>
        <pc:picChg chg="add del mod">
          <ac:chgData name="Chad Furl" userId="e1f063c0-f891-481e-b162-0b825299f031" providerId="ADAL" clId="{3E978C21-B3D0-4285-96BE-5AD851B5E1C0}" dt="2026-08-11T14:44:33.643" v="3031" actId="478"/>
          <ac:picMkLst>
            <pc:docMk/>
            <pc:sldMk cId="2412331678" sldId="288"/>
            <ac:picMk id="12" creationId="{F3F27AE3-653B-F005-834B-3EB54725893A}"/>
          </ac:picMkLst>
        </pc:picChg>
        <pc:picChg chg="add mod">
          <ac:chgData name="Chad Furl" userId="e1f063c0-f891-481e-b162-0b825299f031" providerId="ADAL" clId="{3E978C21-B3D0-4285-96BE-5AD851B5E1C0}" dt="2026-08-11T15:50:04.679" v="3033" actId="1076"/>
          <ac:picMkLst>
            <pc:docMk/>
            <pc:sldMk cId="2412331678" sldId="288"/>
            <ac:picMk id="14" creationId="{550174E4-43D5-576E-2927-1D778535615E}"/>
          </ac:picMkLst>
        </pc:picChg>
        <pc:picChg chg="del">
          <ac:chgData name="Chad Furl" userId="e1f063c0-f891-481e-b162-0b825299f031" providerId="ADAL" clId="{3E978C21-B3D0-4285-96BE-5AD851B5E1C0}" dt="2026-08-11T14:42:02.005" v="3029" actId="478"/>
          <ac:picMkLst>
            <pc:docMk/>
            <pc:sldMk cId="2412331678" sldId="288"/>
            <ac:picMk id="22" creationId="{357FD87B-F6D7-EEEA-CCBE-04ADB1949650}"/>
          </ac:picMkLst>
        </pc:picChg>
      </pc:sldChg>
      <pc:sldChg chg="addSp delSp modSp add mod">
        <pc:chgData name="Chad Furl" userId="e1f063c0-f891-481e-b162-0b825299f031" providerId="ADAL" clId="{3E978C21-B3D0-4285-96BE-5AD851B5E1C0}" dt="2026-08-11T16:01:43.622" v="3152" actId="478"/>
        <pc:sldMkLst>
          <pc:docMk/>
          <pc:sldMk cId="3398460120" sldId="289"/>
        </pc:sldMkLst>
        <pc:picChg chg="add mod ord">
          <ac:chgData name="Chad Furl" userId="e1f063c0-f891-481e-b162-0b825299f031" providerId="ADAL" clId="{3E978C21-B3D0-4285-96BE-5AD851B5E1C0}" dt="2026-08-11T16:01:40.658" v="3151" actId="171"/>
          <ac:picMkLst>
            <pc:docMk/>
            <pc:sldMk cId="3398460120" sldId="289"/>
            <ac:picMk id="12" creationId="{8918331F-DB79-0A74-6B07-7A5DCAB35648}"/>
          </ac:picMkLst>
        </pc:picChg>
        <pc:picChg chg="del">
          <ac:chgData name="Chad Furl" userId="e1f063c0-f891-481e-b162-0b825299f031" providerId="ADAL" clId="{3E978C21-B3D0-4285-96BE-5AD851B5E1C0}" dt="2026-08-11T16:01:43.622" v="3152" actId="478"/>
          <ac:picMkLst>
            <pc:docMk/>
            <pc:sldMk cId="3398460120" sldId="289"/>
            <ac:picMk id="22" creationId="{7D59AA67-172F-E655-6296-D9BDDD4E61D5}"/>
          </ac:picMkLst>
        </pc:picChg>
      </pc:sldChg>
      <pc:sldChg chg="modSp add mod ord">
        <pc:chgData name="Chad Furl" userId="e1f063c0-f891-481e-b162-0b825299f031" providerId="ADAL" clId="{3E978C21-B3D0-4285-96BE-5AD851B5E1C0}" dt="2026-08-11T16:30:15.994" v="3761"/>
        <pc:sldMkLst>
          <pc:docMk/>
          <pc:sldMk cId="1587184410" sldId="290"/>
        </pc:sldMkLst>
        <pc:spChg chg="mod">
          <ac:chgData name="Chad Furl" userId="e1f063c0-f891-481e-b162-0b825299f031" providerId="ADAL" clId="{3E978C21-B3D0-4285-96BE-5AD851B5E1C0}" dt="2026-08-11T16:30:09.940" v="3759" actId="20577"/>
          <ac:spMkLst>
            <pc:docMk/>
            <pc:sldMk cId="1587184410" sldId="290"/>
            <ac:spMk id="21" creationId="{6BB0603E-F059-E171-D9F2-05B57DBA576E}"/>
          </ac:spMkLst>
        </pc:spChg>
      </pc:sldChg>
      <pc:sldChg chg="addSp delSp modSp add mod">
        <pc:chgData name="Chad Furl" userId="e1f063c0-f891-481e-b162-0b825299f031" providerId="ADAL" clId="{3E978C21-B3D0-4285-96BE-5AD851B5E1C0}" dt="2026-08-11T19:24:26.711" v="4733" actId="27636"/>
        <pc:sldMkLst>
          <pc:docMk/>
          <pc:sldMk cId="2618440478" sldId="291"/>
        </pc:sldMkLst>
        <pc:spChg chg="mod">
          <ac:chgData name="Chad Furl" userId="e1f063c0-f891-481e-b162-0b825299f031" providerId="ADAL" clId="{3E978C21-B3D0-4285-96BE-5AD851B5E1C0}" dt="2026-08-11T18:30:10.340" v="4429" actId="20577"/>
          <ac:spMkLst>
            <pc:docMk/>
            <pc:sldMk cId="2618440478" sldId="291"/>
            <ac:spMk id="6" creationId="{E8001144-EDBC-0BFC-9264-689ACB6679AF}"/>
          </ac:spMkLst>
        </pc:spChg>
        <pc:spChg chg="mod">
          <ac:chgData name="Chad Furl" userId="e1f063c0-f891-481e-b162-0b825299f031" providerId="ADAL" clId="{3E978C21-B3D0-4285-96BE-5AD851B5E1C0}" dt="2026-08-11T18:30:26.260" v="4459" actId="20577"/>
          <ac:spMkLst>
            <pc:docMk/>
            <pc:sldMk cId="2618440478" sldId="291"/>
            <ac:spMk id="10" creationId="{80C0BF1B-6F0C-7B9E-BA97-DB3A30C327DE}"/>
          </ac:spMkLst>
        </pc:spChg>
        <pc:spChg chg="mod">
          <ac:chgData name="Chad Furl" userId="e1f063c0-f891-481e-b162-0b825299f031" providerId="ADAL" clId="{3E978C21-B3D0-4285-96BE-5AD851B5E1C0}" dt="2026-08-11T19:24:26.711" v="4733" actId="27636"/>
          <ac:spMkLst>
            <pc:docMk/>
            <pc:sldMk cId="2618440478" sldId="291"/>
            <ac:spMk id="11" creationId="{2771EC15-EEDD-5E96-6895-79180F0E20B0}"/>
          </ac:spMkLst>
        </pc:spChg>
        <pc:picChg chg="add del mod modCrop">
          <ac:chgData name="Chad Furl" userId="e1f063c0-f891-481e-b162-0b825299f031" providerId="ADAL" clId="{3E978C21-B3D0-4285-96BE-5AD851B5E1C0}" dt="2026-08-11T18:42:35.969" v="4468" actId="478"/>
          <ac:picMkLst>
            <pc:docMk/>
            <pc:sldMk cId="2618440478" sldId="291"/>
            <ac:picMk id="14" creationId="{361C9591-F433-9138-728B-37046E010728}"/>
          </ac:picMkLst>
        </pc:picChg>
        <pc:picChg chg="add del mod">
          <ac:chgData name="Chad Furl" userId="e1f063c0-f891-481e-b162-0b825299f031" providerId="ADAL" clId="{3E978C21-B3D0-4285-96BE-5AD851B5E1C0}" dt="2026-08-11T19:15:00.542" v="4470" actId="478"/>
          <ac:picMkLst>
            <pc:docMk/>
            <pc:sldMk cId="2618440478" sldId="291"/>
            <ac:picMk id="16" creationId="{9BD1518A-EC35-A7FA-D7D0-380E4EDAB4DF}"/>
          </ac:picMkLst>
        </pc:picChg>
        <pc:picChg chg="add del mod">
          <ac:chgData name="Chad Furl" userId="e1f063c0-f891-481e-b162-0b825299f031" providerId="ADAL" clId="{3E978C21-B3D0-4285-96BE-5AD851B5E1C0}" dt="2026-08-11T19:15:33.644" v="4472" actId="478"/>
          <ac:picMkLst>
            <pc:docMk/>
            <pc:sldMk cId="2618440478" sldId="291"/>
            <ac:picMk id="18" creationId="{55F560A0-CD06-8350-F81F-FE7B50EDDA50}"/>
          </ac:picMkLst>
        </pc:picChg>
        <pc:picChg chg="add mod">
          <ac:chgData name="Chad Furl" userId="e1f063c0-f891-481e-b162-0b825299f031" providerId="ADAL" clId="{3E978C21-B3D0-4285-96BE-5AD851B5E1C0}" dt="2026-08-11T19:18:36.559" v="4474" actId="1076"/>
          <ac:picMkLst>
            <pc:docMk/>
            <pc:sldMk cId="2618440478" sldId="291"/>
            <ac:picMk id="22" creationId="{F6D414B9-6F21-773F-193B-7DAAA5F7C43A}"/>
          </ac:picMkLst>
        </pc:picChg>
      </pc:sldChg>
      <pc:sldChg chg="addSp delSp modSp add mod">
        <pc:chgData name="Chad Furl" userId="e1f063c0-f891-481e-b162-0b825299f031" providerId="ADAL" clId="{3E978C21-B3D0-4285-96BE-5AD851B5E1C0}" dt="2026-08-11T19:29:54.573" v="4766" actId="478"/>
        <pc:sldMkLst>
          <pc:docMk/>
          <pc:sldMk cId="2469971430" sldId="292"/>
        </pc:sldMkLst>
        <pc:spChg chg="mod">
          <ac:chgData name="Chad Furl" userId="e1f063c0-f891-481e-b162-0b825299f031" providerId="ADAL" clId="{3E978C21-B3D0-4285-96BE-5AD851B5E1C0}" dt="2026-08-11T19:29:50.129" v="4765" actId="14100"/>
          <ac:spMkLst>
            <pc:docMk/>
            <pc:sldMk cId="2469971430" sldId="292"/>
            <ac:spMk id="7" creationId="{580AAF6C-84A0-8444-C520-5F73BC760BD2}"/>
          </ac:spMkLst>
        </pc:spChg>
        <pc:spChg chg="del">
          <ac:chgData name="Chad Furl" userId="e1f063c0-f891-481e-b162-0b825299f031" providerId="ADAL" clId="{3E978C21-B3D0-4285-96BE-5AD851B5E1C0}" dt="2026-08-11T19:29:54.573" v="4766" actId="478"/>
          <ac:spMkLst>
            <pc:docMk/>
            <pc:sldMk cId="2469971430" sldId="292"/>
            <ac:spMk id="12" creationId="{7D5FB3BE-9974-CFB7-D919-B39C5265961E}"/>
          </ac:spMkLst>
        </pc:spChg>
        <pc:picChg chg="add mod modCrop">
          <ac:chgData name="Chad Furl" userId="e1f063c0-f891-481e-b162-0b825299f031" providerId="ADAL" clId="{3E978C21-B3D0-4285-96BE-5AD851B5E1C0}" dt="2026-08-11T19:29:40.153" v="4763" actId="1076"/>
          <ac:picMkLst>
            <pc:docMk/>
            <pc:sldMk cId="2469971430" sldId="292"/>
            <ac:picMk id="14" creationId="{719CF41A-315E-886C-9567-7CF55A96885F}"/>
          </ac:picMkLst>
        </pc:picChg>
        <pc:picChg chg="del">
          <ac:chgData name="Chad Furl" userId="e1f063c0-f891-481e-b162-0b825299f031" providerId="ADAL" clId="{3E978C21-B3D0-4285-96BE-5AD851B5E1C0}" dt="2026-08-11T19:27:44.355" v="4735" actId="478"/>
          <ac:picMkLst>
            <pc:docMk/>
            <pc:sldMk cId="2469971430" sldId="292"/>
            <ac:picMk id="22" creationId="{D774BF78-EB93-EE9E-C4D3-29F0B4590F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48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B4AE-3ED0-5EEB-1432-3A4BA7C5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3E5E0-F4A2-A427-D076-A895C6DED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7C5B7-21B8-3153-B7EE-8E147D62A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5CCCC-B59F-3678-A3B9-C456D0425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8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4DEA-34A5-D072-F60A-CF7241AD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1557C-60E0-76BB-E3C3-8E2133A4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6A2FD-77A5-7855-A2C8-A5577C168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8A90-3726-17AD-ED79-8B66B0BE8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25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EDB5-A22A-8DB0-7142-832D3DE4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19734-2B46-E49C-2243-9083850F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825FD-6C36-0DD2-CE7E-E6C05802F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2F4B2-6A7B-E461-1058-0089AD1BA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842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3ED8-2687-41D4-840E-B7CA9BC5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4BC62-FD80-F456-24F0-DB569FC77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FC391-17F7-E726-74F0-9722887DF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EB35-3B32-02EA-382E-1A54D560C3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916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CFA9-4F05-5763-5BD8-929DCE33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811F8-8D80-58CC-77EE-95CB4C032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B0E3C-4D1E-F526-10EA-E04884468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32B7B-DEF3-500D-743A-C0E148D7B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70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38DB-4173-AB17-50DD-8C04F180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6917C-4332-61D2-A1A2-F056C16A8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A38CF-5E09-72F4-7C64-5FB60CBD5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3704-F186-8AF7-DFE3-ACA6129E4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876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474A-916A-172A-2C2B-DCAD1420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6D7F7-CB8E-008B-B6DB-FE23151B5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A61BE-44C8-B750-E4A8-DE5A461D4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595F-6380-3432-0BFD-E1D9D7A6B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4E07-3932-CA27-D3ED-4B97B4044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35049-9422-50C3-BBCB-489C84996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C7A21-7B98-F9C9-EB20-754A207CD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8A276-9096-C039-3586-6A1F47AC1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80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B07A-6335-041E-7E42-0440FD6A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66FEF-4C4D-0B14-442E-B229C5275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3D09E-4270-EAA1-1609-5D88816E7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3BDE7-99AC-1B2A-DE60-6A50A8071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727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7469-8C44-8DD9-08BA-1F44475D5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29C99-359E-CD84-644A-30FA4841F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E26C9-F20A-40AE-CB4E-30CF7BF6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A0666-9E79-6908-8CAB-CA3E59F45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731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EC06-7174-C9A9-DFC7-7B33E0E1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8DDD5-C91B-82FF-6F14-6B92494F3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16229-26E8-8A1E-F367-0E124DAD8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C35AB-B4BE-E4C9-E1B7-CD3A67811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90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CDE9-C80A-BD63-28DF-2A8E07FC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ED44D-9CED-D3C0-C16E-BF8901267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BCD87-4C0D-2F64-9825-C7CA11CF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ED94C-2E36-A7AC-3D0E-66ED71CB2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79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0CF1-5825-CB6C-889E-8D290330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B8137-99E2-863C-D84F-A71BD0DE4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63233-64EC-279C-AB6A-06C6EFEB9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445DA-21A4-538E-5547-8AEC5E9B6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70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1008-123A-BA88-37F8-79F2CF46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4261-EBED-BCA3-E46E-18F4B679B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619E6-E379-BA67-8454-211119CD6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5F3D3-5261-1931-A0A2-7D1F9FC1E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801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C163-D18F-AAFF-552F-A16C82A2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65104-C2BB-F813-90CA-0439663ED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BB803-01A0-4F94-6717-54918AE91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F199B-1B58-B1FF-A88E-B544EB9AF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76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9F49-120C-EE64-5DE6-E74FAF5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EAAC3-8133-6485-7B34-94A134E35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BCB79-9978-4970-6F6D-D74466450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66393-DFAD-FE86-2784-8E3C0C919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727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507C-2783-1CA5-D5BE-DD35F92E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1BBEC-519A-E5BF-9D7F-B7EC4531D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8F8A7-69F0-1AD7-EB5F-D8E0727F9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78FA-A3AA-C7AA-D02C-EBD7AE6F9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05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DF21-1472-23D3-1775-896C0735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A4B34-997F-6194-A392-51878CA2D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EB723-E5B9-623C-5618-B24B1A2C4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92DF1-FFB6-985B-2F04-06BC2B661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3725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6E94-FAD8-88DC-AA05-7627684E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3372A-3DCA-19C2-0488-D164EE637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D3C30-AD4C-7059-2A0A-D8ACFCDC2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58F5A-871B-707F-C323-02A98D7A5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5841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E419B-5978-2D62-723F-7A6E94AE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2CC6B-3F00-A06B-EAFC-125991572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D3E01-B5D5-6D94-518A-C2BC29931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C9223-97D3-B495-FE26-E16CC1BF9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4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ALAKE_MASTER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742432"/>
            <a:ext cx="12191695" cy="1115568"/>
          </a:xfrm>
          <a:prstGeom prst="rect">
            <a:avLst/>
          </a:prstGeom>
          <a:solidFill>
            <a:srgbClr val="4F7D4F">
              <a:alpha val="91000"/>
            </a:srgbClr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480000">
            <a:off x="7909560" y="73152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25400">
            <a:solidFill>
              <a:srgbClr val="6CB7A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660000">
            <a:off x="8549640" y="411480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17780">
            <a:solidFill>
              <a:srgbClr val="8BAE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5120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CB7AF"/>
                </a:solidFill>
              </a:rPr>
              <a:t>EAHCP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58367" y="1143000"/>
            <a:ext cx="7893961" cy="76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Drought Management</a:t>
            </a:r>
          </a:p>
        </p:txBody>
      </p:sp>
      <p:sp>
        <p:nvSpPr>
          <p:cNvPr id="9" name="Text 7"/>
          <p:cNvSpPr/>
          <p:nvPr/>
        </p:nvSpPr>
        <p:spPr>
          <a:xfrm>
            <a:off x="676656" y="2148550"/>
            <a:ext cx="68178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rgbClr val="DDE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Conservation Measure Activities Through 2020s Drought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76656" y="3090672"/>
            <a:ext cx="3794760" cy="0"/>
          </a:xfrm>
          <a:prstGeom prst="line">
            <a:avLst/>
          </a:prstGeom>
          <a:noFill/>
          <a:ln w="11430">
            <a:solidFill>
              <a:srgbClr val="D6A13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3284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6CB7AF"/>
                </a:solidFill>
              </a:rPr>
              <a:t>SCIENCE COMMITTEE IMPLEMENTATION MEETING</a:t>
            </a:r>
            <a:endParaRPr lang="en-US" sz="880"/>
          </a:p>
        </p:txBody>
      </p:sp>
      <p:sp>
        <p:nvSpPr>
          <p:cNvPr id="12" name="Text 10"/>
          <p:cNvSpPr/>
          <p:nvPr/>
        </p:nvSpPr>
        <p:spPr>
          <a:xfrm>
            <a:off x="685800" y="3685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D8CFBA"/>
                </a:solidFill>
              </a:rPr>
              <a:t>Meeting date  ·  Location  ·  Presenter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685800" y="635508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F4E9CF"/>
                </a:solidFill>
              </a:rPr>
              <a:t>CLEAR WATER / VEGETATION MOSAIC / HABITAT STEWARDSHIP</a:t>
            </a:r>
            <a:endParaRPr lang="en-US" sz="840"/>
          </a:p>
        </p:txBody>
      </p:sp>
      <p:sp>
        <p:nvSpPr>
          <p:cNvPr id="14" name="Text 12"/>
          <p:cNvSpPr/>
          <p:nvPr/>
        </p:nvSpPr>
        <p:spPr>
          <a:xfrm>
            <a:off x="11265408" y="63093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>
                <a:solidFill>
                  <a:srgbClr val="F4E9CF"/>
                </a:solidFill>
              </a:rPr>
              <a:t>01</a:t>
            </a:r>
            <a:endParaRPr lang="en-US" sz="8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79" y="347472"/>
            <a:ext cx="9904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Region Drought</a:t>
            </a:r>
            <a:endParaRPr lang="en-US" sz="2900"/>
          </a:p>
        </p:txBody>
      </p:sp>
      <p:sp>
        <p:nvSpPr>
          <p:cNvPr id="9" name="Text 7"/>
          <p:cNvSpPr/>
          <p:nvPr/>
        </p:nvSpPr>
        <p:spPr>
          <a:xfrm rot="10800000" flipV="1">
            <a:off x="11689079" y="561784"/>
            <a:ext cx="300113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658368" y="183908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ROLLING MONTHLY SPRINGFLOW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658368" y="4878324"/>
            <a:ext cx="2084071" cy="1554480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79" y="1988820"/>
            <a:ext cx="19895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243036"/>
                </a:solidFill>
              </a:rPr>
              <a:t>Current drought has reduced </a:t>
            </a:r>
            <a:r>
              <a:rPr lang="en-US" sz="1400" err="1">
                <a:solidFill>
                  <a:srgbClr val="243036"/>
                </a:solidFill>
              </a:rPr>
              <a:t>springflows</a:t>
            </a:r>
            <a:r>
              <a:rPr lang="en-US" sz="1400">
                <a:solidFill>
                  <a:srgbClr val="243036"/>
                </a:solidFill>
              </a:rPr>
              <a:t> at Comal to levels not experienced since the drought of record in the 1950s. 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826989" y="4696587"/>
            <a:ext cx="189716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3B5B45"/>
                </a:solidFill>
              </a:rPr>
              <a:t>Daily mean </a:t>
            </a:r>
            <a:r>
              <a:rPr lang="en-US" sz="1100" b="1" err="1">
                <a:solidFill>
                  <a:srgbClr val="3B5B45"/>
                </a:solidFill>
              </a:rPr>
              <a:t>springflow</a:t>
            </a:r>
            <a:r>
              <a:rPr lang="en-US" sz="1100" b="1">
                <a:solidFill>
                  <a:srgbClr val="3B5B45"/>
                </a:solidFill>
              </a:rPr>
              <a:t> from USGS gage </a:t>
            </a:r>
            <a:r>
              <a:rPr lang="en-US" sz="1100" b="1" err="1">
                <a:solidFill>
                  <a:srgbClr val="3B5B45"/>
                </a:solidFill>
              </a:rPr>
              <a:t>xxxx</a:t>
            </a:r>
            <a:r>
              <a:rPr lang="en-US" sz="1100" b="1">
                <a:solidFill>
                  <a:srgbClr val="3B5B45"/>
                </a:solidFill>
              </a:rPr>
              <a:t> – Comal Springs, was aggregated to monthly means. Rolling averages represent the mean of consecutive monthly </a:t>
            </a:r>
            <a:r>
              <a:rPr lang="en-US" sz="1100" b="1" err="1">
                <a:solidFill>
                  <a:srgbClr val="3B5B45"/>
                </a:solidFill>
              </a:rPr>
              <a:t>springflow</a:t>
            </a:r>
            <a:r>
              <a:rPr lang="en-US" sz="1100" b="1">
                <a:solidFill>
                  <a:srgbClr val="3B5B45"/>
                </a:solidFill>
              </a:rPr>
              <a:t> values over the indicated 1- to 60-month periods.</a:t>
            </a:r>
            <a:endParaRPr lang="en-US" sz="11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E0C189-EFD5-914D-132E-BF643B42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797" y="1078992"/>
            <a:ext cx="8714250" cy="54681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3EE9C-B67E-4ADE-7CEA-F0E3D47E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296FDF-3C67-9C25-D6C7-21C60D5DA4F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3FAF78-78FA-1556-97A1-41B6D56A8C94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C42DB2-EAB7-02B5-F469-5A516F0025B1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579145-538C-A9D9-689D-48FCA0605CB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E6581E-EFA3-E246-7892-E6AA7EFBD709}"/>
              </a:ext>
            </a:extLst>
          </p:cNvPr>
          <p:cNvSpPr/>
          <p:nvPr/>
        </p:nvSpPr>
        <p:spPr>
          <a:xfrm>
            <a:off x="640079" y="347472"/>
            <a:ext cx="9904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Region Drought</a:t>
            </a:r>
            <a:endParaRPr lang="en-US" sz="2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50A3BC-C498-7F83-CFAB-0451C477BD8B}"/>
              </a:ext>
            </a:extLst>
          </p:cNvPr>
          <p:cNvSpPr/>
          <p:nvPr/>
        </p:nvSpPr>
        <p:spPr>
          <a:xfrm rot="10800000" flipV="1">
            <a:off x="11689079" y="561784"/>
            <a:ext cx="300113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D5B2BB-D892-D77B-BD4F-5AC3590C5A87}"/>
              </a:ext>
            </a:extLst>
          </p:cNvPr>
          <p:cNvSpPr/>
          <p:nvPr/>
        </p:nvSpPr>
        <p:spPr>
          <a:xfrm>
            <a:off x="658368" y="183908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ROLLING MONTHLY SPRINGFLOW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1DAD67-597C-D75D-8739-D8421A61DCEF}"/>
              </a:ext>
            </a:extLst>
          </p:cNvPr>
          <p:cNvSpPr/>
          <p:nvPr/>
        </p:nvSpPr>
        <p:spPr>
          <a:xfrm>
            <a:off x="640079" y="1988820"/>
            <a:ext cx="198958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243036"/>
                </a:solidFill>
              </a:rPr>
              <a:t>Current drought has reduced </a:t>
            </a:r>
            <a:r>
              <a:rPr lang="en-US" sz="1400" err="1">
                <a:solidFill>
                  <a:srgbClr val="243036"/>
                </a:solidFill>
              </a:rPr>
              <a:t>springflows</a:t>
            </a:r>
            <a:r>
              <a:rPr lang="en-US" sz="1400">
                <a:solidFill>
                  <a:srgbClr val="243036"/>
                </a:solidFill>
              </a:rPr>
              <a:t> at Comal to levels not experienced since the drought of record in the 1950s. </a:t>
            </a:r>
            <a:endParaRPr lang="en-US" sz="1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2A6D4BB-677C-AAC4-5CCC-9AE1B97B29D6}"/>
              </a:ext>
            </a:extLst>
          </p:cNvPr>
          <p:cNvSpPr/>
          <p:nvPr/>
        </p:nvSpPr>
        <p:spPr>
          <a:xfrm>
            <a:off x="658368" y="4333875"/>
            <a:ext cx="2084071" cy="2098929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sz="1050" b="1"/>
              <a:t>Points show the 50 lowest rolling-average </a:t>
            </a:r>
            <a:r>
              <a:rPr lang="en-US" sz="1050" b="1" err="1"/>
              <a:t>springflow</a:t>
            </a:r>
            <a:r>
              <a:rPr lang="en-US" sz="1050" b="1"/>
              <a:t> values for each averaging duration. Rolling periods overlap; for example, consecutive 12-month values may represent Jan–Dec 2024, Feb 2024–Jan 2025, and Mar 2024–Feb 2025. Colors identify periods ending in the 1950s and 2020s; all other periods are shown in black.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F7DF68-D4A2-5BBD-D879-0FD52D9EBC9A}"/>
              </a:ext>
            </a:extLst>
          </p:cNvPr>
          <p:cNvSpPr/>
          <p:nvPr/>
        </p:nvSpPr>
        <p:spPr>
          <a:xfrm>
            <a:off x="826989" y="4696587"/>
            <a:ext cx="189716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B17342-F888-7D43-68A0-1A44F5C0A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797" y="1078991"/>
            <a:ext cx="8714250" cy="546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9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EAE7D-F3BF-BC6C-64CD-3E1666E4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4D27D2-6BFC-141C-9345-8E84C99209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7B9C99-11D2-60C4-07FD-29BA472712CD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40EF58-1296-F28A-D879-74B31A9DF301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FABB08-9B17-E06E-768D-19C762829D8C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42AE2C-882F-5A75-1DC4-2AF844F0BAFF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Drought Management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B4E4E4-8678-0C63-57E9-97E82469C71D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683D44-6224-5132-57B7-7464BE398754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01E2B6-8BD9-A86A-B91D-C6B419F1BBC2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PRESSURE POINTS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639B2B-32B4-C710-4820-31EC76D09778}"/>
              </a:ext>
            </a:extLst>
          </p:cNvPr>
          <p:cNvSpPr/>
          <p:nvPr/>
        </p:nvSpPr>
        <p:spPr>
          <a:xfrm>
            <a:off x="640080" y="1830514"/>
            <a:ext cx="2789682" cy="2646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Lake wetted area</a:t>
            </a: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Lake level and culvert works</a:t>
            </a: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Dissolved oxygen</a:t>
            </a: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Temperature</a:t>
            </a: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Vegetation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CA17D12-CBD6-78A5-A4EE-0BD9A1591F29}"/>
              </a:ext>
            </a:extLst>
          </p:cNvPr>
          <p:cNvSpPr/>
          <p:nvPr/>
        </p:nvSpPr>
        <p:spPr>
          <a:xfrm>
            <a:off x="4892040" y="1417320"/>
            <a:ext cx="6355080" cy="413308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1E6E3F-A174-E4EC-FF33-AB27B4BB7E3E}"/>
              </a:ext>
            </a:extLst>
          </p:cNvPr>
          <p:cNvSpPr/>
          <p:nvPr/>
        </p:nvSpPr>
        <p:spPr>
          <a:xfrm>
            <a:off x="5093208" y="1947672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Need a map here </a:t>
            </a:r>
            <a:r>
              <a:rPr lang="en-US" sz="1050" err="1">
                <a:solidFill>
                  <a:srgbClr val="65737A"/>
                </a:solidFill>
              </a:rPr>
              <a:t>fo</a:t>
            </a:r>
            <a:r>
              <a:rPr lang="en-US" sz="1050">
                <a:solidFill>
                  <a:srgbClr val="65737A"/>
                </a:solidFill>
              </a:rPr>
              <a:t> sure</a:t>
            </a:r>
            <a:endParaRPr lang="en-US" sz="10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90D093B-9706-7693-53AC-BCEEB664754B}"/>
              </a:ext>
            </a:extLst>
          </p:cNvPr>
          <p:cNvSpPr/>
          <p:nvPr/>
        </p:nvSpPr>
        <p:spPr>
          <a:xfrm>
            <a:off x="5120640" y="5166360"/>
            <a:ext cx="589788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BFB4C25-9684-FFBD-F0D8-8073F7FAD0FA}"/>
              </a:ext>
            </a:extLst>
          </p:cNvPr>
          <p:cNvSpPr/>
          <p:nvPr/>
        </p:nvSpPr>
        <p:spPr>
          <a:xfrm>
            <a:off x="5102352" y="50474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>
                <a:solidFill>
                  <a:srgbClr val="65737A"/>
                </a:solidFill>
              </a:rPr>
              <a:t>TIME / REACH / VEGETATION TYPE</a:t>
            </a:r>
            <a:endParaRPr lang="en-US" sz="7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16DA6F-4FF3-1BB7-BC21-EF7A2CCEC11B}"/>
              </a:ext>
            </a:extLst>
          </p:cNvPr>
          <p:cNvSpPr/>
          <p:nvPr/>
        </p:nvSpPr>
        <p:spPr>
          <a:xfrm>
            <a:off x="10030968" y="5047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>
                <a:solidFill>
                  <a:srgbClr val="65737A"/>
                </a:solidFill>
              </a:rPr>
              <a:t>MEASURE</a:t>
            </a:r>
            <a:endParaRPr lang="en-US" sz="72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DC9963E-6F9E-3A41-AB59-DD6DD7FAF339}"/>
              </a:ext>
            </a:extLst>
          </p:cNvPr>
          <p:cNvSpPr/>
          <p:nvPr/>
        </p:nvSpPr>
        <p:spPr>
          <a:xfrm>
            <a:off x="4514850" y="6193902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1398A2-796C-236F-E253-81BEEECDC19C}"/>
              </a:ext>
            </a:extLst>
          </p:cNvPr>
          <p:cNvSpPr/>
          <p:nvPr/>
        </p:nvSpPr>
        <p:spPr>
          <a:xfrm>
            <a:off x="4606290" y="631277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3B5B45"/>
                </a:solidFill>
              </a:rPr>
              <a:t>TAKEAWAY  ·  Explain what changed, why it matters for habitat, and what the program is doing about it.</a:t>
            </a:r>
            <a:endParaRPr lang="en-US" sz="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350EA5-0CCA-1F47-6781-1A734DF1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94" t="17070" r="26328" b="37639"/>
          <a:stretch>
            <a:fillRect/>
          </a:stretch>
        </p:blipFill>
        <p:spPr>
          <a:xfrm>
            <a:off x="4524375" y="1231026"/>
            <a:ext cx="7373375" cy="477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0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36CF-1B9E-DC39-69A5-DD03F518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58FB08-F828-8F9A-BBAC-394632867AB9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55F07E-CC7F-F4FF-3BA8-47610700D053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B525AA-20C0-05A9-D804-350D7DBCB232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AA0372-07C9-95B3-029B-4194A75E9BD0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3A628D-D2B6-C061-3F14-DB058F64F892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D1420C-213F-9BC3-2D3E-03857F47AD81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F5A70C-FF02-F48B-68E6-D178E63E5375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  <a:endParaRPr lang="en-US" sz="165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>
              <a:solidFill>
                <a:srgbClr val="243036"/>
              </a:solidFill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120D31-30B5-7B88-8028-7031F87AAF0E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0876A901-8148-FE9B-AAEE-48BFB9C75270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CB4A69F-7649-19DC-7D93-86E262ABCA2C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lvl="0"/>
            <a:r>
              <a:rPr lang="en-US" sz="1000" b="1" baseline="30000"/>
              <a:t>1</a:t>
            </a:r>
            <a:r>
              <a:rPr lang="en-US" sz="1000" b="1"/>
              <a:t>LBG-Guyton Associates. 2004. </a:t>
            </a:r>
            <a:r>
              <a:rPr lang="en-US" sz="1000" b="1" i="1"/>
              <a:t>Evaluation of Augmentation Methodologies in Support of In-Situ Refugia at Comal and San Marcos Springs, Texas.</a:t>
            </a:r>
            <a:r>
              <a:rPr lang="en-US" sz="1000" b="1"/>
              <a:t> Prepared for the Edwards Aquifer Authority.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2D278-CB0D-6BD5-008C-583AEC0BC2C1}"/>
              </a:ext>
            </a:extLst>
          </p:cNvPr>
          <p:cNvSpPr txBox="1"/>
          <p:nvPr/>
        </p:nvSpPr>
        <p:spPr>
          <a:xfrm>
            <a:off x="5219700" y="209397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LCRA well 2025-1-1 to present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078DE9-3426-B654-5217-3A699E47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1188720"/>
            <a:ext cx="7900035" cy="47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0DAA-EF57-2D81-E3BF-B7A1C780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24E03F-827D-28D5-4F68-9261FEDD3049}"/>
              </a:ext>
            </a:extLst>
          </p:cNvPr>
          <p:cNvSpPr/>
          <p:nvPr/>
        </p:nvSpPr>
        <p:spPr>
          <a:xfrm>
            <a:off x="53299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A8C0CB-B6C7-13EE-8799-CA404C236B46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462919-A97B-DAFC-B29A-3949BF5D9B3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746AE4-8058-D873-9B2A-7362B4CDB32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40E989-79FA-2448-ABA5-AB781F9C865B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2149BB-601E-4A9E-9C1C-E8A552B7D844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F9F424-8A88-9776-9ABB-79E5E9B3913B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CA819C-55EF-7887-CD82-98FE1051A8C5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BCD5C208-BE2D-8206-60A7-51E8654E1BD1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231DECB-0415-33E1-AA90-0055437C39EA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Associates. 2004. </a:t>
            </a: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Evaluation of Augmentation Methodologies in Support of In-Situ Refugia at Comal and San Marcos Springs, Texas.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Prepared for the Edwards Aquifer Authority.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04B30-7923-E927-44E1-F55E25922409}"/>
              </a:ext>
            </a:extLst>
          </p:cNvPr>
          <p:cNvSpPr txBox="1"/>
          <p:nvPr/>
        </p:nvSpPr>
        <p:spPr>
          <a:xfrm>
            <a:off x="5219700" y="209397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LCRA well 2025-1-1 to present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11AD8-6B31-C290-7CA4-F75968437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1188720"/>
            <a:ext cx="7900035" cy="4741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2CBF3-C9C1-EB55-12DA-9AC2701C5E65}"/>
              </a:ext>
            </a:extLst>
          </p:cNvPr>
          <p:cNvSpPr txBox="1"/>
          <p:nvPr/>
        </p:nvSpPr>
        <p:spPr>
          <a:xfrm>
            <a:off x="585893" y="4871618"/>
            <a:ext cx="2628414" cy="163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50" b="1">
                <a:solidFill>
                  <a:srgbClr val="243036"/>
                </a:solidFill>
              </a:rPr>
              <a:t>2025-2026 Observations</a:t>
            </a:r>
          </a:p>
          <a:p>
            <a:pPr marL="114300" lvl="0" indent="-114300">
              <a:defRPr/>
            </a:pPr>
            <a:endParaRPr lang="en-US" sz="1650">
              <a:solidFill>
                <a:srgbClr val="243036"/>
              </a:solidFill>
            </a:endParaRPr>
          </a:p>
          <a:p>
            <a:pPr marL="114300" lvl="0" indent="-114300">
              <a:defRPr/>
            </a:pPr>
            <a:r>
              <a:rPr lang="en-US" sz="1650">
                <a:solidFill>
                  <a:srgbClr val="243036"/>
                </a:solidFill>
              </a:rPr>
              <a:t>SR3 stops flowing when                LCRA well ~ 620.25 ft.    Comal flow ~ 50 </a:t>
            </a:r>
            <a:r>
              <a:rPr lang="en-US" sz="1650" err="1">
                <a:solidFill>
                  <a:srgbClr val="243036"/>
                </a:solidFill>
              </a:rPr>
              <a:t>cfs</a:t>
            </a:r>
            <a:r>
              <a:rPr lang="en-US" sz="1650">
                <a:solidFill>
                  <a:srgbClr val="243036"/>
                </a:solidFill>
              </a:rPr>
              <a:t>.</a:t>
            </a:r>
            <a:endParaRPr lang="en-US" sz="1650">
              <a:solidFill>
                <a:prstClr val="black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9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0B8E-F7F1-2E39-4AEC-542656FD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EE4DFFA-8ACA-8B13-F602-B536A2ADB6D8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5D1D97-5645-1A81-3511-82B1DAB6C3C8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BD030C4-2D27-804A-DCFF-BAC6DF69774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27C5DC-9E7F-DE4A-E088-05ECAFC36F25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9EABCF-B923-B7F7-B668-B993D0E2387A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FC587D-2650-812B-ED59-DD1E852CA25E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6D0E6C4C-827F-B641-159B-F14440FC4BAA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052F829-25F8-7068-6477-68C7210814CD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Picture on left is Spring Run 3 facing downstream from walking bridge on May 21, 2025 (Total Comal discharge 49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  Picture on the right is WQ monitoring equipment attached to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</a:t>
            </a:r>
            <a:r>
              <a:rPr lang="en-US" sz="1200" b="1" baseline="30000">
                <a:solidFill>
                  <a:prstClr val="black"/>
                </a:solidFill>
                <a:latin typeface="Aptos"/>
              </a:rPr>
              <a:t>e walking bridge on 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April 1, 2026 (Total Comal discharge 53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9BD83-37C9-F99E-F4D8-26D08EA608B1}"/>
              </a:ext>
            </a:extLst>
          </p:cNvPr>
          <p:cNvSpPr txBox="1"/>
          <p:nvPr/>
        </p:nvSpPr>
        <p:spPr>
          <a:xfrm>
            <a:off x="585893" y="4871618"/>
            <a:ext cx="2628414" cy="163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2025-2026 Observations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620.25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21E582-D235-7692-54D4-06953D73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14" t="11044" r="48058" b="14652"/>
          <a:stretch>
            <a:fillRect/>
          </a:stretch>
        </p:blipFill>
        <p:spPr>
          <a:xfrm>
            <a:off x="7984031" y="1463040"/>
            <a:ext cx="3567889" cy="4288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A94749-30BE-F86F-744A-B558B5B56310}"/>
              </a:ext>
            </a:extLst>
          </p:cNvPr>
          <p:cNvSpPr txBox="1"/>
          <p:nvPr/>
        </p:nvSpPr>
        <p:spPr>
          <a:xfrm>
            <a:off x="4095750" y="2548647"/>
            <a:ext cx="241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 one more sr3</a:t>
            </a:r>
          </a:p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74D30B-3CB5-557A-E916-B116019EB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3689795" y="2048937"/>
            <a:ext cx="4066157" cy="305059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502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1978-3B14-8571-4970-20BFCB84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2293B6-AF45-B3A7-305C-1F7AE947762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DDD78A-8436-8AE7-2CF0-3CD6C83559C1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908B86-266C-82FA-4EE2-5B5B58E367C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C66CA4-6FE2-AC72-231C-F8F7AE6F320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A456D5-2626-966F-52EE-08709308862F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F9EA2B-4922-F88B-AAD1-C9CF896EDA58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F24BC2-7378-5B1F-6D4E-C5A974A3ADEA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444992-DFF2-025A-FBCF-5523B3493C0B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LANDA LAKE HYDROLOGY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0B16C7-01D9-394E-010C-AD6D6392781D}"/>
              </a:ext>
            </a:extLst>
          </p:cNvPr>
          <p:cNvSpPr/>
          <p:nvPr/>
        </p:nvSpPr>
        <p:spPr>
          <a:xfrm>
            <a:off x="640080" y="1882399"/>
            <a:ext cx="2036445" cy="281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Surface discharge is measured at four spring runs and four lake cross sections to estimate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springflow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contributions from different areas of the lake.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46B99BD-A57E-81FD-F97A-E4E526246525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2E8292DB-057A-EDFC-CDA8-7EA5942BF342}"/>
              </a:ext>
            </a:extLst>
          </p:cNvPr>
          <p:cNvSpPr/>
          <p:nvPr/>
        </p:nvSpPr>
        <p:spPr>
          <a:xfrm>
            <a:off x="7086600" y="607161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1B44CC9-2338-5393-6DD2-5A0B2948FA92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  ·  Explain what changed, why it matters for habitat, and what the program is doing about it.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B0603E-F059-E171-D9F2-05B57DBA576E}"/>
              </a:ext>
            </a:extLst>
          </p:cNvPr>
          <p:cNvSpPr txBox="1"/>
          <p:nvPr/>
        </p:nvSpPr>
        <p:spPr>
          <a:xfrm>
            <a:off x="4097845" y="2340078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spring orifices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8BE42D-7349-19E3-8951-3500DE6B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27" t="20682" r="32695" b="9351"/>
          <a:stretch>
            <a:fillRect/>
          </a:stretch>
        </p:blipFill>
        <p:spPr>
          <a:xfrm>
            <a:off x="7421498" y="1380744"/>
            <a:ext cx="4374262" cy="465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8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76C3-EE6C-4439-5E72-5CF1B0BE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3F3979-3A58-01D6-E865-E5B67C4BCF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6F8172-1EBF-8DB8-7CB9-94CA7D5289E1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17A246-D56C-DAB2-F6EE-C3D8DF60C229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991AE3-4935-F3F5-6A5E-E880353D88DB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3E014E-C00A-E7C4-F32E-A3CB1C7C0035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AED31C-A629-FEB9-7C23-3383A364C2BE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1ABC2C-4811-7768-5C91-D42D1223824A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7D24A80-F6F8-B1BB-9A71-64E8692BF62A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LANDA LAKE HYDROLOGY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0E10F0-A4E5-93B1-D645-1E617D0FAAEB}"/>
              </a:ext>
            </a:extLst>
          </p:cNvPr>
          <p:cNvSpPr/>
          <p:nvPr/>
        </p:nvSpPr>
        <p:spPr>
          <a:xfrm>
            <a:off x="640080" y="1882399"/>
            <a:ext cx="2036445" cy="281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>
                <a:solidFill>
                  <a:srgbClr val="243036"/>
                </a:solidFill>
              </a:rPr>
              <a:t>Surface discharge is measured at four spring runs and four lake cross sections to estimate </a:t>
            </a:r>
            <a:r>
              <a:rPr lang="en-US" sz="1650" err="1">
                <a:solidFill>
                  <a:srgbClr val="243036"/>
                </a:solidFill>
              </a:rPr>
              <a:t>springflow</a:t>
            </a:r>
            <a:r>
              <a:rPr lang="en-US" sz="1650">
                <a:solidFill>
                  <a:srgbClr val="243036"/>
                </a:solidFill>
              </a:rPr>
              <a:t> contributions from different areas of the lake.</a:t>
            </a: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endParaRPr lang="en-US" sz="1650">
              <a:solidFill>
                <a:srgbClr val="243036"/>
              </a:solidFill>
            </a:endParaRPr>
          </a:p>
          <a:p>
            <a:pPr marL="0" indent="0">
              <a:buNone/>
            </a:pPr>
            <a:endParaRPr lang="en-US" sz="1650"/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18D614D3-F9FA-D936-1A6B-13D9ACE4757A}"/>
              </a:ext>
            </a:extLst>
          </p:cNvPr>
          <p:cNvSpPr/>
          <p:nvPr/>
        </p:nvSpPr>
        <p:spPr>
          <a:xfrm>
            <a:off x="7086600" y="607161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75BE20B-2B7F-7CFD-EAEA-BF0FA31A06CC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3B5B45"/>
                </a:solidFill>
              </a:rPr>
              <a:t>TAKEAWAY  ·  Explain what changed, why it matters for habitat, and what the program is doing about it.</a:t>
            </a:r>
            <a:endParaRPr lang="en-US" sz="95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5AACCF-469B-EAE2-A8AA-251A01AD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200" y="1206998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4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F261-F9D6-0C9C-7AA1-289D75C3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3B9E12-856A-700E-FD0A-2AB063A54E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6D1686-453B-988B-56B4-4DE8D7C8F035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87DA75-3557-65EE-F6CB-ADF271B1DC0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8F741D-24D5-B3A7-FBC7-AAD8A21650AF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0DF58C-4BF6-BA61-9EBC-51B874243EC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3DB12E-FED3-7F8B-6B24-387B1169BE25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EA55F3-349E-0DA5-6795-BAF7A6378B0F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110659-031A-08F4-ED23-37FE67098C0F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LANDA LAKE FLOW SPLIT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8D07888-CDA8-A432-23C1-9712855B7CF4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4ED8C6E0-F3E9-7B54-05DA-7511E12B7D58}"/>
              </a:ext>
            </a:extLst>
          </p:cNvPr>
          <p:cNvSpPr/>
          <p:nvPr/>
        </p:nvSpPr>
        <p:spPr>
          <a:xfrm>
            <a:off x="7086600" y="607161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B001F28-C13B-000E-920B-DEEB3DF4AD9D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  ·  Explain what changed, why it matters for habitat, and what the program is doing about it.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3C2713-D252-7D04-13FB-43BED2940043}"/>
              </a:ext>
            </a:extLst>
          </p:cNvPr>
          <p:cNvSpPr txBox="1"/>
          <p:nvPr/>
        </p:nvSpPr>
        <p:spPr>
          <a:xfrm>
            <a:off x="4333084" y="2293464"/>
            <a:ext cx="2377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Bring it back home with one more graph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prstClr val="black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Showing the viewer where that water is coming from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4487B9-BC9A-3999-781A-5E55BBDB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27" t="20682" r="32695" b="9351"/>
          <a:stretch>
            <a:fillRect/>
          </a:stretch>
        </p:blipFill>
        <p:spPr>
          <a:xfrm>
            <a:off x="7421498" y="1380744"/>
            <a:ext cx="4374262" cy="465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5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80F4-92D1-96AC-A6E0-39CE3F60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F57E6E-05BE-3E04-9430-CC78100F0E5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636CA2-15CD-5535-ED33-4460AF95AFCE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3574C9-3067-DA4F-97B5-540BEB0D354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F4BC3D-EB03-D1EC-F2A3-0FA6C59926D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827BFD-59D7-864D-4C23-136C75A7A7F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22BAA9-A24C-F182-7156-70B16FDEB795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9E6632-371F-6441-F042-423123C7B740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92FB88-6A66-8833-60F7-82BEB0783ABD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LANDA LAKE FLOW SPLIT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FF49C8-5433-B3DC-5DE3-41871CCC90BF}"/>
              </a:ext>
            </a:extLst>
          </p:cNvPr>
          <p:cNvSpPr/>
          <p:nvPr/>
        </p:nvSpPr>
        <p:spPr>
          <a:xfrm>
            <a:off x="640080" y="2093975"/>
            <a:ext cx="2487549" cy="2925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Describe how water is distributed among lake at this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2948DE-85AB-EAC1-EE43-30580FD90A72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81799742-323B-5FBC-61DC-1E83144DD830}"/>
              </a:ext>
            </a:extLst>
          </p:cNvPr>
          <p:cNvSpPr/>
          <p:nvPr/>
        </p:nvSpPr>
        <p:spPr>
          <a:xfrm>
            <a:off x="7086600" y="607161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05ECB45-6F0A-DB51-9F2A-0F15D7C039AC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  ·  Explain what changed, why it matters for habitat, and what the program is doing about it.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69E011-44C8-441C-58AC-A2DF7B079033}"/>
              </a:ext>
            </a:extLst>
          </p:cNvPr>
          <p:cNvSpPr txBox="1"/>
          <p:nvPr/>
        </p:nvSpPr>
        <p:spPr>
          <a:xfrm>
            <a:off x="5219700" y="209397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Perhaps a few pictures here, visual tour</a:t>
            </a:r>
          </a:p>
        </p:txBody>
      </p:sp>
    </p:spTree>
    <p:extLst>
      <p:ext uri="{BB962C8B-B14F-4D97-AF65-F5344CB8AC3E}">
        <p14:creationId xmlns:p14="http://schemas.microsoft.com/office/powerpoint/2010/main" val="139322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ED4-B19C-869A-F0E6-45C19C67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DD0B9A-5E7A-6D5A-11EC-101592CB5D6F}"/>
              </a:ext>
            </a:extLst>
          </p:cNvPr>
          <p:cNvSpPr/>
          <p:nvPr/>
        </p:nvSpPr>
        <p:spPr>
          <a:xfrm>
            <a:off x="305" y="128016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E8A55B-EF05-129F-F37D-4AFBD8188DFA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874463-6530-8B64-3093-6B2430CAB4E3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463284-A944-6BFB-E18D-4A21D91304E9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AB688-EAB2-13C7-BE30-784C9EB46BE4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 Management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A7C8B7-76A3-AF14-2DC5-9E6CCF94A32F}"/>
              </a:ext>
            </a:extLst>
          </p:cNvPr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B19285-8D62-36EF-8107-3B45C412928F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6DE6D3-E35A-984D-1F92-F5F62DFB9C57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BC5262-6844-0609-85A3-8561DD9B2E7E}"/>
              </a:ext>
            </a:extLst>
          </p:cNvPr>
          <p:cNvSpPr/>
          <p:nvPr/>
        </p:nvSpPr>
        <p:spPr>
          <a:xfrm>
            <a:off x="502920" y="5843016"/>
            <a:ext cx="6997106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6F79B5C-BFF8-F77F-7F03-0F2B43EAD741}"/>
              </a:ext>
            </a:extLst>
          </p:cNvPr>
          <p:cNvSpPr/>
          <p:nvPr/>
        </p:nvSpPr>
        <p:spPr>
          <a:xfrm>
            <a:off x="7818119" y="1444752"/>
            <a:ext cx="26780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BC6E98-E85B-3B81-1396-447C4E179C7A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8BA0FE7-A738-22E9-946B-DD642A554247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EAHCP § 5.2.1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C5677C-0082-A24A-A7F8-CB8D5904C336}"/>
              </a:ext>
            </a:extLst>
          </p:cNvPr>
          <p:cNvSpPr/>
          <p:nvPr/>
        </p:nvSpPr>
        <p:spPr>
          <a:xfrm>
            <a:off x="8211312" y="2147472"/>
            <a:ext cx="3474720" cy="234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 in the Old and New Channel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473F10-F07C-7E54-A995-B3DCEC09BEF6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5E2BF07-94F7-83EB-C5C4-6EE9D09C9A11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Old Channel Protection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9F491B2-E6B7-C904-5479-E3D187BC7F4C}"/>
              </a:ext>
            </a:extLst>
          </p:cNvPr>
          <p:cNvSpPr/>
          <p:nvPr/>
        </p:nvSpPr>
        <p:spPr>
          <a:xfrm>
            <a:off x="8211312" y="322160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 is intended to complement the ecological restoration of aquatic vegetation in the Old Channel, by reducing long-duration high flows and allowing for more seasonal variability to be maintained, mimicking a more natural flow pattern.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4FE3C0-B49A-2A80-04D6-8C862474C569}"/>
              </a:ext>
            </a:extLst>
          </p:cNvPr>
          <p:cNvSpPr/>
          <p:nvPr/>
        </p:nvSpPr>
        <p:spPr>
          <a:xfrm>
            <a:off x="7818120" y="4194572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24B80F-92E0-8E58-F26C-2F918C4D4869}"/>
              </a:ext>
            </a:extLst>
          </p:cNvPr>
          <p:cNvSpPr/>
          <p:nvPr/>
        </p:nvSpPr>
        <p:spPr>
          <a:xfrm>
            <a:off x="8211312" y="41854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Culvert Management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5AAB710-2E54-916A-1ED3-A96B9A867F88}"/>
              </a:ext>
            </a:extLst>
          </p:cNvPr>
          <p:cNvSpPr/>
          <p:nvPr/>
        </p:nvSpPr>
        <p:spPr>
          <a:xfrm>
            <a:off x="8211312" y="44780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manipulations are managed </a:t>
            </a:r>
            <a:r>
              <a:rPr lang="en-US" sz="1050">
                <a:solidFill>
                  <a:srgbClr val="243036"/>
                </a:solidFill>
                <a:latin typeface="Aptos"/>
              </a:rPr>
              <a:t>by City of New Braunfels according to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season and total system discharge. 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C01E3-BBCA-6729-E728-575DA72A0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460365"/>
            <a:ext cx="7304852" cy="3639019"/>
          </a:xfrm>
          <a:prstGeom prst="rect">
            <a:avLst/>
          </a:prstGeom>
        </p:spPr>
      </p:pic>
      <p:sp>
        <p:nvSpPr>
          <p:cNvPr id="27" name="Shape 16">
            <a:extLst>
              <a:ext uri="{FF2B5EF4-FFF2-40B4-BE49-F238E27FC236}">
                <a16:creationId xmlns:a16="http://schemas.microsoft.com/office/drawing/2014/main" id="{ECF2EA35-5D32-576B-F767-0AFE52C6CA77}"/>
              </a:ext>
            </a:extLst>
          </p:cNvPr>
          <p:cNvSpPr/>
          <p:nvPr/>
        </p:nvSpPr>
        <p:spPr>
          <a:xfrm>
            <a:off x="502920" y="5178179"/>
            <a:ext cx="6997106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6525D7-3B82-1148-C247-ECBAF1426635}"/>
              </a:ext>
            </a:extLst>
          </p:cNvPr>
          <p:cNvSpPr txBox="1"/>
          <p:nvPr/>
        </p:nvSpPr>
        <p:spPr>
          <a:xfrm>
            <a:off x="640080" y="5262664"/>
            <a:ext cx="665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Table 5-3 EAHCP Flow split management for Old and New channels</a:t>
            </a:r>
          </a:p>
        </p:txBody>
      </p:sp>
    </p:spTree>
    <p:extLst>
      <p:ext uri="{BB962C8B-B14F-4D97-AF65-F5344CB8AC3E}">
        <p14:creationId xmlns:p14="http://schemas.microsoft.com/office/powerpoint/2010/main" val="164308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C122-A12D-FBD3-1BE5-DE713F63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41FBF7-E698-FC36-854B-0086614DC8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DB838D-F607-B4C0-D2B9-3E90AAC52207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0EA62D-421F-3075-2D09-29FBE5DE41F9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D6E544-9025-C302-220C-DCB332A386A8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A4842A-0791-00EB-9B64-CD8A7AC1CF2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56295D-02A1-E526-B8E9-79ECB60406C3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39828D-8D5C-F480-E9E2-45300ABAAE59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A9A809-A510-7682-D756-F1760DC6ADB8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DA4B83-F5F2-18D3-C5FF-4A57DD118649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528F6D0-00C9-D639-0973-0873A26FEC3A}"/>
              </a:ext>
            </a:extLst>
          </p:cNvPr>
          <p:cNvSpPr/>
          <p:nvPr/>
        </p:nvSpPr>
        <p:spPr>
          <a:xfrm>
            <a:off x="4892040" y="579729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77025A-7BB2-3810-EB7F-1607DEB8941D}"/>
              </a:ext>
            </a:extLst>
          </p:cNvPr>
          <p:cNvSpPr/>
          <p:nvPr/>
        </p:nvSpPr>
        <p:spPr>
          <a:xfrm>
            <a:off x="5038344" y="591616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3B5B45"/>
                </a:solidFill>
              </a:rPr>
              <a:t>TAKEAWAY  ·  Explain what changed, why it matters for habitat, and what the program is doing about it.</a:t>
            </a:r>
            <a:endParaRPr lang="en-US" sz="95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7F138B-091D-4BE4-9839-0EAE97D9D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08" y="1060699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8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C6A3-CE68-C5EF-FD29-190E9E34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740EAD-8964-60E1-B24D-E4043F7A3E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6C9EA8-C6EF-E8A5-A227-44B5BEAC0298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37AE45-CB6C-4E6B-864B-F83867AE9F6E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929A2A-9F3E-166B-F490-C245F70D413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0C547A-19FC-6444-C3EB-C06051471CCE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654D0E-F8AF-F051-1DC2-A6DFDC5B2AF4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CBD885-0DCE-4B80-B4A5-C8E6CFF40511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D5B8CA-B5BB-512D-DE3F-019307D38587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3F7342-11CC-0BC4-9FD1-5C9346B735EC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D270370-2D59-D305-57E3-EBFB1D043385}"/>
              </a:ext>
            </a:extLst>
          </p:cNvPr>
          <p:cNvSpPr/>
          <p:nvPr/>
        </p:nvSpPr>
        <p:spPr>
          <a:xfrm>
            <a:off x="4892040" y="579729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4108C3-41A0-BEA7-39C1-E4FC808EB0A2}"/>
              </a:ext>
            </a:extLst>
          </p:cNvPr>
          <p:cNvSpPr/>
          <p:nvPr/>
        </p:nvSpPr>
        <p:spPr>
          <a:xfrm>
            <a:off x="5038344" y="591616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3B5B45"/>
                </a:solidFill>
              </a:rPr>
              <a:t>TAKEAWAY  ·  Explain what changed, why it matters for habitat, and what the program is doing about it.</a:t>
            </a:r>
            <a:endParaRPr lang="en-US" sz="9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18331F-DB79-0A74-6B07-7A5DCAB3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08" y="1150966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60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FF5D-ABD4-0AEE-9935-7BF3A825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88800E-8EA2-1208-C190-C49C2BC4215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4556DE-932B-AE02-3090-0B2C718DD7A9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EDB163-1D87-CD6D-63BF-9DB0120B1BB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02BCE6-6432-2F74-8F9A-16F1E3F1FA2A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BFAA73-5F29-E8D2-0778-662E839BF863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614344-904E-C943-80AF-238894D1CA80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0302FF-A3EF-5CD6-09C3-512AACF64EEB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FC6406-D413-E71B-095D-FFD51C7E20F1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2374C13-B236-9E0E-E2A9-38D8E7B7505B}"/>
              </a:ext>
            </a:extLst>
          </p:cNvPr>
          <p:cNvSpPr/>
          <p:nvPr/>
        </p:nvSpPr>
        <p:spPr>
          <a:xfrm>
            <a:off x="4892040" y="579729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D58D00-80A7-C45F-F104-D7B8627E461A}"/>
              </a:ext>
            </a:extLst>
          </p:cNvPr>
          <p:cNvSpPr/>
          <p:nvPr/>
        </p:nvSpPr>
        <p:spPr>
          <a:xfrm>
            <a:off x="5038344" y="591616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3B5B45"/>
                </a:solidFill>
              </a:rPr>
              <a:t>TAKEAWAY  ·  Explain what changed, why it matters for habitat, and what the program is doing about it.</a:t>
            </a:r>
            <a:endParaRPr lang="en-US" sz="95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3562F2-7204-D21A-D53A-6EB23D60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86" t="7851" r="20292" b="7851"/>
          <a:stretch>
            <a:fillRect/>
          </a:stretch>
        </p:blipFill>
        <p:spPr>
          <a:xfrm>
            <a:off x="4892039" y="1078991"/>
            <a:ext cx="6294769" cy="4663867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6710D9A2-96F8-DB9F-C59A-EBD7BFAD90C8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</p:spTree>
    <p:extLst>
      <p:ext uri="{BB962C8B-B14F-4D97-AF65-F5344CB8AC3E}">
        <p14:creationId xmlns:p14="http://schemas.microsoft.com/office/powerpoint/2010/main" val="195399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75928-826F-BDFE-29BF-7BB61932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DAF4A1-927B-EE2A-72CA-DAD1B3F0FD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5C8F78-28CA-89E6-51B7-A294C420EC2B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FD93C0-1EF7-9518-DF2C-D4614AE96146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B1E799-A126-B191-4CC9-D97AFC226CA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59A864-A034-D2CE-0991-AB772D948999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Management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B6DE84-2E28-4482-0685-18EEC60A6114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796CAE-8C83-F5A3-8565-9FBE071C9534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246172-F704-B695-3E30-BD2D17A0E611}"/>
              </a:ext>
            </a:extLst>
          </p:cNvPr>
          <p:cNvSpPr/>
          <p:nvPr/>
        </p:nvSpPr>
        <p:spPr>
          <a:xfrm>
            <a:off x="658368" y="1417320"/>
            <a:ext cx="672084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781C56-2954-D4A8-0678-F51BF0176C02}"/>
              </a:ext>
            </a:extLst>
          </p:cNvPr>
          <p:cNvSpPr/>
          <p:nvPr/>
        </p:nvSpPr>
        <p:spPr>
          <a:xfrm>
            <a:off x="859536" y="1618488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 / PHOTO / SITE FIGURE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6BE22C-A6F5-EB65-78F4-C45A29E42D75}"/>
              </a:ext>
            </a:extLst>
          </p:cNvPr>
          <p:cNvSpPr/>
          <p:nvPr/>
        </p:nvSpPr>
        <p:spPr>
          <a:xfrm>
            <a:off x="859536" y="1947672"/>
            <a:ext cx="631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Replace with Landa Lake reach map, drone image, transect photo, or monitoring station map.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43182-757D-439D-F22D-96A262B80E0A}"/>
              </a:ext>
            </a:extLst>
          </p:cNvPr>
          <p:cNvSpPr/>
          <p:nvPr/>
        </p:nvSpPr>
        <p:spPr>
          <a:xfrm>
            <a:off x="886968" y="5257800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9420F2-FF14-6F59-5DE6-D6DFF969156E}"/>
              </a:ext>
            </a:extLst>
          </p:cNvPr>
          <p:cNvSpPr/>
          <p:nvPr/>
        </p:nvSpPr>
        <p:spPr>
          <a:xfrm>
            <a:off x="78181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FE51941-3405-C94F-9813-7EA5C055016C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59322FB-9037-6C7E-C3A6-A561493AA4C1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50" b="1" dirty="0">
                <a:solidFill>
                  <a:srgbClr val="123240"/>
                </a:solidFill>
              </a:rPr>
              <a:t>EAHCP § 5.2.2</a:t>
            </a:r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D606ADF-523E-C8F4-A2B7-4B08B3ADD3F2}"/>
              </a:ext>
            </a:extLst>
          </p:cNvPr>
          <p:cNvSpPr/>
          <p:nvPr/>
        </p:nvSpPr>
        <p:spPr>
          <a:xfrm>
            <a:off x="8211312" y="2130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Native Aquatic Vegetation Restoration and Maintenance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3B35AC-9519-2B22-7AF1-D0155F828FC5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4E5646C-A0FA-B36D-C0FD-4EE74BCCAA50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 Beneficial Habitat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62159E-C68B-00CE-7488-52320D53DAC3}"/>
              </a:ext>
            </a:extLst>
          </p:cNvPr>
          <p:cNvSpPr/>
          <p:nvPr/>
        </p:nvSpPr>
        <p:spPr>
          <a:xfrm>
            <a:off x="8211312" y="317296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 minimize and mitigate the impacts of incidental take from low-flow events by providing better habitat conditions for the ecological community.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D386F03-82C1-ED7F-AC92-03B319713204}"/>
              </a:ext>
            </a:extLst>
          </p:cNvPr>
          <p:cNvSpPr/>
          <p:nvPr/>
        </p:nvSpPr>
        <p:spPr>
          <a:xfrm>
            <a:off x="7818120" y="3931920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B2A014C-0407-168A-7605-95333DCE0E8F}"/>
              </a:ext>
            </a:extLst>
          </p:cNvPr>
          <p:cNvSpPr/>
          <p:nvPr/>
        </p:nvSpPr>
        <p:spPr>
          <a:xfrm>
            <a:off x="8211312" y="3922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Goals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A482F5-4F94-9225-DB87-0E7E2B0383D8}"/>
              </a:ext>
            </a:extLst>
          </p:cNvPr>
          <p:cNvSpPr/>
          <p:nvPr/>
        </p:nvSpPr>
        <p:spPr>
          <a:xfrm>
            <a:off x="8211312" y="42153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occur in Long-term Biological Goal Reaches designated by the EAHCP as well as supportive Restoration Reaches which provide further habitat enhancement objectives.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C1F64D8-AC50-3DD5-F508-247008325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43" t="27753" r="22348" b="24051"/>
          <a:stretch>
            <a:fillRect/>
          </a:stretch>
        </p:blipFill>
        <p:spPr>
          <a:xfrm>
            <a:off x="658368" y="1392510"/>
            <a:ext cx="6720840" cy="442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04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E738-459E-FAA4-338A-DAA168A0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79BDCD-F8E5-A955-A82C-86CD5D88B0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F9A43-D3A5-FEAF-49C0-A1B66ABF9479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0474BF-96B8-6B19-172C-F6403CC30502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C6282E-BC4A-5B59-DE4F-95FD67F1DED6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001144-EDBC-0BFC-9264-689ACB6679AF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Maintenance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BF26AD-7AC9-BE69-FFC8-A39350C4BFC3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1E5010-1508-5AA6-3796-0179AB0EB1CB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C0BF1B-6F0C-7B9E-BA97-DB3A30C327DE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771EC15-EEDD-5E96-6895-79180F0E20B0}"/>
              </a:ext>
            </a:extLst>
          </p:cNvPr>
          <p:cNvSpPr/>
          <p:nvPr/>
        </p:nvSpPr>
        <p:spPr>
          <a:xfrm>
            <a:off x="640080" y="2093975"/>
            <a:ext cx="2487549" cy="3566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have been moderated by Condition M of the permit with flows &lt; 130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 dirty="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Currently, only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Ludwigia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and </a:t>
            </a:r>
            <a:r>
              <a:rPr lang="en-US" sz="1650" dirty="0" err="1">
                <a:solidFill>
                  <a:srgbClr val="243036"/>
                </a:solidFill>
                <a:latin typeface="Aptos"/>
              </a:rPr>
              <a:t>Cabomba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are propagated and planted.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~ 3500 plants were planted across six restoration plot areas (~ 750 m</a:t>
            </a:r>
            <a:r>
              <a:rPr lang="en-US" sz="1650" baseline="30000" dirty="0">
                <a:solidFill>
                  <a:srgbClr val="243036"/>
                </a:solidFill>
                <a:latin typeface="Aptos"/>
              </a:rPr>
              <a:t>2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3ACEBA-4DAB-32F6-8AB4-67004F2A953C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D75A8E79-84A4-9E5C-B049-DE5C32F2388B}"/>
              </a:ext>
            </a:extLst>
          </p:cNvPr>
          <p:cNvSpPr/>
          <p:nvPr/>
        </p:nvSpPr>
        <p:spPr>
          <a:xfrm>
            <a:off x="7086600" y="6071616"/>
            <a:ext cx="41605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B97D37B-8DB4-63FB-73F6-5DCFB2066FF7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  ·  Explain what changed, why it matters for habitat, and what the program is doing about it.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BB2EF-8DD6-6372-E0F2-8C706964AC31}"/>
              </a:ext>
            </a:extLst>
          </p:cNvPr>
          <p:cNvSpPr txBox="1"/>
          <p:nvPr/>
        </p:nvSpPr>
        <p:spPr>
          <a:xfrm>
            <a:off x="5219700" y="209397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Perhaps a few pictures here, visual tour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D414B9-6F21-773F-193B-7DAAA5F7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1261862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4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2028-7430-BFDC-EEB9-A60B2695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E3F1FC-286D-502D-4530-E39B8137D0A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9B20C-C3FF-9239-7042-67821DAD4B44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1C87A6-29B1-2DBB-10AF-5A6BC7BB4B85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26EFAA-EEA7-5749-989A-C985ABAFEC8A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FF71E4-8C3C-E0C0-B13B-CC19AF0164EA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Maintenance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E4168E-CAB1-2EEB-47F3-0D5F34359B2F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5E2A2B-04B1-BB20-3001-4FE3FC6F0F77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C4F979-811F-3FD4-48E0-15791C236F96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17DFB2-52BC-8FFB-D8BE-979DDC29E2D7}"/>
              </a:ext>
            </a:extLst>
          </p:cNvPr>
          <p:cNvSpPr/>
          <p:nvPr/>
        </p:nvSpPr>
        <p:spPr>
          <a:xfrm>
            <a:off x="640080" y="2093975"/>
            <a:ext cx="2487549" cy="3566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have been moderated by Condition M of the permit with flows &lt; 130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 dirty="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Currently, only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Ludwigia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and </a:t>
            </a:r>
            <a:r>
              <a:rPr lang="en-US" sz="1650" dirty="0" err="1">
                <a:solidFill>
                  <a:srgbClr val="243036"/>
                </a:solidFill>
                <a:latin typeface="Aptos"/>
              </a:rPr>
              <a:t>Cabomba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are propagated and planted.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~ 3500 plants were planted across six restoration plot areas (~ 750 m</a:t>
            </a:r>
            <a:r>
              <a:rPr lang="en-US" sz="1650" baseline="30000" dirty="0">
                <a:solidFill>
                  <a:srgbClr val="243036"/>
                </a:solidFill>
                <a:latin typeface="Aptos"/>
              </a:rPr>
              <a:t>2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580AAF6C-84A0-8444-C520-5F73BC760BD2}"/>
              </a:ext>
            </a:extLst>
          </p:cNvPr>
          <p:cNvSpPr/>
          <p:nvPr/>
        </p:nvSpPr>
        <p:spPr>
          <a:xfrm>
            <a:off x="4646822" y="6071616"/>
            <a:ext cx="6208776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F18A851-F9F2-8961-1DBC-C5C02F5569A7}"/>
              </a:ext>
            </a:extLst>
          </p:cNvPr>
          <p:cNvSpPr/>
          <p:nvPr/>
        </p:nvSpPr>
        <p:spPr>
          <a:xfrm>
            <a:off x="7232904" y="619048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TAKEAWAY  ·  Explain what changed, why it matters for habitat, and what the program is doing about it.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B8EE17-D6F1-E169-5A3A-58ED6DB22943}"/>
              </a:ext>
            </a:extLst>
          </p:cNvPr>
          <p:cNvSpPr txBox="1"/>
          <p:nvPr/>
        </p:nvSpPr>
        <p:spPr>
          <a:xfrm>
            <a:off x="5219700" y="209397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Perhaps a few pictures here, visual tour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9CF41A-315E-886C-9567-7CF55A96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83" t="15409" r="26220" b="15671"/>
          <a:stretch>
            <a:fillRect/>
          </a:stretch>
        </p:blipFill>
        <p:spPr>
          <a:xfrm>
            <a:off x="4646822" y="1108366"/>
            <a:ext cx="6208776" cy="4848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9971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EEE40-92D6-C972-8116-2AB65454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C2E2E9-75A0-BDDF-8C24-56171069CE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60FA11-3769-120E-D373-6457E741D1E5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9D35EC-A304-6CFC-6494-ACA15E34ACE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5FFF4D-684D-DD19-04B9-234CBF0D0B9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681F45-389A-1C88-537D-73A609998762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Riparian Management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6BE4D4-A845-FF95-B3FB-50E15DA339D2}"/>
              </a:ext>
            </a:extLst>
          </p:cNvPr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a map/photo paired with a compact site-specific interpretation.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A9996C-90EA-6666-115D-F11361B5B0D7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977C67-E773-92EF-507B-F8CCDB1EB886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8DC8A76-FCBF-5581-C599-4BE7FF8785E9}"/>
              </a:ext>
            </a:extLst>
          </p:cNvPr>
          <p:cNvSpPr/>
          <p:nvPr/>
        </p:nvSpPr>
        <p:spPr>
          <a:xfrm>
            <a:off x="658368" y="1417320"/>
            <a:ext cx="672084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CFD7C-F443-7E74-EF4F-72FCC5A496B1}"/>
              </a:ext>
            </a:extLst>
          </p:cNvPr>
          <p:cNvSpPr/>
          <p:nvPr/>
        </p:nvSpPr>
        <p:spPr>
          <a:xfrm>
            <a:off x="859536" y="1618488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 / PHOTO / SITE FIGURE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7261C5-1E6B-3017-3B6D-9597CD30F839}"/>
              </a:ext>
            </a:extLst>
          </p:cNvPr>
          <p:cNvSpPr/>
          <p:nvPr/>
        </p:nvSpPr>
        <p:spPr>
          <a:xfrm>
            <a:off x="859536" y="1947672"/>
            <a:ext cx="631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Replace with Landa Lake reach map, drone image, transect photo, or monitoring station map.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30D97F6-2ED0-93FA-4910-A1E9149FF25A}"/>
              </a:ext>
            </a:extLst>
          </p:cNvPr>
          <p:cNvSpPr/>
          <p:nvPr/>
        </p:nvSpPr>
        <p:spPr>
          <a:xfrm>
            <a:off x="886968" y="5257800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41F423-6796-C605-C1AE-89227D3532DC}"/>
              </a:ext>
            </a:extLst>
          </p:cNvPr>
          <p:cNvSpPr/>
          <p:nvPr/>
        </p:nvSpPr>
        <p:spPr>
          <a:xfrm>
            <a:off x="78181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THE FIGURE SHOWS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A903568-B604-CABF-D7EF-DFE38D74AECD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55F5D28-C432-2BBE-CABA-F81B7AF1A6D9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Habitat setting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0CBD071-640F-990B-1A4E-66BB5EE0E2B3}"/>
              </a:ext>
            </a:extLst>
          </p:cNvPr>
          <p:cNvSpPr/>
          <p:nvPr/>
        </p:nvSpPr>
        <p:spPr>
          <a:xfrm>
            <a:off x="8211312" y="2130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Location-specific finding: reach, shoreline condition, vegetation patch, or flow path.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265CB2F-D7B5-F088-6E57-3E8150658702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D3BE7B-F5D3-533A-F14C-8E86E703E23D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Interpretation context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9C5B88-D092-655A-5F15-760F5CF8CE2B}"/>
              </a:ext>
            </a:extLst>
          </p:cNvPr>
          <p:cNvSpPr/>
          <p:nvPr/>
        </p:nvSpPr>
        <p:spPr>
          <a:xfrm>
            <a:off x="8211312" y="3172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Why season, springflow, clarity, or survey design matters for this result.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C30DFC7-3315-2A9C-7174-9B8AF882AB13}"/>
              </a:ext>
            </a:extLst>
          </p:cNvPr>
          <p:cNvSpPr/>
          <p:nvPr/>
        </p:nvSpPr>
        <p:spPr>
          <a:xfrm>
            <a:off x="7818120" y="3931920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8CC750-EF74-148C-85A9-7A6762938B32}"/>
              </a:ext>
            </a:extLst>
          </p:cNvPr>
          <p:cNvSpPr/>
          <p:nvPr/>
        </p:nvSpPr>
        <p:spPr>
          <a:xfrm>
            <a:off x="8211312" y="3922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Point requiring attention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D6BC1A-34CB-71D7-B4C6-6AABAB31E82C}"/>
              </a:ext>
            </a:extLst>
          </p:cNvPr>
          <p:cNvSpPr/>
          <p:nvPr/>
        </p:nvSpPr>
        <p:spPr>
          <a:xfrm>
            <a:off x="8211312" y="42153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coral only for a stressor, threshold, management issue, or discussion item.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524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60D4E-7E4A-FB3A-9B6D-D710D543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01F904-EA8D-6500-966B-F68FAF1A9A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2EDDE0-EACD-332D-D5B9-8C70CF32A750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B1EE23-D288-5BA7-4198-6A24A3DBD41D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9D01E6-D357-AB5F-C32D-49CFC1CE4F6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6BCB62-FDAF-627C-E02F-E91C5EFB20F1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Water Quality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1983AE-3533-9C2D-DD70-32349B4C208C}"/>
              </a:ext>
            </a:extLst>
          </p:cNvPr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a map/photo paired with a compact site-specific interpretation.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447771-44FC-0046-261F-C96F73378769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2A3E88-75EE-21A2-F079-F1B6F92F0311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CE1BEE-403F-AFE8-47B7-6D4F17022679}"/>
              </a:ext>
            </a:extLst>
          </p:cNvPr>
          <p:cNvSpPr/>
          <p:nvPr/>
        </p:nvSpPr>
        <p:spPr>
          <a:xfrm>
            <a:off x="658368" y="1417320"/>
            <a:ext cx="672084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B454EC-BD40-98CA-293F-24A066080561}"/>
              </a:ext>
            </a:extLst>
          </p:cNvPr>
          <p:cNvSpPr/>
          <p:nvPr/>
        </p:nvSpPr>
        <p:spPr>
          <a:xfrm>
            <a:off x="859536" y="1618488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 / PHOTO / SITE FIGURE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2A06E4-DD41-96F4-F118-3A4B5593FDF1}"/>
              </a:ext>
            </a:extLst>
          </p:cNvPr>
          <p:cNvSpPr/>
          <p:nvPr/>
        </p:nvSpPr>
        <p:spPr>
          <a:xfrm>
            <a:off x="859536" y="1947672"/>
            <a:ext cx="631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Replace with Landa Lake reach map, drone image, transect photo, or monitoring station map.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3B87BD-89CD-F92C-466C-1A135F4209B6}"/>
              </a:ext>
            </a:extLst>
          </p:cNvPr>
          <p:cNvSpPr/>
          <p:nvPr/>
        </p:nvSpPr>
        <p:spPr>
          <a:xfrm>
            <a:off x="886968" y="5257800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D0D1A8F-B683-B482-EDBF-25D0DDFA7AC5}"/>
              </a:ext>
            </a:extLst>
          </p:cNvPr>
          <p:cNvSpPr/>
          <p:nvPr/>
        </p:nvSpPr>
        <p:spPr>
          <a:xfrm>
            <a:off x="78181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THE FIGURE SHOWS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751A0DC-0755-2893-A284-6632892F9402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61D661-F654-5651-3F8B-D21016AA41DE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Habitat setting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8CC86C7-BD86-821A-E557-724B7D205F4E}"/>
              </a:ext>
            </a:extLst>
          </p:cNvPr>
          <p:cNvSpPr/>
          <p:nvPr/>
        </p:nvSpPr>
        <p:spPr>
          <a:xfrm>
            <a:off x="8211312" y="2130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Location-specific finding: reach, shoreline condition, vegetation patch, or flow path.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5906EAB-CE35-7002-91D1-E39088C87000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24D575-BF42-1888-D986-5A67C115DBDC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Interpretation context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806878D-7D46-D977-4B57-E1CE39546581}"/>
              </a:ext>
            </a:extLst>
          </p:cNvPr>
          <p:cNvSpPr/>
          <p:nvPr/>
        </p:nvSpPr>
        <p:spPr>
          <a:xfrm>
            <a:off x="8211312" y="3172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Why season, springflow, clarity, or survey design matters for this result.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4F4BA6C-816A-4F7C-4837-6B4CF92A1BD7}"/>
              </a:ext>
            </a:extLst>
          </p:cNvPr>
          <p:cNvSpPr/>
          <p:nvPr/>
        </p:nvSpPr>
        <p:spPr>
          <a:xfrm>
            <a:off x="7818120" y="3931920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2E4A1BF-4C7F-5E59-F9D6-8803A51321C8}"/>
              </a:ext>
            </a:extLst>
          </p:cNvPr>
          <p:cNvSpPr/>
          <p:nvPr/>
        </p:nvSpPr>
        <p:spPr>
          <a:xfrm>
            <a:off x="8211312" y="3922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Point requiring attention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3643C3-695D-2DD6-B2ED-8823F7123D9E}"/>
              </a:ext>
            </a:extLst>
          </p:cNvPr>
          <p:cNvSpPr/>
          <p:nvPr/>
        </p:nvSpPr>
        <p:spPr>
          <a:xfrm>
            <a:off x="8211312" y="42153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coral only for a stressor, threshold, management issue, or discussion item.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975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C6EC0-3C13-BCA4-08B4-D10791DF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97D743-CD7E-1E59-F855-377BE0FE46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D0E8DA-CCE0-1E15-438C-190AD9B2AA7A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6D200E-FF48-5950-DF30-F3AD20AB6F4F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7D183C-7858-9D5D-55FC-74454A35C9F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5A3430-D54A-EE08-978E-E3E26EED2A3B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Got to have something about the species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59C4FB-31A7-885F-719B-14FB244F21B6}"/>
              </a:ext>
            </a:extLst>
          </p:cNvPr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 simple pathway clarifies triggers, responsibilities, and intended habitat outcomes.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CB02FD-A93C-5BC7-A4ED-73F6827C15DD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A5BD48-C08C-0016-45B0-E2985AD4E836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905DCD-AE6A-A119-B731-32D44D85727F}"/>
              </a:ext>
            </a:extLst>
          </p:cNvPr>
          <p:cNvSpPr/>
          <p:nvPr/>
        </p:nvSpPr>
        <p:spPr>
          <a:xfrm>
            <a:off x="74980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1E6F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OBSERVE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09B7CD-AA4E-55F4-87A3-1FDA5417B342}"/>
              </a:ext>
            </a:extLst>
          </p:cNvPr>
          <p:cNvSpPr/>
          <p:nvPr/>
        </p:nvSpPr>
        <p:spPr>
          <a:xfrm>
            <a:off x="749808" y="2011680"/>
            <a:ext cx="512064" cy="512064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2ED5D9C-0E9E-F273-74BE-3C044EE8811D}"/>
              </a:ext>
            </a:extLst>
          </p:cNvPr>
          <p:cNvSpPr/>
          <p:nvPr/>
        </p:nvSpPr>
        <p:spPr>
          <a:xfrm>
            <a:off x="74980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Vegetation + habitat signal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D3AEC1-EE80-8EED-8888-3C76BD7B3D15}"/>
              </a:ext>
            </a:extLst>
          </p:cNvPr>
          <p:cNvSpPr/>
          <p:nvPr/>
        </p:nvSpPr>
        <p:spPr>
          <a:xfrm>
            <a:off x="74980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Mapped vegetation, photo points, field notes, water clarity, springflow context.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3CADF2-4185-7DF2-0A47-46A8E5CC42CC}"/>
              </a:ext>
            </a:extLst>
          </p:cNvPr>
          <p:cNvSpPr/>
          <p:nvPr/>
        </p:nvSpPr>
        <p:spPr>
          <a:xfrm>
            <a:off x="299923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1DBBD3-982B-B34E-32AF-D6B12F6DA839}"/>
              </a:ext>
            </a:extLst>
          </p:cNvPr>
          <p:cNvSpPr/>
          <p:nvPr/>
        </p:nvSpPr>
        <p:spPr>
          <a:xfrm>
            <a:off x="353872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6CB7A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0DF9304-F184-C817-FBF1-20A09D4C0F9C}"/>
              </a:ext>
            </a:extLst>
          </p:cNvPr>
          <p:cNvSpPr/>
          <p:nvPr/>
        </p:nvSpPr>
        <p:spPr>
          <a:xfrm>
            <a:off x="3538728" y="2011680"/>
            <a:ext cx="512064" cy="512064"/>
          </a:xfrm>
          <a:prstGeom prst="rect">
            <a:avLst/>
          </a:prstGeom>
          <a:solidFill>
            <a:srgbClr val="6CB7AF"/>
          </a:solidFill>
          <a:ln>
            <a:solidFill>
              <a:srgbClr val="6CB7A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010417-2582-5032-325F-4B9D1059BDC9}"/>
              </a:ext>
            </a:extLst>
          </p:cNvPr>
          <p:cNvSpPr/>
          <p:nvPr/>
        </p:nvSpPr>
        <p:spPr>
          <a:xfrm>
            <a:off x="353872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Ecological meaning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F0E477-308A-EF91-7CD0-EA823D21BC7C}"/>
              </a:ext>
            </a:extLst>
          </p:cNvPr>
          <p:cNvSpPr/>
          <p:nvPr/>
        </p:nvSpPr>
        <p:spPr>
          <a:xfrm>
            <a:off x="353872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Separate normal seasonal movement from persistent habitat change.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30F468C-E7D1-9717-1A3F-02982B38E514}"/>
              </a:ext>
            </a:extLst>
          </p:cNvPr>
          <p:cNvSpPr/>
          <p:nvPr/>
        </p:nvSpPr>
        <p:spPr>
          <a:xfrm>
            <a:off x="578815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1F8668-38A9-C9DB-E2C0-6329C893E638}"/>
              </a:ext>
            </a:extLst>
          </p:cNvPr>
          <p:cNvSpPr/>
          <p:nvPr/>
        </p:nvSpPr>
        <p:spPr>
          <a:xfrm>
            <a:off x="632764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4F7D4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MANAGE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267855-3BFF-8AB8-5F4E-302A804B6946}"/>
              </a:ext>
            </a:extLst>
          </p:cNvPr>
          <p:cNvSpPr/>
          <p:nvPr/>
        </p:nvSpPr>
        <p:spPr>
          <a:xfrm>
            <a:off x="6327648" y="2011680"/>
            <a:ext cx="512064" cy="512064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CF4492F-27F6-96A9-C719-AAADF1939C61}"/>
              </a:ext>
            </a:extLst>
          </p:cNvPr>
          <p:cNvSpPr/>
          <p:nvPr/>
        </p:nvSpPr>
        <p:spPr>
          <a:xfrm>
            <a:off x="632764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Implementation action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9F9EC1-8A7E-26F6-0048-6ECFE997FFA4}"/>
              </a:ext>
            </a:extLst>
          </p:cNvPr>
          <p:cNvSpPr/>
          <p:nvPr/>
        </p:nvSpPr>
        <p:spPr>
          <a:xfrm>
            <a:off x="632764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Coordinate mowing, recreation management, restoration, or monitoring adjustment.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88FC289-E460-915C-695E-8934290AAB5F}"/>
              </a:ext>
            </a:extLst>
          </p:cNvPr>
          <p:cNvSpPr/>
          <p:nvPr/>
        </p:nvSpPr>
        <p:spPr>
          <a:xfrm>
            <a:off x="857707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ED9A1D-2781-E982-6012-131EC281E9E7}"/>
              </a:ext>
            </a:extLst>
          </p:cNvPr>
          <p:cNvSpPr/>
          <p:nvPr/>
        </p:nvSpPr>
        <p:spPr>
          <a:xfrm>
            <a:off x="911656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B8E33EA-E639-4935-5EED-CA986136344B}"/>
              </a:ext>
            </a:extLst>
          </p:cNvPr>
          <p:cNvSpPr/>
          <p:nvPr/>
        </p:nvSpPr>
        <p:spPr>
          <a:xfrm>
            <a:off x="9116568" y="2011680"/>
            <a:ext cx="512064" cy="512064"/>
          </a:xfrm>
          <a:prstGeom prst="rect">
            <a:avLst/>
          </a:prstGeom>
          <a:solidFill>
            <a:srgbClr val="3B5B45"/>
          </a:solidFill>
          <a:ln>
            <a:solidFill>
              <a:srgbClr val="3B5B4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6F9A21D-7DC6-5756-9B67-19CA32721ACD}"/>
              </a:ext>
            </a:extLst>
          </p:cNvPr>
          <p:cNvSpPr/>
          <p:nvPr/>
        </p:nvSpPr>
        <p:spPr>
          <a:xfrm>
            <a:off x="911656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Outcome and learning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F1E24BF-07F8-8081-43B0-34FF34139D85}"/>
              </a:ext>
            </a:extLst>
          </p:cNvPr>
          <p:cNvSpPr/>
          <p:nvPr/>
        </p:nvSpPr>
        <p:spPr>
          <a:xfrm>
            <a:off x="911656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Assess vegetation response, habitat quality, and what to change next cycle.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B4BF38B-380D-19CF-523B-8989C93E3FC6}"/>
              </a:ext>
            </a:extLst>
          </p:cNvPr>
          <p:cNvSpPr/>
          <p:nvPr/>
        </p:nvSpPr>
        <p:spPr>
          <a:xfrm>
            <a:off x="749808" y="5193792"/>
            <a:ext cx="10195560" cy="457200"/>
          </a:xfrm>
          <a:prstGeom prst="rect">
            <a:avLst/>
          </a:prstGeom>
          <a:solidFill>
            <a:srgbClr val="F4E9CF"/>
          </a:solidFill>
          <a:ln w="12700">
            <a:solidFill>
              <a:srgbClr val="F4E9C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3F4753B-D409-5917-2A7F-74BF3A3B19B5}"/>
              </a:ext>
            </a:extLst>
          </p:cNvPr>
          <p:cNvSpPr/>
          <p:nvPr/>
        </p:nvSpPr>
        <p:spPr>
          <a:xfrm>
            <a:off x="932688" y="5330952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QUESTION  ·  Is each handoff clear, documented, and supported by the right monitoring evidence?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029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222E-5F88-045A-7A92-E439DB99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BE48CA-67CA-0030-785E-7FBD16743CB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BC1CC2-4CB2-DB9B-AC78-5CCCE9A1BA28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54867E-6893-8A9D-E919-746D900D621C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819200-7EF6-03AC-266D-4BD4DB48248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7FD2DA-89F6-E720-A3C6-9DCB7B4D81EA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Tools Available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C52B1B-8342-8A9C-13FE-9BB150539EFD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STATUS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7DCEDF-8CE8-35E7-308D-F554A5AFE79A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323CF4-7222-6591-7854-921274DAE33C}"/>
              </a:ext>
            </a:extLst>
          </p:cNvPr>
          <p:cNvSpPr/>
          <p:nvPr/>
        </p:nvSpPr>
        <p:spPr>
          <a:xfrm>
            <a:off x="658368" y="1463040"/>
            <a:ext cx="10561320" cy="384048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40C86F-2839-041A-156D-F11FD1F8FB56}"/>
              </a:ext>
            </a:extLst>
          </p:cNvPr>
          <p:cNvSpPr/>
          <p:nvPr/>
        </p:nvSpPr>
        <p:spPr>
          <a:xfrm>
            <a:off x="768096" y="15819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COMPONENT</a:t>
            </a:r>
            <a:endParaRPr lang="en-US" sz="7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2E5759-D8B9-FAD7-7C87-6BA5B46E869A}"/>
              </a:ext>
            </a:extLst>
          </p:cNvPr>
          <p:cNvSpPr/>
          <p:nvPr/>
        </p:nvSpPr>
        <p:spPr>
          <a:xfrm>
            <a:off x="3081528" y="158191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PURPOSE IN LANDA LAKE</a:t>
            </a:r>
            <a:endParaRPr lang="en-US" sz="7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2A722C-7F79-1CCE-E390-74266FE59309}"/>
              </a:ext>
            </a:extLst>
          </p:cNvPr>
          <p:cNvSpPr/>
          <p:nvPr/>
        </p:nvSpPr>
        <p:spPr>
          <a:xfrm>
            <a:off x="7452360" y="15819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CURRENT STATUS</a:t>
            </a:r>
            <a:endParaRPr lang="en-US" sz="7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D5CE5F-1BC7-CC8E-7C35-6BDC5115264B}"/>
              </a:ext>
            </a:extLst>
          </p:cNvPr>
          <p:cNvSpPr/>
          <p:nvPr/>
        </p:nvSpPr>
        <p:spPr>
          <a:xfrm>
            <a:off x="9546336" y="15819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NEXT USE</a:t>
            </a:r>
            <a:endParaRPr lang="en-US" sz="7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E5B2C6-9FD5-FC2A-39B3-1B8330B24E40}"/>
              </a:ext>
            </a:extLst>
          </p:cNvPr>
          <p:cNvSpPr/>
          <p:nvPr/>
        </p:nvSpPr>
        <p:spPr>
          <a:xfrm>
            <a:off x="658368" y="1883664"/>
            <a:ext cx="10561320" cy="713232"/>
          </a:xfrm>
          <a:prstGeom prst="rect">
            <a:avLst/>
          </a:prstGeom>
          <a:solidFill>
            <a:srgbClr val="FBFAF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B103BBE-BF79-A383-5C99-903F6D6793B8}"/>
              </a:ext>
            </a:extLst>
          </p:cNvPr>
          <p:cNvSpPr/>
          <p:nvPr/>
        </p:nvSpPr>
        <p:spPr>
          <a:xfrm>
            <a:off x="768096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Vegetation Management</a:t>
            </a:r>
            <a:endParaRPr lang="en-US" sz="12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9E3824-B257-C3E5-AF67-B08DA4A079D3}"/>
              </a:ext>
            </a:extLst>
          </p:cNvPr>
          <p:cNvSpPr/>
          <p:nvPr/>
        </p:nvSpPr>
        <p:spPr>
          <a:xfrm>
            <a:off x="3081528" y="2029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the mechanism and ecological value of the survey product.</a:t>
            </a:r>
            <a:endParaRPr lang="en-US" sz="103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0C13CF-699B-146C-A743-3ACD2C81B8C8}"/>
              </a:ext>
            </a:extLst>
          </p:cNvPr>
          <p:cNvSpPr/>
          <p:nvPr/>
        </p:nvSpPr>
        <p:spPr>
          <a:xfrm>
            <a:off x="7470648" y="2066544"/>
            <a:ext cx="1005840" cy="256032"/>
          </a:xfrm>
          <a:prstGeom prst="rect">
            <a:avLst/>
          </a:prstGeom>
          <a:solidFill>
            <a:srgbClr val="3B5B45"/>
          </a:solidFill>
          <a:ln>
            <a:solidFill>
              <a:srgbClr val="3B5B45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ON TRACK</a:t>
            </a:r>
            <a:endParaRPr lang="en-US" sz="8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4C20417-99D6-E97F-6BCC-622828571F6E}"/>
              </a:ext>
            </a:extLst>
          </p:cNvPr>
          <p:cNvSpPr/>
          <p:nvPr/>
        </p:nvSpPr>
        <p:spPr>
          <a:xfrm>
            <a:off x="9573768" y="2075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Briefing</a:t>
            </a:r>
            <a:endParaRPr lang="en-US" sz="112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7E50390-417D-3CD9-B919-F246773793AE}"/>
              </a:ext>
            </a:extLst>
          </p:cNvPr>
          <p:cNvSpPr/>
          <p:nvPr/>
        </p:nvSpPr>
        <p:spPr>
          <a:xfrm>
            <a:off x="658368" y="2688336"/>
            <a:ext cx="10561320" cy="713232"/>
          </a:xfrm>
          <a:prstGeom prst="rect">
            <a:avLst/>
          </a:prstGeom>
          <a:solidFill>
            <a:srgbClr val="F2EFE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FC2D504-AFEB-8A94-98A6-483373B80913}"/>
              </a:ext>
            </a:extLst>
          </p:cNvPr>
          <p:cNvSpPr/>
          <p:nvPr/>
        </p:nvSpPr>
        <p:spPr>
          <a:xfrm>
            <a:off x="768096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Flow Split Management</a:t>
            </a:r>
            <a:endParaRPr lang="en-US" sz="122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CE3616-86E3-64AA-F10C-F48174DFDFD5}"/>
              </a:ext>
            </a:extLst>
          </p:cNvPr>
          <p:cNvSpPr/>
          <p:nvPr/>
        </p:nvSpPr>
        <p:spPr>
          <a:xfrm>
            <a:off x="3081528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what the field observation adds to the mapped data.</a:t>
            </a:r>
            <a:endParaRPr lang="en-US" sz="103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EF4474-BCE0-77BA-877E-F6B5E558D03E}"/>
              </a:ext>
            </a:extLst>
          </p:cNvPr>
          <p:cNvSpPr/>
          <p:nvPr/>
        </p:nvSpPr>
        <p:spPr>
          <a:xfrm>
            <a:off x="7470648" y="2871216"/>
            <a:ext cx="1005840" cy="256032"/>
          </a:xfrm>
          <a:prstGeom prst="rect">
            <a:avLst/>
          </a:prstGeom>
          <a:solidFill>
            <a:srgbClr val="D6A13A"/>
          </a:solidFill>
          <a:ln>
            <a:solidFill>
              <a:srgbClr val="D6A13A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WATCH</a:t>
            </a:r>
            <a:endParaRPr lang="en-US" sz="8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20BA96C-15AB-258D-20C4-FF1BD594A615}"/>
              </a:ext>
            </a:extLst>
          </p:cNvPr>
          <p:cNvSpPr/>
          <p:nvPr/>
        </p:nvSpPr>
        <p:spPr>
          <a:xfrm>
            <a:off x="9573768" y="28803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QA/QC</a:t>
            </a:r>
            <a:endParaRPr lang="en-US" sz="112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A17EFCA-B2C3-43DD-7EF4-981AA6CF01BD}"/>
              </a:ext>
            </a:extLst>
          </p:cNvPr>
          <p:cNvSpPr/>
          <p:nvPr/>
        </p:nvSpPr>
        <p:spPr>
          <a:xfrm>
            <a:off x="658368" y="3493008"/>
            <a:ext cx="10561320" cy="713232"/>
          </a:xfrm>
          <a:prstGeom prst="rect">
            <a:avLst/>
          </a:prstGeom>
          <a:solidFill>
            <a:srgbClr val="FBFAF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81E0544-8AFF-3055-7986-856865CF3B19}"/>
              </a:ext>
            </a:extLst>
          </p:cNvPr>
          <p:cNvSpPr/>
          <p:nvPr/>
        </p:nvSpPr>
        <p:spPr>
          <a:xfrm>
            <a:off x="768096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Riparian Management</a:t>
            </a:r>
            <a:endParaRPr lang="en-US"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4D7B53C-B0F4-6673-9484-DEA63CC051E6}"/>
              </a:ext>
            </a:extLst>
          </p:cNvPr>
          <p:cNvSpPr/>
          <p:nvPr/>
        </p:nvSpPr>
        <p:spPr>
          <a:xfrm>
            <a:off x="3081528" y="3639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the interpretive value for clarity, flow, or habitat condition.</a:t>
            </a:r>
            <a:endParaRPr lang="en-US" sz="103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569BFCE-4FDA-03D8-CE39-CDF3B9F9B97E}"/>
              </a:ext>
            </a:extLst>
          </p:cNvPr>
          <p:cNvSpPr/>
          <p:nvPr/>
        </p:nvSpPr>
        <p:spPr>
          <a:xfrm>
            <a:off x="7470648" y="3675888"/>
            <a:ext cx="1005840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ACTIVE</a:t>
            </a:r>
            <a:endParaRPr lang="en-US" sz="8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80869DA-E195-C945-747F-D573FB8AC861}"/>
              </a:ext>
            </a:extLst>
          </p:cNvPr>
          <p:cNvSpPr/>
          <p:nvPr/>
        </p:nvSpPr>
        <p:spPr>
          <a:xfrm>
            <a:off x="9573768" y="3685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Context</a:t>
            </a:r>
            <a:endParaRPr lang="en-US" sz="112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55E2535-DDB1-509D-A869-EAAF52E1E9BA}"/>
              </a:ext>
            </a:extLst>
          </p:cNvPr>
          <p:cNvSpPr/>
          <p:nvPr/>
        </p:nvSpPr>
        <p:spPr>
          <a:xfrm>
            <a:off x="658368" y="4297680"/>
            <a:ext cx="10561320" cy="713232"/>
          </a:xfrm>
          <a:prstGeom prst="rect">
            <a:avLst/>
          </a:prstGeom>
          <a:solidFill>
            <a:srgbClr val="F2EFE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3ABC28D-58F3-B0F7-9636-F2C2F8AEF9D2}"/>
              </a:ext>
            </a:extLst>
          </p:cNvPr>
          <p:cNvSpPr/>
          <p:nvPr/>
        </p:nvSpPr>
        <p:spPr>
          <a:xfrm>
            <a:off x="768096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Monitoring</a:t>
            </a:r>
            <a:endParaRPr lang="en-US" sz="122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6137734-8DF4-2170-D088-2FDE590FCCA9}"/>
              </a:ext>
            </a:extLst>
          </p:cNvPr>
          <p:cNvSpPr/>
          <p:nvPr/>
        </p:nvSpPr>
        <p:spPr>
          <a:xfrm>
            <a:off x="3081528" y="4443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how implementation actions are documented and connected to outcomes.</a:t>
            </a:r>
            <a:endParaRPr lang="en-US" sz="103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A8EB60A-5768-FE1B-729C-43302EE82D69}"/>
              </a:ext>
            </a:extLst>
          </p:cNvPr>
          <p:cNvSpPr/>
          <p:nvPr/>
        </p:nvSpPr>
        <p:spPr>
          <a:xfrm>
            <a:off x="7470648" y="4480560"/>
            <a:ext cx="1005840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UPDATE</a:t>
            </a:r>
            <a:endParaRPr lang="en-US" sz="8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EBA537-9C90-A12E-7CE7-111933D87D00}"/>
              </a:ext>
            </a:extLst>
          </p:cNvPr>
          <p:cNvSpPr/>
          <p:nvPr/>
        </p:nvSpPr>
        <p:spPr>
          <a:xfrm>
            <a:off x="9573768" y="44897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Decision</a:t>
            </a:r>
            <a:endParaRPr lang="en-US" sz="112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93E8179-3F7E-2A80-0F50-21F1C8AD387B}"/>
              </a:ext>
            </a:extLst>
          </p:cNvPr>
          <p:cNvSpPr/>
          <p:nvPr/>
        </p:nvSpPr>
        <p:spPr>
          <a:xfrm>
            <a:off x="822960" y="55595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5B45"/>
                </a:solidFill>
              </a:rPr>
              <a:t>DISCUSSION PROMPT  ·  Which monitoring components are ready for interpretation, and which need more field context?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633223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deck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as a reference, then remove it from the final briefing.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DESIGN SYSTEM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658368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PALETTE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658368" y="1764792"/>
            <a:ext cx="713232" cy="292608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112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LAKE DEEP</a:t>
            </a:r>
            <a:endParaRPr lang="en-US" sz="620"/>
          </a:p>
        </p:txBody>
      </p:sp>
      <p:sp>
        <p:nvSpPr>
          <p:cNvPr id="13" name="Shape 11"/>
          <p:cNvSpPr/>
          <p:nvPr/>
        </p:nvSpPr>
        <p:spPr>
          <a:xfrm>
            <a:off x="1737360" y="1764792"/>
            <a:ext cx="713232" cy="292608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37360" y="2112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LAKE</a:t>
            </a:r>
            <a:endParaRPr lang="en-US" sz="620"/>
          </a:p>
        </p:txBody>
      </p:sp>
      <p:sp>
        <p:nvSpPr>
          <p:cNvPr id="15" name="Shape 13"/>
          <p:cNvSpPr/>
          <p:nvPr/>
        </p:nvSpPr>
        <p:spPr>
          <a:xfrm>
            <a:off x="2816352" y="1764792"/>
            <a:ext cx="713232" cy="292608"/>
          </a:xfrm>
          <a:prstGeom prst="rect">
            <a:avLst/>
          </a:prstGeom>
          <a:solidFill>
            <a:srgbClr val="6CB7AF"/>
          </a:solidFill>
          <a:ln w="12700">
            <a:solidFill>
              <a:srgbClr val="6CB7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16352" y="2112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SHALLOW</a:t>
            </a:r>
            <a:endParaRPr lang="en-US" sz="620"/>
          </a:p>
        </p:txBody>
      </p:sp>
      <p:sp>
        <p:nvSpPr>
          <p:cNvPr id="17" name="Shape 15"/>
          <p:cNvSpPr/>
          <p:nvPr/>
        </p:nvSpPr>
        <p:spPr>
          <a:xfrm>
            <a:off x="3895344" y="1764792"/>
            <a:ext cx="713232" cy="292608"/>
          </a:xfrm>
          <a:prstGeom prst="rect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95344" y="2112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AQUATIC</a:t>
            </a:r>
            <a:endParaRPr lang="en-US" sz="620"/>
          </a:p>
        </p:txBody>
      </p:sp>
      <p:sp>
        <p:nvSpPr>
          <p:cNvPr id="19" name="Shape 17"/>
          <p:cNvSpPr/>
          <p:nvPr/>
        </p:nvSpPr>
        <p:spPr>
          <a:xfrm>
            <a:off x="658368" y="2423160"/>
            <a:ext cx="713232" cy="292608"/>
          </a:xfrm>
          <a:prstGeom prst="rect">
            <a:avLst/>
          </a:prstGeom>
          <a:solidFill>
            <a:srgbClr val="3B5B45"/>
          </a:solidFill>
          <a:ln w="12700">
            <a:solidFill>
              <a:srgbClr val="3B5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7706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CYPRESS</a:t>
            </a:r>
            <a:endParaRPr lang="en-US" sz="620"/>
          </a:p>
        </p:txBody>
      </p:sp>
      <p:sp>
        <p:nvSpPr>
          <p:cNvPr id="21" name="Shape 19"/>
          <p:cNvSpPr/>
          <p:nvPr/>
        </p:nvSpPr>
        <p:spPr>
          <a:xfrm>
            <a:off x="1737360" y="2423160"/>
            <a:ext cx="713232" cy="292608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27706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LIMESTONE</a:t>
            </a:r>
            <a:endParaRPr lang="en-US" sz="620"/>
          </a:p>
        </p:txBody>
      </p:sp>
      <p:sp>
        <p:nvSpPr>
          <p:cNvPr id="23" name="Shape 21"/>
          <p:cNvSpPr/>
          <p:nvPr/>
        </p:nvSpPr>
        <p:spPr>
          <a:xfrm>
            <a:off x="2816352" y="2423160"/>
            <a:ext cx="713232" cy="292608"/>
          </a:xfrm>
          <a:prstGeom prst="rect">
            <a:avLst/>
          </a:prstGeom>
          <a:solidFill>
            <a:srgbClr val="D6A13A"/>
          </a:solidFill>
          <a:ln w="12700">
            <a:solidFill>
              <a:srgbClr val="D6A1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16352" y="27706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GOLD</a:t>
            </a:r>
            <a:endParaRPr lang="en-US" sz="620"/>
          </a:p>
        </p:txBody>
      </p:sp>
      <p:sp>
        <p:nvSpPr>
          <p:cNvPr id="25" name="Shape 23"/>
          <p:cNvSpPr/>
          <p:nvPr/>
        </p:nvSpPr>
        <p:spPr>
          <a:xfrm>
            <a:off x="3895344" y="2423160"/>
            <a:ext cx="713232" cy="292608"/>
          </a:xfrm>
          <a:prstGeom prst="rect">
            <a:avLst/>
          </a:prstGeom>
          <a:solidFill>
            <a:srgbClr val="B86156"/>
          </a:solidFill>
          <a:ln w="12700">
            <a:solidFill>
              <a:srgbClr val="B861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95344" y="27706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>
                <a:solidFill>
                  <a:srgbClr val="65737A"/>
                </a:solidFill>
              </a:rPr>
              <a:t>CORAL</a:t>
            </a:r>
            <a:endParaRPr lang="en-US" sz="620"/>
          </a:p>
        </p:txBody>
      </p:sp>
      <p:sp>
        <p:nvSpPr>
          <p:cNvPr id="27" name="Text 25"/>
          <p:cNvSpPr/>
          <p:nvPr/>
        </p:nvSpPr>
        <p:spPr>
          <a:xfrm>
            <a:off x="658368" y="2971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TYPE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658368" y="32735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Aptos Display</a:t>
            </a:r>
            <a:endParaRPr lang="en-US" sz="2100"/>
          </a:p>
        </p:txBody>
      </p:sp>
      <p:sp>
        <p:nvSpPr>
          <p:cNvPr id="29" name="Text 27"/>
          <p:cNvSpPr/>
          <p:nvPr/>
        </p:nvSpPr>
        <p:spPr>
          <a:xfrm>
            <a:off x="658368" y="37216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43036"/>
                </a:solidFill>
              </a:rPr>
              <a:t>Scientific headings; compact enough for maps, monitoring figures, and annotated tables.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5806440" y="1417320"/>
            <a:ext cx="0" cy="0"/>
          </a:xfrm>
          <a:prstGeom prst="line">
            <a:avLst/>
          </a:prstGeom>
          <a:noFill/>
          <a:ln w="11430">
            <a:solidFill>
              <a:srgbClr val="A99B8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1426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SLIDE RULE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6172200" y="1755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036"/>
                </a:solidFill>
              </a:rPr>
              <a:t>One Landa Lake message per slide.</a:t>
            </a:r>
            <a:endParaRPr lang="en-US" sz="1700"/>
          </a:p>
        </p:txBody>
      </p:sp>
      <p:sp>
        <p:nvSpPr>
          <p:cNvPr id="33" name="Text 31"/>
          <p:cNvSpPr/>
          <p:nvPr/>
        </p:nvSpPr>
        <p:spPr>
          <a:xfrm>
            <a:off x="6172200" y="213055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65737A"/>
                </a:solidFill>
              </a:rPr>
              <a:t>Use the headline to state the ecological or implementation finding—not merely name the dataset.</a:t>
            </a:r>
            <a:endParaRPr lang="en-US" sz="1220"/>
          </a:p>
        </p:txBody>
      </p:sp>
      <p:sp>
        <p:nvSpPr>
          <p:cNvPr id="34" name="Text 32"/>
          <p:cNvSpPr/>
          <p:nvPr/>
        </p:nvSpPr>
        <p:spPr>
          <a:xfrm>
            <a:off x="6172200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FIGURE RULE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6172200" y="32369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43036"/>
                </a:solidFill>
              </a:rPr>
              <a:t>Direct attention with one accent.</a:t>
            </a:r>
            <a:endParaRPr lang="en-US" sz="1700"/>
          </a:p>
        </p:txBody>
      </p:sp>
      <p:sp>
        <p:nvSpPr>
          <p:cNvPr id="36" name="Text 34"/>
          <p:cNvSpPr/>
          <p:nvPr/>
        </p:nvSpPr>
        <p:spPr>
          <a:xfrm>
            <a:off x="617220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65737A"/>
                </a:solidFill>
              </a:rPr>
              <a:t>Most data stay lake blue, aquatic green, or gray. Use coral only for thresholds, stressors, exceptions, or decisions.</a:t>
            </a:r>
            <a:endParaRPr lang="en-US" sz="1220"/>
          </a:p>
        </p:txBody>
      </p:sp>
      <p:sp>
        <p:nvSpPr>
          <p:cNvPr id="37" name="Text 35"/>
          <p:cNvSpPr/>
          <p:nvPr/>
        </p:nvSpPr>
        <p:spPr>
          <a:xfrm>
            <a:off x="9656064" y="63916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</a:rPr>
              <a:t>TEMPLATE GUIDANCE</a:t>
            </a:r>
            <a:endParaRPr lang="en-US" sz="7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6CB7AF"/>
          </a:solidFill>
          <a:ln w="12700">
            <a:solidFill>
              <a:srgbClr val="6CB7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41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CB7AF"/>
                </a:solidFill>
              </a:rPr>
              <a:t>01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Habitat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749808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DDEDEC"/>
                </a:solidFill>
              </a:rPr>
              <a:t>Section subtitle or implementation question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749808" y="61722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>
                <a:solidFill>
                  <a:srgbClr val="123240"/>
                </a:solidFill>
              </a:rPr>
              <a:t>Use section dividers to reset the room and frame the lake-specific question that the next slides answer.</a:t>
            </a:r>
            <a:endParaRPr lang="en-US" sz="1220"/>
          </a:p>
        </p:txBody>
      </p:sp>
      <p:sp>
        <p:nvSpPr>
          <p:cNvPr id="9" name="Text 7"/>
          <p:cNvSpPr/>
          <p:nvPr/>
        </p:nvSpPr>
        <p:spPr>
          <a:xfrm>
            <a:off x="10012680" y="63367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F4E9CF"/>
                </a:solidFill>
              </a:rPr>
              <a:t>SECTION DIVIDER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11475720" y="63367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F4E9CF"/>
                </a:solidFill>
              </a:rPr>
              <a:t>03</a:t>
            </a:r>
            <a:endParaRPr lang="en-US" sz="7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Lake context sets the interpretation for every result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layout for a map/photo paired with a compact site-specific interpretation.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672084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MAP / PHOTO / SITE FIGURE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859536" y="1947672"/>
            <a:ext cx="631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Replace with Landa Lake reach map, drone image, transect photo, or monitoring station map.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886968" y="5257800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WHAT THE FIGURE SHOWS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FAF4"/>
                </a:solidFill>
              </a:rPr>
              <a:t>1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23240"/>
                </a:solidFill>
              </a:rPr>
              <a:t>Habitat setting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8211312" y="2130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43036"/>
                </a:solidFill>
              </a:rPr>
              <a:t>Location-specific finding: reach, shoreline condition, vegetation patch, or flow path.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FAF4"/>
                </a:solidFill>
              </a:rPr>
              <a:t>2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23240"/>
                </a:solidFill>
              </a:rPr>
              <a:t>Interpretation context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8211312" y="3172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43036"/>
                </a:solidFill>
              </a:rPr>
              <a:t>Why season, springflow, clarity, or survey design matters for this result.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818120" y="3931920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FAF4"/>
                </a:solidFill>
              </a:rPr>
              <a:t>3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8211312" y="3922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23240"/>
                </a:solidFill>
              </a:rPr>
              <a:t>Point requiring attention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8211312" y="42153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43036"/>
                </a:solidFill>
              </a:rPr>
              <a:t>Use coral only for a stressor, threshold, management issue, or discussion item.</a:t>
            </a:r>
            <a:endParaRPr lang="en-US" sz="10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Vegetation condition should connect trend, composition, and habitat value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annual area, percent cover, or mapped vegetation classes.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VEGETATION MONITORING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754380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714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PRIMARY VEGETATION FIGURE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859536" y="1947672"/>
            <a:ext cx="7141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Line, stacked area, or faceted figure. Keep the legend compact and put the finding in the headline.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886968" y="5257800"/>
            <a:ext cx="708660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41080" y="1627632"/>
            <a:ext cx="2514600" cy="457200"/>
          </a:xfrm>
          <a:prstGeom prst="rect">
            <a:avLst/>
          </a:prstGeom>
          <a:solidFill>
            <a:srgbClr val="DDEDEC"/>
          </a:solidFill>
          <a:ln w="12700">
            <a:solidFill>
              <a:srgbClr val="DDED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23960" y="1755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23240"/>
                </a:solidFill>
              </a:rPr>
              <a:t>CONDITION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8823960" y="22677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43036"/>
                </a:solidFill>
              </a:rPr>
              <a:t>Replace with current-year status, direction of change, or monitoring category.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641080" y="3273552"/>
            <a:ext cx="2514600" cy="457200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23960" y="34015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3B5B45"/>
                </a:solidFill>
              </a:rPr>
              <a:t>HABITAT LINK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8823960" y="3913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>
                <a:solidFill>
                  <a:srgbClr val="243036"/>
                </a:solidFill>
              </a:rPr>
              <a:t>State how the vegetation condition supports habitat, refugia, or covered-species needs.</a:t>
            </a:r>
            <a:endParaRPr lang="en-US" sz="12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vegetation types tell the habitat story better than total area alone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layout when composition is the key message.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VEGETATION COMPOSITION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53212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A · COMPOSITION FIGURE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859536" y="1947672"/>
            <a:ext cx="5129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Example: stacked area by dominant vegetation type, grouped bars by survey date, or mosaic summary.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886968" y="5257800"/>
            <a:ext cx="507492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3952" y="1417320"/>
            <a:ext cx="475488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161848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B · KEY COMPARISON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6675120" y="194767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Example: specific species/class, pre/post management interval, or reach comparison.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702552" y="5257800"/>
            <a:ext cx="429768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88152" y="5897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5737A"/>
                </a:solidFill>
              </a:rPr>
              <a:t>COMPARE</a:t>
            </a:r>
            <a:endParaRPr lang="en-US" sz="7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how lake evidence becomes implementation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pathway clarifies triggers, responsibilities, and intended habitat outcomes.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PATHWAY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74980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E6F73"/>
                </a:solidFill>
              </a:rPr>
              <a:t>OBSERVE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749808" y="2011680"/>
            <a:ext cx="512064" cy="512064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BFAF4"/>
                </a:solidFill>
              </a:rPr>
              <a:t>01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4980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23240"/>
                </a:solidFill>
              </a:rPr>
              <a:t>Vegetation + habitat signal</a:t>
            </a:r>
            <a:endParaRPr lang="en-US" sz="1450"/>
          </a:p>
        </p:txBody>
      </p:sp>
      <p:sp>
        <p:nvSpPr>
          <p:cNvPr id="13" name="Text 11"/>
          <p:cNvSpPr/>
          <p:nvPr/>
        </p:nvSpPr>
        <p:spPr>
          <a:xfrm>
            <a:off x="74980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243036"/>
                </a:solidFill>
              </a:rPr>
              <a:t>Mapped vegetation, photo points, field notes, water clarity, springflow context.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299923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3872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CB7AF"/>
                </a:solidFill>
              </a:rPr>
              <a:t>INTERPRET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3538728" y="2011680"/>
            <a:ext cx="512064" cy="512064"/>
          </a:xfrm>
          <a:prstGeom prst="rect">
            <a:avLst/>
          </a:prstGeom>
          <a:solidFill>
            <a:srgbClr val="6CB7AF"/>
          </a:solidFill>
          <a:ln>
            <a:solidFill>
              <a:srgbClr val="6CB7A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BFAF4"/>
                </a:solidFill>
              </a:rPr>
              <a:t>02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353872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23240"/>
                </a:solidFill>
              </a:rPr>
              <a:t>Ecological meaning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353872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243036"/>
                </a:solidFill>
              </a:rPr>
              <a:t>Separate normal seasonal movement from persistent habitat change.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78815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4F7D4F"/>
                </a:solidFill>
              </a:rPr>
              <a:t>MANAGE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6327648" y="2011680"/>
            <a:ext cx="512064" cy="512064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BFAF4"/>
                </a:solidFill>
              </a:rPr>
              <a:t>03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32764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23240"/>
                </a:solidFill>
              </a:rPr>
              <a:t>Implementation action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632764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243036"/>
                </a:solidFill>
              </a:rPr>
              <a:t>Coordinate mowing, recreation management, restoration, or monitoring adjustment.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8577072" y="2267712"/>
            <a:ext cx="384048" cy="0"/>
          </a:xfrm>
          <a:prstGeom prst="line">
            <a:avLst/>
          </a:prstGeom>
          <a:noFill/>
          <a:ln w="16510">
            <a:solidFill>
              <a:srgbClr val="A99B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16568" y="162763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3B5B45"/>
                </a:solidFill>
              </a:rPr>
              <a:t>EVALUATE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9116568" y="2011680"/>
            <a:ext cx="512064" cy="512064"/>
          </a:xfrm>
          <a:prstGeom prst="rect">
            <a:avLst/>
          </a:prstGeom>
          <a:solidFill>
            <a:srgbClr val="3B5B45"/>
          </a:solidFill>
          <a:ln>
            <a:solidFill>
              <a:srgbClr val="3B5B4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BFAF4"/>
                </a:solidFill>
              </a:rPr>
              <a:t>04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9116568" y="27614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23240"/>
                </a:solidFill>
              </a:rPr>
              <a:t>Outcome and learning</a:t>
            </a:r>
            <a:endParaRPr lang="en-US" sz="1450"/>
          </a:p>
        </p:txBody>
      </p:sp>
      <p:sp>
        <p:nvSpPr>
          <p:cNvPr id="28" name="Text 26"/>
          <p:cNvSpPr/>
          <p:nvPr/>
        </p:nvSpPr>
        <p:spPr>
          <a:xfrm>
            <a:off x="9116568" y="32186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243036"/>
                </a:solidFill>
              </a:rPr>
              <a:t>Assess vegetation response, habitat quality, and what to change next cycle.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749808" y="5193792"/>
            <a:ext cx="10195560" cy="457200"/>
          </a:xfrm>
          <a:prstGeom prst="rect">
            <a:avLst/>
          </a:prstGeom>
          <a:solidFill>
            <a:srgbClr val="F4E9CF"/>
          </a:solidFill>
          <a:ln w="12700">
            <a:solidFill>
              <a:srgbClr val="F4E9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2688" y="5330952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3240"/>
                </a:solidFill>
              </a:rPr>
              <a:t>KEY QUESTION  ·  Is each handoff clear, documented, and supported by the right monitoring evidence?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is easiest to review by purpose and status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table for vegetation mapping, photo points, water quality, recreation observations, or targeted surveys.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STATUS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658368" y="1463040"/>
            <a:ext cx="10561320" cy="384048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" y="15819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COMPONENT</a:t>
            </a:r>
            <a:endParaRPr lang="en-US" sz="750"/>
          </a:p>
        </p:txBody>
      </p:sp>
      <p:sp>
        <p:nvSpPr>
          <p:cNvPr id="12" name="Text 10"/>
          <p:cNvSpPr/>
          <p:nvPr/>
        </p:nvSpPr>
        <p:spPr>
          <a:xfrm>
            <a:off x="3081528" y="158191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PURPOSE IN LANDA LAKE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7452360" y="158191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CURRENT STATUS</a:t>
            </a:r>
            <a:endParaRPr lang="en-US" sz="750"/>
          </a:p>
        </p:txBody>
      </p:sp>
      <p:sp>
        <p:nvSpPr>
          <p:cNvPr id="14" name="Text 12"/>
          <p:cNvSpPr/>
          <p:nvPr/>
        </p:nvSpPr>
        <p:spPr>
          <a:xfrm>
            <a:off x="9546336" y="15819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BFAF4"/>
                </a:solidFill>
              </a:rPr>
              <a:t>NEXT USE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658368" y="1883664"/>
            <a:ext cx="10561320" cy="713232"/>
          </a:xfrm>
          <a:prstGeom prst="rect">
            <a:avLst/>
          </a:prstGeom>
          <a:solidFill>
            <a:srgbClr val="FBFAF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Vegetation mapping</a:t>
            </a:r>
            <a:endParaRPr lang="en-US" sz="1220"/>
          </a:p>
        </p:txBody>
      </p:sp>
      <p:sp>
        <p:nvSpPr>
          <p:cNvPr id="17" name="Text 15"/>
          <p:cNvSpPr/>
          <p:nvPr/>
        </p:nvSpPr>
        <p:spPr>
          <a:xfrm>
            <a:off x="3081528" y="2029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the mechanism and ecological value of the survey product.</a:t>
            </a:r>
            <a:endParaRPr lang="en-US" sz="1030"/>
          </a:p>
        </p:txBody>
      </p:sp>
      <p:sp>
        <p:nvSpPr>
          <p:cNvPr id="18" name="Text 16"/>
          <p:cNvSpPr/>
          <p:nvPr/>
        </p:nvSpPr>
        <p:spPr>
          <a:xfrm>
            <a:off x="7470648" y="2066544"/>
            <a:ext cx="1005840" cy="256032"/>
          </a:xfrm>
          <a:prstGeom prst="rect">
            <a:avLst/>
          </a:prstGeom>
          <a:solidFill>
            <a:srgbClr val="3B5B45"/>
          </a:solidFill>
          <a:ln>
            <a:solidFill>
              <a:srgbClr val="3B5B45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ON TRACK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9573768" y="2075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Briefing</a:t>
            </a:r>
            <a:endParaRPr lang="en-US" sz="1120"/>
          </a:p>
        </p:txBody>
      </p:sp>
      <p:sp>
        <p:nvSpPr>
          <p:cNvPr id="20" name="Shape 18"/>
          <p:cNvSpPr/>
          <p:nvPr/>
        </p:nvSpPr>
        <p:spPr>
          <a:xfrm>
            <a:off x="658368" y="2688336"/>
            <a:ext cx="10561320" cy="713232"/>
          </a:xfrm>
          <a:prstGeom prst="rect">
            <a:avLst/>
          </a:prstGeom>
          <a:solidFill>
            <a:srgbClr val="F2EFE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Photo points / field notes</a:t>
            </a:r>
            <a:endParaRPr lang="en-US" sz="1220"/>
          </a:p>
        </p:txBody>
      </p:sp>
      <p:sp>
        <p:nvSpPr>
          <p:cNvPr id="22" name="Text 20"/>
          <p:cNvSpPr/>
          <p:nvPr/>
        </p:nvSpPr>
        <p:spPr>
          <a:xfrm>
            <a:off x="3081528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what the field observation adds to the mapped data.</a:t>
            </a:r>
            <a:endParaRPr lang="en-US" sz="1030"/>
          </a:p>
        </p:txBody>
      </p:sp>
      <p:sp>
        <p:nvSpPr>
          <p:cNvPr id="23" name="Text 21"/>
          <p:cNvSpPr/>
          <p:nvPr/>
        </p:nvSpPr>
        <p:spPr>
          <a:xfrm>
            <a:off x="7470648" y="2871216"/>
            <a:ext cx="1005840" cy="256032"/>
          </a:xfrm>
          <a:prstGeom prst="rect">
            <a:avLst/>
          </a:prstGeom>
          <a:solidFill>
            <a:srgbClr val="D6A13A"/>
          </a:solidFill>
          <a:ln>
            <a:solidFill>
              <a:srgbClr val="D6A13A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WATCH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9573768" y="28803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QA/QC</a:t>
            </a:r>
            <a:endParaRPr lang="en-US" sz="1120"/>
          </a:p>
        </p:txBody>
      </p:sp>
      <p:sp>
        <p:nvSpPr>
          <p:cNvPr id="25" name="Shape 23"/>
          <p:cNvSpPr/>
          <p:nvPr/>
        </p:nvSpPr>
        <p:spPr>
          <a:xfrm>
            <a:off x="658368" y="3493008"/>
            <a:ext cx="10561320" cy="713232"/>
          </a:xfrm>
          <a:prstGeom prst="rect">
            <a:avLst/>
          </a:prstGeom>
          <a:solidFill>
            <a:srgbClr val="FBFAF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Water-quality context</a:t>
            </a:r>
            <a:endParaRPr lang="en-US" sz="1220"/>
          </a:p>
        </p:txBody>
      </p:sp>
      <p:sp>
        <p:nvSpPr>
          <p:cNvPr id="27" name="Text 25"/>
          <p:cNvSpPr/>
          <p:nvPr/>
        </p:nvSpPr>
        <p:spPr>
          <a:xfrm>
            <a:off x="3081528" y="3639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the interpretive value for clarity, flow, or habitat condition.</a:t>
            </a:r>
            <a:endParaRPr lang="en-US" sz="1030"/>
          </a:p>
        </p:txBody>
      </p:sp>
      <p:sp>
        <p:nvSpPr>
          <p:cNvPr id="28" name="Text 26"/>
          <p:cNvSpPr/>
          <p:nvPr/>
        </p:nvSpPr>
        <p:spPr>
          <a:xfrm>
            <a:off x="7470648" y="3675888"/>
            <a:ext cx="1005840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ACTIVE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9573768" y="3685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Context</a:t>
            </a:r>
            <a:endParaRPr lang="en-US" sz="1120"/>
          </a:p>
        </p:txBody>
      </p:sp>
      <p:sp>
        <p:nvSpPr>
          <p:cNvPr id="30" name="Shape 28"/>
          <p:cNvSpPr/>
          <p:nvPr/>
        </p:nvSpPr>
        <p:spPr>
          <a:xfrm>
            <a:off x="658368" y="4297680"/>
            <a:ext cx="10561320" cy="713232"/>
          </a:xfrm>
          <a:prstGeom prst="rect">
            <a:avLst/>
          </a:prstGeom>
          <a:solidFill>
            <a:srgbClr val="F2EFE4"/>
          </a:solidFill>
          <a:ln w="5080">
            <a:solidFill>
              <a:srgbClr val="D8CFB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8096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123240"/>
                </a:solidFill>
              </a:rPr>
              <a:t>Management action record</a:t>
            </a:r>
            <a:endParaRPr lang="en-US" sz="1220"/>
          </a:p>
        </p:txBody>
      </p:sp>
      <p:sp>
        <p:nvSpPr>
          <p:cNvPr id="32" name="Text 30"/>
          <p:cNvSpPr/>
          <p:nvPr/>
        </p:nvSpPr>
        <p:spPr>
          <a:xfrm>
            <a:off x="3081528" y="4443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>
                <a:solidFill>
                  <a:srgbClr val="243036"/>
                </a:solidFill>
              </a:rPr>
              <a:t>Describe how implementation actions are documented and connected to outcomes.</a:t>
            </a:r>
            <a:endParaRPr lang="en-US" sz="1030"/>
          </a:p>
        </p:txBody>
      </p:sp>
      <p:sp>
        <p:nvSpPr>
          <p:cNvPr id="33" name="Text 31"/>
          <p:cNvSpPr/>
          <p:nvPr/>
        </p:nvSpPr>
        <p:spPr>
          <a:xfrm>
            <a:off x="7470648" y="4480560"/>
            <a:ext cx="1005840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BFAF4"/>
                </a:solidFill>
              </a:rPr>
              <a:t>UPDATE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9573768" y="44897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43036"/>
                </a:solidFill>
              </a:rPr>
              <a:t>Decision</a:t>
            </a:r>
            <a:endParaRPr lang="en-US" sz="1120"/>
          </a:p>
        </p:txBody>
      </p:sp>
      <p:sp>
        <p:nvSpPr>
          <p:cNvPr id="35" name="Text 33"/>
          <p:cNvSpPr/>
          <p:nvPr/>
        </p:nvSpPr>
        <p:spPr>
          <a:xfrm>
            <a:off x="822960" y="55595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5B45"/>
                </a:solidFill>
              </a:rPr>
              <a:t>DISCUSSION PROMPT  ·  Which monitoring components are ready for interpretation, and which need more field context?</a:t>
            </a:r>
            <a:endParaRPr lang="en-US" sz="10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 lake condition with program response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aligned figures when the comparison—not either figure alone—is the message.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+ RESPONSE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16636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A · LAKE CONDITION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859536" y="1947672"/>
            <a:ext cx="4764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Examples: vegetation extent, percent cover, mapped habitat, water clarity, or springflow context.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886968" y="5257800"/>
            <a:ext cx="470916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516636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161848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23240"/>
                </a:solidFill>
              </a:rPr>
              <a:t>B · PROGRAM RESPONSE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6327648" y="1947672"/>
            <a:ext cx="4764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5737A"/>
                </a:solidFill>
              </a:rPr>
              <a:t>Examples: maintenance, restoration, recreation management, monitoring adjustment, or adaptive response.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355080" y="5257800"/>
            <a:ext cx="470916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5897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5737A"/>
                </a:solidFill>
              </a:rPr>
              <a:t>COMPARE</a:t>
            </a:r>
            <a:endParaRPr lang="en-US" sz="7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committee discuss?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convert information into focused scientific dialogue.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/ DECISION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6A13A"/>
                </a:solidFill>
              </a:rPr>
              <a:t>01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572768" y="15819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23240"/>
                </a:solidFill>
              </a:rPr>
              <a:t>Is the evidence sufficient?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572768" y="2039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Identify gaps in mapping, field interpretation, or communication.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960120" y="284378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6A13A"/>
                </a:solidFill>
              </a:rPr>
              <a:t>02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572768" y="2825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23240"/>
                </a:solidFill>
              </a:rPr>
              <a:t>Is implementation performing as intended?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572768" y="32826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Separate operational execution from ecological outcome.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960120" y="408736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6A13A"/>
                </a:solidFill>
              </a:rPr>
              <a:t>03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572768" y="4069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23240"/>
                </a:solidFill>
              </a:rPr>
              <a:t>What should change before the next cycle?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572768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Name a specific analysis, action, or decision owner.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10351008" y="1417320"/>
            <a:ext cx="594360" cy="4023360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42448" y="290779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3B5B45"/>
                </a:solidFill>
              </a:rPr>
              <a:t>COMMITTEE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3B5B45"/>
                </a:solidFill>
              </a:rPr>
              <a:t>DISCUSSION</a:t>
            </a:r>
            <a:endParaRPr lang="en-US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forward: protect the next lake monitoring cycle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the close around near-term commitments—not a generic summary.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804672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6F73"/>
                </a:solidFill>
              </a:rPr>
              <a:t>NOW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804672" y="2057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65737A"/>
                </a:solidFill>
              </a:rPr>
              <a:t>Before the next operational milestone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22960" y="2679192"/>
            <a:ext cx="91440" cy="91440"/>
          </a:xfrm>
          <a:prstGeom prst="ellipse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Confirm current status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822960" y="3191256"/>
            <a:ext cx="91440" cy="91440"/>
          </a:xfrm>
          <a:prstGeom prst="ellipse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1181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Close immediate data gaps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91440" cy="91440"/>
          </a:xfrm>
          <a:prstGeom prst="ellipse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3630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Document decisions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29768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F7D4F"/>
                </a:solidFill>
              </a:rPr>
              <a:t>NEXT CYCLE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4297680" y="2057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65737A"/>
                </a:solidFill>
              </a:rPr>
              <a:t>Before the next committee meeting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315968" y="2679192"/>
            <a:ext cx="91440" cy="91440"/>
          </a:xfrm>
          <a:prstGeom prst="ellipse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Complete targeted analyses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315968" y="3191256"/>
            <a:ext cx="91440" cy="91440"/>
          </a:xfrm>
          <a:prstGeom prst="ellipse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31181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Refine habitat indicators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315968" y="3703320"/>
            <a:ext cx="91440" cy="91440"/>
          </a:xfrm>
          <a:prstGeom prst="ellipse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3630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Track agreed actions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790688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5B45"/>
                </a:solidFill>
              </a:rPr>
              <a:t>LONGER TERM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7790688" y="2057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65737A"/>
                </a:solidFill>
              </a:rPr>
              <a:t>Program learning agenda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7808976" y="2679192"/>
            <a:ext cx="91440" cy="91440"/>
          </a:xfrm>
          <a:prstGeom prst="ellipse">
            <a:avLst/>
          </a:prstGeom>
          <a:solidFill>
            <a:srgbClr val="3B5B45"/>
          </a:solidFill>
          <a:ln w="12700">
            <a:solidFill>
              <a:srgbClr val="3B5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19288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Improve integration across measures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7808976" y="3191256"/>
            <a:ext cx="91440" cy="91440"/>
          </a:xfrm>
          <a:prstGeom prst="ellipse">
            <a:avLst/>
          </a:prstGeom>
          <a:solidFill>
            <a:srgbClr val="3B5B45"/>
          </a:solidFill>
          <a:ln w="12700">
            <a:solidFill>
              <a:srgbClr val="3B5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19288" y="31181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Evaluate performance over time</a:t>
            </a:r>
            <a:endParaRPr lang="en-US" sz="1300"/>
          </a:p>
        </p:txBody>
      </p:sp>
      <p:sp>
        <p:nvSpPr>
          <p:cNvPr id="32" name="Shape 30"/>
          <p:cNvSpPr/>
          <p:nvPr/>
        </p:nvSpPr>
        <p:spPr>
          <a:xfrm>
            <a:off x="7808976" y="3703320"/>
            <a:ext cx="91440" cy="91440"/>
          </a:xfrm>
          <a:prstGeom prst="ellipse">
            <a:avLst/>
          </a:prstGeom>
          <a:solidFill>
            <a:srgbClr val="3B5B45"/>
          </a:solidFill>
          <a:ln w="12700">
            <a:solidFill>
              <a:srgbClr val="3B5B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19288" y="3630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43036"/>
                </a:solidFill>
              </a:rPr>
              <a:t>Identify adaptive changes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786384" y="5212080"/>
            <a:ext cx="10058400" cy="475488"/>
          </a:xfrm>
          <a:prstGeom prst="rect">
            <a:avLst/>
          </a:prstGeom>
          <a:solidFill>
            <a:srgbClr val="F4E9CF"/>
          </a:solidFill>
          <a:ln w="12700">
            <a:solidFill>
              <a:srgbClr val="F4E9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358384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3240"/>
                </a:solidFill>
              </a:rPr>
              <a:t>CLOSE WITH OWNERSHIP  ·  Who will do what, by when, and what evidence will show completion?</a:t>
            </a:r>
            <a:endParaRPr lang="en-US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6CB7AF"/>
          </a:solidFill>
          <a:ln w="12700">
            <a:solidFill>
              <a:srgbClr val="6CB7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41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6CB7AF"/>
                </a:solidFill>
              </a:rPr>
              <a:t>EAHCP · LANDA LAKE HABITAT</a:t>
            </a:r>
            <a:endParaRPr lang="en-US" sz="88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</a:t>
            </a:r>
            <a:endParaRPr lang="en-US" sz="4300"/>
          </a:p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300"/>
          </a:p>
        </p:txBody>
      </p:sp>
      <p:sp>
        <p:nvSpPr>
          <p:cNvPr id="7" name="Text 5"/>
          <p:cNvSpPr/>
          <p:nvPr/>
        </p:nvSpPr>
        <p:spPr>
          <a:xfrm>
            <a:off x="749808" y="37307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DDEDEC"/>
                </a:solidFill>
              </a:rPr>
              <a:t>Appendix slides may follow using the same figure, map, monitoring, and status layouts.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49808" y="62636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4E9CF"/>
                </a:solidFill>
              </a:rPr>
              <a:t>PRESENTER  ·  TITLE  ·  CONTACT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7452360" y="62636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F4E9CF"/>
                </a:solidFill>
              </a:rPr>
              <a:t>Edwards Aquifer Habitat Conservation Plan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11475720" y="62636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F4E9CF"/>
                </a:solidFill>
              </a:rPr>
              <a:t>13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2797</Words>
  <Application>Microsoft Office PowerPoint</Application>
  <PresentationFormat>Widescreen</PresentationFormat>
  <Paragraphs>455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Edwards Aquifer Habitat Conservation Plan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EAHCP Landa Lake Template</dc:title>
  <dc:subject>EAHCP Landa Lake presentation template</dc:subject>
  <dc:creator>OpenAI</dc:creator>
  <cp:lastModifiedBy>Chad Furl</cp:lastModifiedBy>
  <cp:revision>1</cp:revision>
  <dcterms:created xsi:type="dcterms:W3CDTF">2026-08-03T20:56:09Z</dcterms:created>
  <dcterms:modified xsi:type="dcterms:W3CDTF">2026-08-11T19:45:49Z</dcterms:modified>
</cp:coreProperties>
</file>