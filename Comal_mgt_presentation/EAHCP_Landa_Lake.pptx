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9" r:id="rId3"/>
    <p:sldId id="271" r:id="rId4"/>
    <p:sldId id="300" r:id="rId5"/>
    <p:sldId id="269" r:id="rId6"/>
    <p:sldId id="275" r:id="rId7"/>
    <p:sldId id="283" r:id="rId8"/>
    <p:sldId id="284" r:id="rId9"/>
    <p:sldId id="297" r:id="rId10"/>
    <p:sldId id="298" r:id="rId11"/>
    <p:sldId id="276" r:id="rId12"/>
    <p:sldId id="299" r:id="rId13"/>
    <p:sldId id="290" r:id="rId14"/>
    <p:sldId id="274" r:id="rId15"/>
    <p:sldId id="286" r:id="rId16"/>
    <p:sldId id="287" r:id="rId17"/>
    <p:sldId id="270" r:id="rId18"/>
    <p:sldId id="289" r:id="rId19"/>
    <p:sldId id="277" r:id="rId20"/>
    <p:sldId id="278" r:id="rId21"/>
    <p:sldId id="291" r:id="rId22"/>
    <p:sldId id="292" r:id="rId23"/>
    <p:sldId id="294" r:id="rId24"/>
    <p:sldId id="295" r:id="rId25"/>
    <p:sldId id="279" r:id="rId26"/>
    <p:sldId id="268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6ADDB542-7708-4E33-BA5D-95E7728F0CE2}"/>
    <pc:docChg chg="undo custSel addSld modSld sldOrd">
      <pc:chgData name="Chad Furl" userId="e1f063c0-f891-481e-b162-0b825299f031" providerId="ADAL" clId="{6ADDB542-7708-4E33-BA5D-95E7728F0CE2}" dt="2026-08-19T19:06:32.031" v="1421" actId="20577"/>
      <pc:docMkLst>
        <pc:docMk/>
      </pc:docMkLst>
      <pc:sldChg chg="modSp mod">
        <pc:chgData name="Chad Furl" userId="e1f063c0-f891-481e-b162-0b825299f031" providerId="ADAL" clId="{6ADDB542-7708-4E33-BA5D-95E7728F0CE2}" dt="2026-08-19T18:05:44.814" v="53" actId="20577"/>
        <pc:sldMkLst>
          <pc:docMk/>
          <pc:sldMk cId="1393222068" sldId="276"/>
        </pc:sldMkLst>
      </pc:sldChg>
      <pc:sldChg chg="addSp delSp modSp mod">
        <pc:chgData name="Chad Furl" userId="e1f063c0-f891-481e-b162-0b825299f031" providerId="ADAL" clId="{6ADDB542-7708-4E33-BA5D-95E7728F0CE2}" dt="2026-08-19T19:06:32.031" v="1421" actId="20577"/>
        <pc:sldMkLst>
          <pc:docMk/>
          <pc:sldMk cId="1584524781" sldId="279"/>
        </pc:sldMkLst>
        <pc:spChg chg="mod">
          <ac:chgData name="Chad Furl" userId="e1f063c0-f891-481e-b162-0b825299f031" providerId="ADAL" clId="{6ADDB542-7708-4E33-BA5D-95E7728F0CE2}" dt="2026-08-19T18:54:05.233" v="864" actId="20577"/>
          <ac:spMkLst>
            <pc:docMk/>
            <pc:sldMk cId="1584524781" sldId="279"/>
            <ac:spMk id="6" creationId="{30681F45-389A-1C88-537D-73A609998762}"/>
          </ac:spMkLst>
        </pc:spChg>
        <pc:spChg chg="mod">
          <ac:chgData name="Chad Furl" userId="e1f063c0-f891-481e-b162-0b825299f031" providerId="ADAL" clId="{6ADDB542-7708-4E33-BA5D-95E7728F0CE2}" dt="2026-08-19T19:00:47.046" v="1171" actId="1076"/>
          <ac:spMkLst>
            <pc:docMk/>
            <pc:sldMk cId="1584524781" sldId="279"/>
            <ac:spMk id="13" creationId="{F30D97F6-2ED0-93FA-4910-A1E9149FF25A}"/>
          </ac:spMkLst>
        </pc:spChg>
        <pc:spChg chg="add mod">
          <ac:chgData name="Chad Furl" userId="e1f063c0-f891-481e-b162-0b825299f031" providerId="ADAL" clId="{6ADDB542-7708-4E33-BA5D-95E7728F0CE2}" dt="2026-08-19T18:54:18.253" v="866" actId="1076"/>
          <ac:spMkLst>
            <pc:docMk/>
            <pc:sldMk cId="1584524781" sldId="279"/>
            <ac:spMk id="25" creationId="{82081825-98AA-358E-C73E-4EF5AABF1CE3}"/>
          </ac:spMkLst>
        </pc:spChg>
        <pc:spChg chg="add mod">
          <ac:chgData name="Chad Furl" userId="e1f063c0-f891-481e-b162-0b825299f031" providerId="ADAL" clId="{6ADDB542-7708-4E33-BA5D-95E7728F0CE2}" dt="2026-08-19T18:54:28.605" v="878" actId="20577"/>
          <ac:spMkLst>
            <pc:docMk/>
            <pc:sldMk cId="1584524781" sldId="279"/>
            <ac:spMk id="27" creationId="{2FDFA9DC-DA79-0D76-1C01-F4557DD2E8D0}"/>
          </ac:spMkLst>
        </pc:spChg>
        <pc:spChg chg="add mod">
          <ac:chgData name="Chad Furl" userId="e1f063c0-f891-481e-b162-0b825299f031" providerId="ADAL" clId="{6ADDB542-7708-4E33-BA5D-95E7728F0CE2}" dt="2026-08-19T19:03:02.440" v="1260" actId="20577"/>
          <ac:spMkLst>
            <pc:docMk/>
            <pc:sldMk cId="1584524781" sldId="279"/>
            <ac:spMk id="29" creationId="{A8B4C846-5340-DD71-3317-D0BDF2968340}"/>
          </ac:spMkLst>
        </pc:spChg>
        <pc:spChg chg="add mod">
          <ac:chgData name="Chad Furl" userId="e1f063c0-f891-481e-b162-0b825299f031" providerId="ADAL" clId="{6ADDB542-7708-4E33-BA5D-95E7728F0CE2}" dt="2026-08-19T19:05:50.383" v="1376" actId="1076"/>
          <ac:spMkLst>
            <pc:docMk/>
            <pc:sldMk cId="1584524781" sldId="279"/>
            <ac:spMk id="31" creationId="{7F1B1082-7269-96A6-C9F5-36CC260E1BB2}"/>
          </ac:spMkLst>
        </pc:spChg>
        <pc:spChg chg="add mod">
          <ac:chgData name="Chad Furl" userId="e1f063c0-f891-481e-b162-0b825299f031" providerId="ADAL" clId="{6ADDB542-7708-4E33-BA5D-95E7728F0CE2}" dt="2026-08-19T19:05:50.383" v="1376" actId="1076"/>
          <ac:spMkLst>
            <pc:docMk/>
            <pc:sldMk cId="1584524781" sldId="279"/>
            <ac:spMk id="33" creationId="{EDC154FC-24BD-5F78-C0A9-BF8B650BF369}"/>
          </ac:spMkLst>
        </pc:spChg>
        <pc:spChg chg="add mod">
          <ac:chgData name="Chad Furl" userId="e1f063c0-f891-481e-b162-0b825299f031" providerId="ADAL" clId="{6ADDB542-7708-4E33-BA5D-95E7728F0CE2}" dt="2026-08-19T19:05:50.383" v="1376" actId="1076"/>
          <ac:spMkLst>
            <pc:docMk/>
            <pc:sldMk cId="1584524781" sldId="279"/>
            <ac:spMk id="35" creationId="{A51270C4-86BA-1CEA-B36F-00496C216742}"/>
          </ac:spMkLst>
        </pc:spChg>
        <pc:spChg chg="add mod">
          <ac:chgData name="Chad Furl" userId="e1f063c0-f891-481e-b162-0b825299f031" providerId="ADAL" clId="{6ADDB542-7708-4E33-BA5D-95E7728F0CE2}" dt="2026-08-19T19:06:02.860" v="1377" actId="1076"/>
          <ac:spMkLst>
            <pc:docMk/>
            <pc:sldMk cId="1584524781" sldId="279"/>
            <ac:spMk id="37" creationId="{A7C5DE3D-485C-D755-42FD-C92CFF0CD379}"/>
          </ac:spMkLst>
        </pc:spChg>
        <pc:spChg chg="add mod">
          <ac:chgData name="Chad Furl" userId="e1f063c0-f891-481e-b162-0b825299f031" providerId="ADAL" clId="{6ADDB542-7708-4E33-BA5D-95E7728F0CE2}" dt="2026-08-19T19:06:19.587" v="1390" actId="20577"/>
          <ac:spMkLst>
            <pc:docMk/>
            <pc:sldMk cId="1584524781" sldId="279"/>
            <ac:spMk id="39" creationId="{6AADF01C-4338-AAE1-25FA-32E52386A9FA}"/>
          </ac:spMkLst>
        </pc:spChg>
        <pc:spChg chg="add mod">
          <ac:chgData name="Chad Furl" userId="e1f063c0-f891-481e-b162-0b825299f031" providerId="ADAL" clId="{6ADDB542-7708-4E33-BA5D-95E7728F0CE2}" dt="2026-08-19T19:06:32.031" v="1421" actId="20577"/>
          <ac:spMkLst>
            <pc:docMk/>
            <pc:sldMk cId="1584524781" sldId="279"/>
            <ac:spMk id="41" creationId="{ACBDBBE8-15B5-ED64-F38F-B8398D705BDC}"/>
          </ac:spMkLst>
        </pc:spChg>
      </pc:sldChg>
      <pc:sldChg chg="addSp delSp modSp add mod">
        <pc:chgData name="Chad Furl" userId="e1f063c0-f891-481e-b162-0b825299f031" providerId="ADAL" clId="{6ADDB542-7708-4E33-BA5D-95E7728F0CE2}" dt="2026-08-19T18:49:17.887" v="722" actId="6549"/>
        <pc:sldMkLst>
          <pc:docMk/>
          <pc:sldMk cId="1374114861" sldId="294"/>
        </pc:sldMkLst>
        <pc:spChg chg="mod">
          <ac:chgData name="Chad Furl" userId="e1f063c0-f891-481e-b162-0b825299f031" providerId="ADAL" clId="{6ADDB542-7708-4E33-BA5D-95E7728F0CE2}" dt="2026-08-19T18:42:22.575" v="135" actId="20577"/>
          <ac:spMkLst>
            <pc:docMk/>
            <pc:sldMk cId="1374114861" sldId="294"/>
            <ac:spMk id="6" creationId="{26AF6BBF-C3C3-A563-A971-E8B82ED7A0C6}"/>
          </ac:spMkLst>
        </pc:spChg>
        <pc:spChg chg="mod">
          <ac:chgData name="Chad Furl" userId="e1f063c0-f891-481e-b162-0b825299f031" providerId="ADAL" clId="{6ADDB542-7708-4E33-BA5D-95E7728F0CE2}" dt="2026-08-19T18:42:30.528" v="146" actId="20577"/>
          <ac:spMkLst>
            <pc:docMk/>
            <pc:sldMk cId="1374114861" sldId="294"/>
            <ac:spMk id="10" creationId="{F85BE99F-740E-3928-4ABF-CABC9A280928}"/>
          </ac:spMkLst>
        </pc:spChg>
        <pc:spChg chg="mod">
          <ac:chgData name="Chad Furl" userId="e1f063c0-f891-481e-b162-0b825299f031" providerId="ADAL" clId="{6ADDB542-7708-4E33-BA5D-95E7728F0CE2}" dt="2026-08-19T18:49:17.887" v="722" actId="6549"/>
          <ac:spMkLst>
            <pc:docMk/>
            <pc:sldMk cId="1374114861" sldId="294"/>
            <ac:spMk id="11" creationId="{D5F10504-DA5B-4C0A-EFC4-B155FAC9B941}"/>
          </ac:spMkLst>
        </pc:spChg>
        <pc:spChg chg="mod">
          <ac:chgData name="Chad Furl" userId="e1f063c0-f891-481e-b162-0b825299f031" providerId="ADAL" clId="{6ADDB542-7708-4E33-BA5D-95E7728F0CE2}" dt="2026-08-19T18:44:35.422" v="153" actId="14100"/>
          <ac:spMkLst>
            <pc:docMk/>
            <pc:sldMk cId="1374114861" sldId="294"/>
            <ac:spMk id="18" creationId="{7A7BB5A0-A361-F3BD-A0CF-A1BC90D0F7D7}"/>
          </ac:spMkLst>
        </pc:spChg>
        <pc:spChg chg="mod">
          <ac:chgData name="Chad Furl" userId="e1f063c0-f891-481e-b162-0b825299f031" providerId="ADAL" clId="{6ADDB542-7708-4E33-BA5D-95E7728F0CE2}" dt="2026-08-19T18:46:05.386" v="359" actId="1036"/>
          <ac:spMkLst>
            <pc:docMk/>
            <pc:sldMk cId="1374114861" sldId="294"/>
            <ac:spMk id="19" creationId="{9FD44D4C-54F8-95EF-06B5-ECC2B7E73A49}"/>
          </ac:spMkLst>
        </pc:spChg>
        <pc:picChg chg="add mod ord">
          <ac:chgData name="Chad Furl" userId="e1f063c0-f891-481e-b162-0b825299f031" providerId="ADAL" clId="{6ADDB542-7708-4E33-BA5D-95E7728F0CE2}" dt="2026-08-19T18:43:39.593" v="149" actId="171"/>
          <ac:picMkLst>
            <pc:docMk/>
            <pc:sldMk cId="1374114861" sldId="294"/>
            <ac:picMk id="13" creationId="{F4BB218D-1E99-2D7D-A7F3-671FC76AFC31}"/>
          </ac:picMkLst>
        </pc:picChg>
      </pc:sldChg>
      <pc:sldChg chg="delSp modSp add mod">
        <pc:chgData name="Chad Furl" userId="e1f063c0-f891-481e-b162-0b825299f031" providerId="ADAL" clId="{6ADDB542-7708-4E33-BA5D-95E7728F0CE2}" dt="2026-08-19T18:50:09.880" v="799" actId="20577"/>
        <pc:sldMkLst>
          <pc:docMk/>
          <pc:sldMk cId="3090401803" sldId="295"/>
        </pc:sldMkLst>
        <pc:spChg chg="mod">
          <ac:chgData name="Chad Furl" userId="e1f063c0-f891-481e-b162-0b825299f031" providerId="ADAL" clId="{6ADDB542-7708-4E33-BA5D-95E7728F0CE2}" dt="2026-08-19T18:49:49.545" v="739" actId="20577"/>
          <ac:spMkLst>
            <pc:docMk/>
            <pc:sldMk cId="3090401803" sldId="295"/>
            <ac:spMk id="6" creationId="{2631BA67-5BDA-D960-7D86-0BAF6E985F75}"/>
          </ac:spMkLst>
        </pc:spChg>
      </pc:sldChg>
    </pc:docChg>
  </pc:docChgLst>
  <pc:docChgLst>
    <pc:chgData name="Chad Furl" userId="e1f063c0-f891-481e-b162-0b825299f031" providerId="ADAL" clId="{3E978C21-B3D0-4285-96BE-5AD851B5E1C0}"/>
    <pc:docChg chg="undo custSel addSld delSld modSld sldOrd">
      <pc:chgData name="Chad Furl" userId="e1f063c0-f891-481e-b162-0b825299f031" providerId="ADAL" clId="{3E978C21-B3D0-4285-96BE-5AD851B5E1C0}" dt="2026-08-25T19:28:01.572" v="5994" actId="478"/>
      <pc:docMkLst>
        <pc:docMk/>
      </pc:docMkLst>
      <pc:sldChg chg="delSp modSp mod">
        <pc:chgData name="Chad Furl" userId="e1f063c0-f891-481e-b162-0b825299f031" providerId="ADAL" clId="{3E978C21-B3D0-4285-96BE-5AD851B5E1C0}" dt="2026-08-24T19:16:30.427" v="5128" actId="478"/>
        <pc:sldMkLst>
          <pc:docMk/>
          <pc:sldMk cId="0" sldId="256"/>
        </pc:sldMkLst>
        <pc:spChg chg="mod">
          <ac:chgData name="Chad Furl" userId="e1f063c0-f891-481e-b162-0b825299f031" providerId="ADAL" clId="{3E978C21-B3D0-4285-96BE-5AD851B5E1C0}" dt="2026-08-07T18:46:18.485" v="47" actId="6549"/>
          <ac:spMkLst>
            <pc:docMk/>
            <pc:sldMk cId="0" sldId="256"/>
            <ac:spMk id="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24T19:15:35.111" v="5074" actId="6549"/>
          <ac:spMkLst>
            <pc:docMk/>
            <pc:sldMk cId="0" sldId="256"/>
            <ac:spMk id="9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24T19:16:16.457" v="5126" actId="20577"/>
          <ac:spMkLst>
            <pc:docMk/>
            <pc:sldMk cId="0" sldId="256"/>
            <ac:spMk id="12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8-24T19:16:30.427" v="5128" actId="478"/>
          <ac:spMkLst>
            <pc:docMk/>
            <pc:sldMk cId="0" sldId="256"/>
            <ac:spMk id="13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8-24T19:16:24.658" v="5127" actId="478"/>
          <ac:spMkLst>
            <pc:docMk/>
            <pc:sldMk cId="0" sldId="256"/>
            <ac:spMk id="14" creationId="{00000000-0000-0000-0000-000000000000}"/>
          </ac:spMkLst>
        </pc:spChg>
      </pc:sldChg>
      <pc:sldChg chg="del">
        <pc:chgData name="Chad Furl" userId="e1f063c0-f891-481e-b162-0b825299f031" providerId="ADAL" clId="{3E978C21-B3D0-4285-96BE-5AD851B5E1C0}" dt="2026-08-24T20:49:17.554" v="5972" actId="47"/>
        <pc:sldMkLst>
          <pc:docMk/>
          <pc:sldMk cId="0" sldId="257"/>
        </pc:sldMkLst>
      </pc:sldChg>
      <pc:sldChg chg="del">
        <pc:chgData name="Chad Furl" userId="e1f063c0-f891-481e-b162-0b825299f031" providerId="ADAL" clId="{3E978C21-B3D0-4285-96BE-5AD851B5E1C0}" dt="2026-08-24T20:49:17.554" v="5972" actId="47"/>
        <pc:sldMkLst>
          <pc:docMk/>
          <pc:sldMk cId="0" sldId="258"/>
        </pc:sldMkLst>
      </pc:sldChg>
      <pc:sldChg chg="addSp delSp modSp mod ord">
        <pc:chgData name="Chad Furl" userId="e1f063c0-f891-481e-b162-0b825299f031" providerId="ADAL" clId="{3E978C21-B3D0-4285-96BE-5AD851B5E1C0}" dt="2026-08-24T19:17:02.326" v="5136" actId="20577"/>
        <pc:sldMkLst>
          <pc:docMk/>
          <pc:sldMk cId="0" sldId="259"/>
        </pc:sldMkLst>
        <pc:spChg chg="mod">
          <ac:chgData name="Chad Furl" userId="e1f063c0-f891-481e-b162-0b825299f031" providerId="ADAL" clId="{3E978C21-B3D0-4285-96BE-5AD851B5E1C0}" dt="2026-08-07T20:33:40.805" v="686" actId="1076"/>
          <ac:spMkLst>
            <pc:docMk/>
            <pc:sldMk cId="0" sldId="259"/>
            <ac:spMk id="2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19:59:03.861" v="155" actId="20577"/>
          <ac:spMkLst>
            <pc:docMk/>
            <pc:sldMk cId="0" sldId="259"/>
            <ac:spMk id="6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02:37.553" v="183" actId="14100"/>
          <ac:spMkLst>
            <pc:docMk/>
            <pc:sldMk cId="0" sldId="259"/>
            <ac:spMk id="9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3:45.902" v="687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1:02.018" v="443" actId="404"/>
          <ac:spMkLst>
            <pc:docMk/>
            <pc:sldMk cId="0" sldId="259"/>
            <ac:spMk id="11" creationId="{00000000-0000-0000-0000-000000000000}"/>
          </ac:spMkLst>
        </pc:spChg>
        <pc:spChg chg="mod ord">
          <ac:chgData name="Chad Furl" userId="e1f063c0-f891-481e-b162-0b825299f031" providerId="ADAL" clId="{3E978C21-B3D0-4285-96BE-5AD851B5E1C0}" dt="2026-08-07T20:39:37.266" v="717" actId="171"/>
          <ac:spMkLst>
            <pc:docMk/>
            <pc:sldMk cId="0" sldId="259"/>
            <ac:spMk id="1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24T19:17:02.326" v="5136" actId="20577"/>
          <ac:spMkLst>
            <pc:docMk/>
            <pc:sldMk cId="0" sldId="259"/>
            <ac:spMk id="19" creationId="{00000000-0000-0000-0000-000000000000}"/>
          </ac:spMkLst>
        </pc:spChg>
        <pc:picChg chg="add mod">
          <ac:chgData name="Chad Furl" userId="e1f063c0-f891-481e-b162-0b825299f031" providerId="ADAL" clId="{3E978C21-B3D0-4285-96BE-5AD851B5E1C0}" dt="2026-08-07T20:28:15.517" v="442" actId="1076"/>
          <ac:picMkLst>
            <pc:docMk/>
            <pc:sldMk cId="0" sldId="259"/>
            <ac:picMk id="27" creationId="{5CE0C189-EFD5-914D-132E-BF643B42DF5F}"/>
          </ac:picMkLst>
        </pc:picChg>
      </pc:sldChg>
      <pc:sldChg chg="del">
        <pc:chgData name="Chad Furl" userId="e1f063c0-f891-481e-b162-0b825299f031" providerId="ADAL" clId="{3E978C21-B3D0-4285-96BE-5AD851B5E1C0}" dt="2026-08-24T20:49:17.554" v="5972" actId="47"/>
        <pc:sldMkLst>
          <pc:docMk/>
          <pc:sldMk cId="0" sldId="260"/>
        </pc:sldMkLst>
      </pc:sldChg>
      <pc:sldChg chg="modSp del mod">
        <pc:chgData name="Chad Furl" userId="e1f063c0-f891-481e-b162-0b825299f031" providerId="ADAL" clId="{3E978C21-B3D0-4285-96BE-5AD851B5E1C0}" dt="2026-08-24T20:49:17.554" v="5972" actId="47"/>
        <pc:sldMkLst>
          <pc:docMk/>
          <pc:sldMk cId="0" sldId="261"/>
        </pc:sldMkLst>
      </pc:sldChg>
      <pc:sldChg chg="del">
        <pc:chgData name="Chad Furl" userId="e1f063c0-f891-481e-b162-0b825299f031" providerId="ADAL" clId="{3E978C21-B3D0-4285-96BE-5AD851B5E1C0}" dt="2026-08-24T20:49:17.554" v="5972" actId="47"/>
        <pc:sldMkLst>
          <pc:docMk/>
          <pc:sldMk cId="0" sldId="262"/>
        </pc:sldMkLst>
      </pc:sldChg>
      <pc:sldChg chg="modSp del mod">
        <pc:chgData name="Chad Furl" userId="e1f063c0-f891-481e-b162-0b825299f031" providerId="ADAL" clId="{3E978C21-B3D0-4285-96BE-5AD851B5E1C0}" dt="2026-08-24T20:49:17.554" v="5972" actId="47"/>
        <pc:sldMkLst>
          <pc:docMk/>
          <pc:sldMk cId="0" sldId="263"/>
        </pc:sldMkLst>
      </pc:sldChg>
      <pc:sldChg chg="del">
        <pc:chgData name="Chad Furl" userId="e1f063c0-f891-481e-b162-0b825299f031" providerId="ADAL" clId="{3E978C21-B3D0-4285-96BE-5AD851B5E1C0}" dt="2026-08-24T20:49:17.554" v="5972" actId="47"/>
        <pc:sldMkLst>
          <pc:docMk/>
          <pc:sldMk cId="0" sldId="264"/>
        </pc:sldMkLst>
      </pc:sldChg>
      <pc:sldChg chg="del">
        <pc:chgData name="Chad Furl" userId="e1f063c0-f891-481e-b162-0b825299f031" providerId="ADAL" clId="{3E978C21-B3D0-4285-96BE-5AD851B5E1C0}" dt="2026-08-24T20:49:17.554" v="5972" actId="47"/>
        <pc:sldMkLst>
          <pc:docMk/>
          <pc:sldMk cId="0" sldId="265"/>
        </pc:sldMkLst>
      </pc:sldChg>
      <pc:sldChg chg="del">
        <pc:chgData name="Chad Furl" userId="e1f063c0-f891-481e-b162-0b825299f031" providerId="ADAL" clId="{3E978C21-B3D0-4285-96BE-5AD851B5E1C0}" dt="2026-08-24T20:49:17.554" v="5972" actId="47"/>
        <pc:sldMkLst>
          <pc:docMk/>
          <pc:sldMk cId="0" sldId="266"/>
        </pc:sldMkLst>
      </pc:sldChg>
      <pc:sldChg chg="modSp del mod">
        <pc:chgData name="Chad Furl" userId="e1f063c0-f891-481e-b162-0b825299f031" providerId="ADAL" clId="{3E978C21-B3D0-4285-96BE-5AD851B5E1C0}" dt="2026-08-24T20:49:17.554" v="5972" actId="47"/>
        <pc:sldMkLst>
          <pc:docMk/>
          <pc:sldMk cId="0" sldId="267"/>
        </pc:sldMkLst>
      </pc:sldChg>
      <pc:sldChg chg="delSp modSp mod">
        <pc:chgData name="Chad Furl" userId="e1f063c0-f891-481e-b162-0b825299f031" providerId="ADAL" clId="{3E978C21-B3D0-4285-96BE-5AD851B5E1C0}" dt="2026-08-25T19:28:01.572" v="5994" actId="478"/>
        <pc:sldMkLst>
          <pc:docMk/>
          <pc:sldMk cId="0" sldId="268"/>
        </pc:sldMkLst>
        <pc:spChg chg="mod">
          <ac:chgData name="Chad Furl" userId="e1f063c0-f891-481e-b162-0b825299f031" providerId="ADAL" clId="{3E978C21-B3D0-4285-96BE-5AD851B5E1C0}" dt="2026-08-25T19:27:54.037" v="5992" actId="6549"/>
          <ac:spMkLst>
            <pc:docMk/>
            <pc:sldMk cId="0" sldId="268"/>
            <ac:spMk id="5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8-25T19:27:57.451" v="5993" actId="478"/>
          <ac:spMkLst>
            <pc:docMk/>
            <pc:sldMk cId="0" sldId="268"/>
            <ac:spMk id="7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8-25T19:28:01.572" v="5994" actId="478"/>
          <ac:spMkLst>
            <pc:docMk/>
            <pc:sldMk cId="0" sldId="268"/>
            <ac:spMk id="8" creationId="{00000000-0000-0000-0000-000000000000}"/>
          </ac:spMkLst>
        </pc:spChg>
      </pc:sldChg>
      <pc:sldChg chg="addSp delSp modSp add mod setBg">
        <pc:chgData name="Chad Furl" userId="e1f063c0-f891-481e-b162-0b825299f031" providerId="ADAL" clId="{3E978C21-B3D0-4285-96BE-5AD851B5E1C0}" dt="2026-08-10T14:32:26.097" v="1145" actId="1076"/>
        <pc:sldMkLst>
          <pc:docMk/>
          <pc:sldMk cId="2380401791" sldId="269"/>
        </pc:sldMkLst>
        <pc:spChg chg="mod">
          <ac:chgData name="Chad Furl" userId="e1f063c0-f891-481e-b162-0b825299f031" providerId="ADAL" clId="{3E978C21-B3D0-4285-96BE-5AD851B5E1C0}" dt="2026-08-07T20:42:50.787" v="763" actId="20577"/>
          <ac:spMkLst>
            <pc:docMk/>
            <pc:sldMk cId="2380401791" sldId="269"/>
            <ac:spMk id="6" creationId="{DC42AE2C-882F-5A75-1DC4-2AF844F0BAFF}"/>
          </ac:spMkLst>
        </pc:spChg>
        <pc:spChg chg="mod">
          <ac:chgData name="Chad Furl" userId="e1f063c0-f891-481e-b162-0b825299f031" providerId="ADAL" clId="{3E978C21-B3D0-4285-96BE-5AD851B5E1C0}" dt="2026-08-07T20:59:48.992" v="1096" actId="20577"/>
          <ac:spMkLst>
            <pc:docMk/>
            <pc:sldMk cId="2380401791" sldId="269"/>
            <ac:spMk id="10" creationId="{E301E2B6-8BD9-A86A-B91D-C6B419F1BBC2}"/>
          </ac:spMkLst>
        </pc:spChg>
        <pc:spChg chg="mod">
          <ac:chgData name="Chad Furl" userId="e1f063c0-f891-481e-b162-0b825299f031" providerId="ADAL" clId="{3E978C21-B3D0-4285-96BE-5AD851B5E1C0}" dt="2026-08-10T14:05:03.891" v="1137" actId="20577"/>
          <ac:spMkLst>
            <pc:docMk/>
            <pc:sldMk cId="2380401791" sldId="269"/>
            <ac:spMk id="11" creationId="{82639B2B-32B4-C710-4820-31EC76D09778}"/>
          </ac:spMkLst>
        </pc:spChg>
        <pc:spChg chg="mod">
          <ac:chgData name="Chad Furl" userId="e1f063c0-f891-481e-b162-0b825299f031" providerId="ADAL" clId="{3E978C21-B3D0-4285-96BE-5AD851B5E1C0}" dt="2026-08-07T20:43:12.344" v="792" actId="20577"/>
          <ac:spMkLst>
            <pc:docMk/>
            <pc:sldMk cId="2380401791" sldId="269"/>
            <ac:spMk id="14" creationId="{B51E6E3F-A174-E4EC-FF33-AB27B4BB7E3E}"/>
          </ac:spMkLst>
        </pc:spChg>
        <pc:spChg chg="mod">
          <ac:chgData name="Chad Furl" userId="e1f063c0-f891-481e-b162-0b825299f031" providerId="ADAL" clId="{3E978C21-B3D0-4285-96BE-5AD851B5E1C0}" dt="2026-08-10T14:32:26.097" v="1145" actId="1076"/>
          <ac:spMkLst>
            <pc:docMk/>
            <pc:sldMk cId="2380401791" sldId="269"/>
            <ac:spMk id="18" creationId="{9DC9963E-6F9E-3A41-AB59-DD6DD7FAF339}"/>
          </ac:spMkLst>
        </pc:spChg>
        <pc:spChg chg="mod">
          <ac:chgData name="Chad Furl" userId="e1f063c0-f891-481e-b162-0b825299f031" providerId="ADAL" clId="{3E978C21-B3D0-4285-96BE-5AD851B5E1C0}" dt="2026-08-10T14:32:26.097" v="1145" actId="1076"/>
          <ac:spMkLst>
            <pc:docMk/>
            <pc:sldMk cId="2380401791" sldId="269"/>
            <ac:spMk id="19" creationId="{121398A2-796C-236F-E253-81BEEECDC19C}"/>
          </ac:spMkLst>
        </pc:spChg>
        <pc:picChg chg="add mod modCrop">
          <ac:chgData name="Chad Furl" userId="e1f063c0-f891-481e-b162-0b825299f031" providerId="ADAL" clId="{3E978C21-B3D0-4285-96BE-5AD851B5E1C0}" dt="2026-08-10T14:32:20.430" v="1144" actId="14100"/>
          <ac:picMkLst>
            <pc:docMk/>
            <pc:sldMk cId="2380401791" sldId="269"/>
            <ac:picMk id="13" creationId="{58350EA5-0CCA-1F47-6781-1A734DF18BBD}"/>
          </ac:picMkLst>
        </pc:picChg>
      </pc:sldChg>
      <pc:sldChg chg="addSp delSp modSp add mod ord setBg">
        <pc:chgData name="Chad Furl" userId="e1f063c0-f891-481e-b162-0b825299f031" providerId="ADAL" clId="{3E978C21-B3D0-4285-96BE-5AD851B5E1C0}" dt="2026-08-24T20:21:56.276" v="5605" actId="20577"/>
        <pc:sldMkLst>
          <pc:docMk/>
          <pc:sldMk cId="2519128241" sldId="270"/>
        </pc:sldMkLst>
        <pc:spChg chg="mod">
          <ac:chgData name="Chad Furl" userId="e1f063c0-f891-481e-b162-0b825299f031" providerId="ADAL" clId="{3E978C21-B3D0-4285-96BE-5AD851B5E1C0}" dt="2026-08-10T14:36:41.255" v="1155" actId="20577"/>
          <ac:spMkLst>
            <pc:docMk/>
            <pc:sldMk cId="2519128241" sldId="270"/>
            <ac:spMk id="6" creationId="{E3A4842A-0791-00EB-9B64-CD8A7AC1CF26}"/>
          </ac:spMkLst>
        </pc:spChg>
        <pc:spChg chg="mod">
          <ac:chgData name="Chad Furl" userId="e1f063c0-f891-481e-b162-0b825299f031" providerId="ADAL" clId="{3E978C21-B3D0-4285-96BE-5AD851B5E1C0}" dt="2026-08-10T19:25:24.162" v="1768" actId="20577"/>
          <ac:spMkLst>
            <pc:docMk/>
            <pc:sldMk cId="2519128241" sldId="270"/>
            <ac:spMk id="10" creationId="{7DA9A809-A510-7682-D756-F1760DC6ADB8}"/>
          </ac:spMkLst>
        </pc:spChg>
        <pc:spChg chg="mod">
          <ac:chgData name="Chad Furl" userId="e1f063c0-f891-481e-b162-0b825299f031" providerId="ADAL" clId="{3E978C21-B3D0-4285-96BE-5AD851B5E1C0}" dt="2026-08-11T16:00:26.919" v="3143" actId="20577"/>
          <ac:spMkLst>
            <pc:docMk/>
            <pc:sldMk cId="2519128241" sldId="270"/>
            <ac:spMk id="11" creationId="{89DA4B83-F5F2-18D3-C5FF-4A57DD118649}"/>
          </ac:spMkLst>
        </pc:spChg>
        <pc:spChg chg="mod">
          <ac:chgData name="Chad Furl" userId="e1f063c0-f891-481e-b162-0b825299f031" providerId="ADAL" clId="{3E978C21-B3D0-4285-96BE-5AD851B5E1C0}" dt="2026-08-24T20:18:59.114" v="5473" actId="14100"/>
          <ac:spMkLst>
            <pc:docMk/>
            <pc:sldMk cId="2519128241" sldId="270"/>
            <ac:spMk id="18" creationId="{8528F6D0-00C9-D639-0973-0873A26FEC3A}"/>
          </ac:spMkLst>
        </pc:spChg>
        <pc:spChg chg="mod">
          <ac:chgData name="Chad Furl" userId="e1f063c0-f891-481e-b162-0b825299f031" providerId="ADAL" clId="{3E978C21-B3D0-4285-96BE-5AD851B5E1C0}" dt="2026-08-24T20:21:56.276" v="5605" actId="20577"/>
          <ac:spMkLst>
            <pc:docMk/>
            <pc:sldMk cId="2519128241" sldId="270"/>
            <ac:spMk id="19" creationId="{F677025A-7BB2-3810-EB7F-1607DEB8941D}"/>
          </ac:spMkLst>
        </pc:spChg>
        <pc:picChg chg="add mod">
          <ac:chgData name="Chad Furl" userId="e1f063c0-f891-481e-b162-0b825299f031" providerId="ADAL" clId="{3E978C21-B3D0-4285-96BE-5AD851B5E1C0}" dt="2026-08-11T14:39:35.824" v="3027" actId="1076"/>
          <ac:picMkLst>
            <pc:docMk/>
            <pc:sldMk cId="2519128241" sldId="270"/>
            <ac:picMk id="22" creationId="{BA7F138B-091D-4BE4-9839-0EAE97D9DF72}"/>
          </ac:picMkLst>
        </pc:picChg>
      </pc:sldChg>
      <pc:sldChg chg="addSp delSp modSp add mod setBg">
        <pc:chgData name="Chad Furl" userId="e1f063c0-f891-481e-b162-0b825299f031" providerId="ADAL" clId="{3E978C21-B3D0-4285-96BE-5AD851B5E1C0}" dt="2026-08-07T20:39:15.122" v="716" actId="14100"/>
        <pc:sldMkLst>
          <pc:docMk/>
          <pc:sldMk cId="993099284" sldId="271"/>
        </pc:sldMkLst>
        <pc:spChg chg="mod">
          <ac:chgData name="Chad Furl" userId="e1f063c0-f891-481e-b162-0b825299f031" providerId="ADAL" clId="{3E978C21-B3D0-4285-96BE-5AD851B5E1C0}" dt="2026-08-07T20:39:15.122" v="716" actId="14100"/>
          <ac:spMkLst>
            <pc:docMk/>
            <pc:sldMk cId="993099284" sldId="271"/>
            <ac:spMk id="18" creationId="{D2A6D4BB-677C-AAC4-5CCC-9AE1B97B29D6}"/>
          </ac:spMkLst>
        </pc:spChg>
        <pc:spChg chg="mod">
          <ac:chgData name="Chad Furl" userId="e1f063c0-f891-481e-b162-0b825299f031" providerId="ADAL" clId="{3E978C21-B3D0-4285-96BE-5AD851B5E1C0}" dt="2026-08-07T20:38:45.851" v="707" actId="6549"/>
          <ac:spMkLst>
            <pc:docMk/>
            <pc:sldMk cId="993099284" sldId="271"/>
            <ac:spMk id="19" creationId="{1DF7DF68-D4A2-5BBD-D879-0FD52D9EBC9A}"/>
          </ac:spMkLst>
        </pc:spChg>
        <pc:picChg chg="add mod ord">
          <ac:chgData name="Chad Furl" userId="e1f063c0-f891-481e-b162-0b825299f031" providerId="ADAL" clId="{3E978C21-B3D0-4285-96BE-5AD851B5E1C0}" dt="2026-08-07T20:36:59.959" v="705" actId="171"/>
          <ac:picMkLst>
            <pc:docMk/>
            <pc:sldMk cId="993099284" sldId="271"/>
            <ac:picMk id="8" creationId="{C4B17342-F888-7D43-68A0-1A44F5C0AA97}"/>
          </ac:picMkLst>
        </pc:picChg>
      </pc:sldChg>
      <pc:sldChg chg="delSp modSp add del mod setBg">
        <pc:chgData name="Chad Furl" userId="e1f063c0-f891-481e-b162-0b825299f031" providerId="ADAL" clId="{3E978C21-B3D0-4285-96BE-5AD851B5E1C0}" dt="2026-08-24T20:49:17.554" v="5972" actId="47"/>
        <pc:sldMkLst>
          <pc:docMk/>
          <pc:sldMk cId="1633223258" sldId="272"/>
        </pc:sldMkLst>
      </pc:sldChg>
      <pc:sldChg chg="addSp delSp modSp add mod">
        <pc:chgData name="Chad Furl" userId="e1f063c0-f891-481e-b162-0b825299f031" providerId="ADAL" clId="{3E978C21-B3D0-4285-96BE-5AD851B5E1C0}" dt="2026-08-24T20:17:01.199" v="5447" actId="20577"/>
        <pc:sldMkLst>
          <pc:docMk/>
          <pc:sldMk cId="2838444412" sldId="274"/>
        </pc:sldMkLst>
        <pc:spChg chg="mod">
          <ac:chgData name="Chad Furl" userId="e1f063c0-f891-481e-b162-0b825299f031" providerId="ADAL" clId="{3E978C21-B3D0-4285-96BE-5AD851B5E1C0}" dt="2026-08-24T20:16:56.587" v="5446" actId="1076"/>
          <ac:spMkLst>
            <pc:docMk/>
            <pc:sldMk cId="2838444412" sldId="274"/>
            <ac:spMk id="10" creationId="{B7D24A80-F6F8-B1BB-9A71-64E8692BF62A}"/>
          </ac:spMkLst>
        </pc:spChg>
        <pc:spChg chg="mod">
          <ac:chgData name="Chad Furl" userId="e1f063c0-f891-481e-b162-0b825299f031" providerId="ADAL" clId="{3E978C21-B3D0-4285-96BE-5AD851B5E1C0}" dt="2026-08-24T20:17:01.199" v="5447" actId="20577"/>
          <ac:spMkLst>
            <pc:docMk/>
            <pc:sldMk cId="2838444412" sldId="274"/>
            <ac:spMk id="11" creationId="{0A0E10F0-A4E5-93B1-D645-1E617D0FAAEB}"/>
          </ac:spMkLst>
        </pc:spChg>
        <pc:picChg chg="add mod">
          <ac:chgData name="Chad Furl" userId="e1f063c0-f891-481e-b162-0b825299f031" providerId="ADAL" clId="{3E978C21-B3D0-4285-96BE-5AD851B5E1C0}" dt="2026-08-20T21:06:37.797" v="4889" actId="1076"/>
          <ac:picMkLst>
            <pc:docMk/>
            <pc:sldMk cId="2838444412" sldId="274"/>
            <ac:picMk id="18" creationId="{915AACCF-469B-EAE2-A8AA-251A01AD7147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3:29:59.775" v="2176" actId="14100"/>
        <pc:sldMkLst>
          <pc:docMk/>
          <pc:sldMk cId="1291104918" sldId="275"/>
        </pc:sldMkLst>
        <pc:spChg chg="mod">
          <ac:chgData name="Chad Furl" userId="e1f063c0-f891-481e-b162-0b825299f031" providerId="ADAL" clId="{3E978C21-B3D0-4285-96BE-5AD851B5E1C0}" dt="2026-08-10T21:02:22.324" v="2145" actId="1076"/>
          <ac:spMkLst>
            <pc:docMk/>
            <pc:sldMk cId="1291104918" sldId="275"/>
            <ac:spMk id="2" creationId="{4558FB08-F828-8F9A-BBAC-394632867AB9}"/>
          </ac:spMkLst>
        </pc:spChg>
        <pc:spChg chg="mod">
          <ac:chgData name="Chad Furl" userId="e1f063c0-f891-481e-b162-0b825299f031" providerId="ADAL" clId="{3E978C21-B3D0-4285-96BE-5AD851B5E1C0}" dt="2026-08-10T21:00:40.191" v="2135" actId="14100"/>
          <ac:spMkLst>
            <pc:docMk/>
            <pc:sldMk cId="1291104918" sldId="275"/>
            <ac:spMk id="7" creationId="{0876A901-8148-FE9B-AAEE-48BFB9C75270}"/>
          </ac:spMkLst>
        </pc:spChg>
        <pc:spChg chg="mod">
          <ac:chgData name="Chad Furl" userId="e1f063c0-f891-481e-b162-0b825299f031" providerId="ADAL" clId="{3E978C21-B3D0-4285-96BE-5AD851B5E1C0}" dt="2026-08-11T13:29:59.775" v="2176" actId="14100"/>
          <ac:spMkLst>
            <pc:docMk/>
            <pc:sldMk cId="1291104918" sldId="275"/>
            <ac:spMk id="11" creationId="{29F5A70C-FF02-F48B-68E6-D178E63E5375}"/>
          </ac:spMkLst>
        </pc:spChg>
        <pc:spChg chg="mod">
          <ac:chgData name="Chad Furl" userId="e1f063c0-f891-481e-b162-0b825299f031" providerId="ADAL" clId="{3E978C21-B3D0-4285-96BE-5AD851B5E1C0}" dt="2026-08-10T21:02:27.459" v="2146" actId="113"/>
          <ac:spMkLst>
            <pc:docMk/>
            <pc:sldMk cId="1291104918" sldId="275"/>
            <ac:spMk id="20" creationId="{3CB4A69F-7649-19DC-7D93-86E262ABCA2C}"/>
          </ac:spMkLst>
        </pc:spChg>
        <pc:picChg chg="add mod">
          <ac:chgData name="Chad Furl" userId="e1f063c0-f891-481e-b162-0b825299f031" providerId="ADAL" clId="{3E978C21-B3D0-4285-96BE-5AD851B5E1C0}" dt="2026-08-10T20:42:26.990" v="2043" actId="14100"/>
          <ac:picMkLst>
            <pc:docMk/>
            <pc:sldMk cId="1291104918" sldId="275"/>
            <ac:picMk id="14" creationId="{A7078DE9-3426-B654-5217-3A699E47856E}"/>
          </ac:picMkLst>
        </pc:picChg>
      </pc:sldChg>
      <pc:sldChg chg="addSp delSp modSp add mod ord">
        <pc:chgData name="Chad Furl" userId="e1f063c0-f891-481e-b162-0b825299f031" providerId="ADAL" clId="{3E978C21-B3D0-4285-96BE-5AD851B5E1C0}" dt="2026-08-20T21:15:06.895" v="5001" actId="20577"/>
        <pc:sldMkLst>
          <pc:docMk/>
          <pc:sldMk cId="1393222068" sldId="276"/>
        </pc:sldMkLst>
        <pc:spChg chg="mod">
          <ac:chgData name="Chad Furl" userId="e1f063c0-f891-481e-b162-0b825299f031" providerId="ADAL" clId="{3E978C21-B3D0-4285-96BE-5AD851B5E1C0}" dt="2026-08-20T21:14:19.165" v="4906" actId="1036"/>
          <ac:spMkLst>
            <pc:docMk/>
            <pc:sldMk cId="1393222068" sldId="276"/>
            <ac:spMk id="7" creationId="{81799742-323B-5FBC-61DC-1E83144DD830}"/>
          </ac:spMkLst>
        </pc:spChg>
        <pc:spChg chg="mod">
          <ac:chgData name="Chad Furl" userId="e1f063c0-f891-481e-b162-0b825299f031" providerId="ADAL" clId="{3E978C21-B3D0-4285-96BE-5AD851B5E1C0}" dt="2026-08-20T21:15:06.895" v="5001" actId="20577"/>
          <ac:spMkLst>
            <pc:docMk/>
            <pc:sldMk cId="1393222068" sldId="276"/>
            <ac:spMk id="20" creationId="{B05ECB45-6F0A-DB51-9F2A-0F15D7C039AC}"/>
          </ac:spMkLst>
        </pc:spChg>
        <pc:picChg chg="add mod modCrop">
          <ac:chgData name="Chad Furl" userId="e1f063c0-f891-481e-b162-0b825299f031" providerId="ADAL" clId="{3E978C21-B3D0-4285-96BE-5AD851B5E1C0}" dt="2026-08-20T21:13:53.946" v="4899" actId="1076"/>
          <ac:picMkLst>
            <pc:docMk/>
            <pc:sldMk cId="1393222068" sldId="276"/>
            <ac:picMk id="14" creationId="{30351D1F-5E3E-8B9F-9385-A08409BF2BC4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4T20:30:01.782" v="5730" actId="20577"/>
        <pc:sldMkLst>
          <pc:docMk/>
          <pc:sldMk cId="1953992702" sldId="277"/>
        </pc:sldMkLst>
        <pc:spChg chg="del">
          <ac:chgData name="Chad Furl" userId="e1f063c0-f891-481e-b162-0b825299f031" providerId="ADAL" clId="{3E978C21-B3D0-4285-96BE-5AD851B5E1C0}" dt="2026-08-24T20:28:05.811" v="5623" actId="478"/>
          <ac:spMkLst>
            <pc:docMk/>
            <pc:sldMk cId="1953992702" sldId="277"/>
            <ac:spMk id="8" creationId="{2C614344-904E-C943-80AF-238894D1CA80}"/>
          </ac:spMkLst>
        </pc:spChg>
        <pc:spChg chg="mod">
          <ac:chgData name="Chad Furl" userId="e1f063c0-f891-481e-b162-0b825299f031" providerId="ADAL" clId="{3E978C21-B3D0-4285-96BE-5AD851B5E1C0}" dt="2026-08-24T20:29:17.985" v="5624" actId="14100"/>
          <ac:spMkLst>
            <pc:docMk/>
            <pc:sldMk cId="1953992702" sldId="277"/>
            <ac:spMk id="18" creationId="{C2374C13-B236-9E0E-E2A9-38D8E7B7505B}"/>
          </ac:spMkLst>
        </pc:spChg>
        <pc:spChg chg="mod">
          <ac:chgData name="Chad Furl" userId="e1f063c0-f891-481e-b162-0b825299f031" providerId="ADAL" clId="{3E978C21-B3D0-4285-96BE-5AD851B5E1C0}" dt="2026-08-24T20:30:01.782" v="5730" actId="20577"/>
          <ac:spMkLst>
            <pc:docMk/>
            <pc:sldMk cId="1953992702" sldId="277"/>
            <ac:spMk id="19" creationId="{62D58D00-80A7-C45F-F104-D7B8627E461A}"/>
          </ac:spMkLst>
        </pc:spChg>
        <pc:spChg chg="add">
          <ac:chgData name="Chad Furl" userId="e1f063c0-f891-481e-b162-0b825299f031" providerId="ADAL" clId="{3E978C21-B3D0-4285-96BE-5AD851B5E1C0}" dt="2026-08-11T16:48:36.214" v="3906" actId="22"/>
          <ac:spMkLst>
            <pc:docMk/>
            <pc:sldMk cId="1953992702" sldId="277"/>
            <ac:spMk id="24" creationId="{6710D9A2-96F8-DB9F-C59A-EBD7BFAD90C8}"/>
          </ac:spMkLst>
        </pc:spChg>
        <pc:picChg chg="add mod modCrop">
          <ac:chgData name="Chad Furl" userId="e1f063c0-f891-481e-b162-0b825299f031" providerId="ADAL" clId="{3E978C21-B3D0-4285-96BE-5AD851B5E1C0}" dt="2026-08-11T15:54:52.687" v="3047" actId="14100"/>
          <ac:picMkLst>
            <pc:docMk/>
            <pc:sldMk cId="1953992702" sldId="277"/>
            <ac:picMk id="20" creationId="{1E3562F2-7204-D21A-D53A-6EB23D60C13A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8:29:42.545" v="4404" actId="478"/>
        <pc:sldMkLst>
          <pc:docMk/>
          <pc:sldMk cId="989004632" sldId="278"/>
        </pc:sldMkLst>
        <pc:spChg chg="mod">
          <ac:chgData name="Chad Furl" userId="e1f063c0-f891-481e-b162-0b825299f031" providerId="ADAL" clId="{3E978C21-B3D0-4285-96BE-5AD851B5E1C0}" dt="2026-08-10T19:27:55.098" v="1909" actId="20577"/>
          <ac:spMkLst>
            <pc:docMk/>
            <pc:sldMk cId="989004632" sldId="278"/>
            <ac:spMk id="6" creationId="{F659A864-A034-D2CE-0991-AB772D948999}"/>
          </ac:spMkLst>
        </pc:spChg>
        <pc:spChg chg="mod">
          <ac:chgData name="Chad Furl" userId="e1f063c0-f891-481e-b162-0b825299f031" providerId="ADAL" clId="{3E978C21-B3D0-4285-96BE-5AD851B5E1C0}" dt="2026-08-11T18:27:46.747" v="4389" actId="20577"/>
          <ac:spMkLst>
            <pc:docMk/>
            <pc:sldMk cId="989004632" sldId="278"/>
            <ac:spMk id="14" creationId="{D89420F2-FF14-6F59-5DE6-D6DFF969156E}"/>
          </ac:spMkLst>
        </pc:spChg>
        <pc:spChg chg="mod">
          <ac:chgData name="Chad Furl" userId="e1f063c0-f891-481e-b162-0b825299f031" providerId="ADAL" clId="{3E978C21-B3D0-4285-96BE-5AD851B5E1C0}" dt="2026-08-11T18:21:44.026" v="3909" actId="20577"/>
          <ac:spMkLst>
            <pc:docMk/>
            <pc:sldMk cId="989004632" sldId="278"/>
            <ac:spMk id="16" creationId="{459322FB-9037-6C7E-C3A6-A561493AA4C1}"/>
          </ac:spMkLst>
        </pc:spChg>
        <pc:spChg chg="mod">
          <ac:chgData name="Chad Furl" userId="e1f063c0-f891-481e-b162-0b825299f031" providerId="ADAL" clId="{3E978C21-B3D0-4285-96BE-5AD851B5E1C0}" dt="2026-08-11T18:22:55.737" v="3962" actId="20577"/>
          <ac:spMkLst>
            <pc:docMk/>
            <pc:sldMk cId="989004632" sldId="278"/>
            <ac:spMk id="17" creationId="{6D606ADF-523E-C8F4-A2B7-4B08B3ADD3F2}"/>
          </ac:spMkLst>
        </pc:spChg>
        <pc:spChg chg="mod">
          <ac:chgData name="Chad Furl" userId="e1f063c0-f891-481e-b162-0b825299f031" providerId="ADAL" clId="{3E978C21-B3D0-4285-96BE-5AD851B5E1C0}" dt="2026-08-11T18:23:52.835" v="3988" actId="20577"/>
          <ac:spMkLst>
            <pc:docMk/>
            <pc:sldMk cId="989004632" sldId="278"/>
            <ac:spMk id="19" creationId="{34E5646C-A0FA-B36D-C0FD-4EE74BCCAA50}"/>
          </ac:spMkLst>
        </pc:spChg>
        <pc:spChg chg="mod">
          <ac:chgData name="Chad Furl" userId="e1f063c0-f891-481e-b162-0b825299f031" providerId="ADAL" clId="{3E978C21-B3D0-4285-96BE-5AD851B5E1C0}" dt="2026-08-11T18:24:45.763" v="4152" actId="27636"/>
          <ac:spMkLst>
            <pc:docMk/>
            <pc:sldMk cId="989004632" sldId="278"/>
            <ac:spMk id="20" creationId="{7862159E-C68B-00CE-7488-52320D53DAC3}"/>
          </ac:spMkLst>
        </pc:spChg>
        <pc:spChg chg="mod">
          <ac:chgData name="Chad Furl" userId="e1f063c0-f891-481e-b162-0b825299f031" providerId="ADAL" clId="{3E978C21-B3D0-4285-96BE-5AD851B5E1C0}" dt="2026-08-11T18:24:59.956" v="4171" actId="20577"/>
          <ac:spMkLst>
            <pc:docMk/>
            <pc:sldMk cId="989004632" sldId="278"/>
            <ac:spMk id="22" creationId="{BB2A014C-0407-168A-7605-95333DCE0E8F}"/>
          </ac:spMkLst>
        </pc:spChg>
        <pc:spChg chg="mod">
          <ac:chgData name="Chad Furl" userId="e1f063c0-f891-481e-b162-0b825299f031" providerId="ADAL" clId="{3E978C21-B3D0-4285-96BE-5AD851B5E1C0}" dt="2026-08-11T18:27:30.119" v="4361" actId="27636"/>
          <ac:spMkLst>
            <pc:docMk/>
            <pc:sldMk cId="989004632" sldId="278"/>
            <ac:spMk id="23" creationId="{0FA482F5-4F94-9225-DB87-0E7E2B0383D8}"/>
          </ac:spMkLst>
        </pc:spChg>
        <pc:picChg chg="add mod modCrop">
          <ac:chgData name="Chad Furl" userId="e1f063c0-f891-481e-b162-0b825299f031" providerId="ADAL" clId="{3E978C21-B3D0-4285-96BE-5AD851B5E1C0}" dt="2026-08-11T18:29:31.445" v="4403" actId="1076"/>
          <ac:picMkLst>
            <pc:docMk/>
            <pc:sldMk cId="989004632" sldId="278"/>
            <ac:picMk id="25" creationId="{7C1F64D8-AC50-3DD5-F508-2470083254B6}"/>
          </ac:picMkLst>
        </pc:picChg>
      </pc:sldChg>
      <pc:sldChg chg="modSp add mod">
        <pc:chgData name="Chad Furl" userId="e1f063c0-f891-481e-b162-0b825299f031" providerId="ADAL" clId="{3E978C21-B3D0-4285-96BE-5AD851B5E1C0}" dt="2026-08-25T19:27:42.535" v="5991" actId="14100"/>
        <pc:sldMkLst>
          <pc:docMk/>
          <pc:sldMk cId="1584524781" sldId="279"/>
        </pc:sldMkLst>
        <pc:spChg chg="mod">
          <ac:chgData name="Chad Furl" userId="e1f063c0-f891-481e-b162-0b825299f031" providerId="ADAL" clId="{3E978C21-B3D0-4285-96BE-5AD851B5E1C0}" dt="2026-08-10T19:28:39.681" v="1918" actId="20577"/>
          <ac:spMkLst>
            <pc:docMk/>
            <pc:sldMk cId="1584524781" sldId="279"/>
            <ac:spMk id="6" creationId="{30681F45-389A-1C88-537D-73A609998762}"/>
          </ac:spMkLst>
        </pc:spChg>
        <pc:spChg chg="mod">
          <ac:chgData name="Chad Furl" userId="e1f063c0-f891-481e-b162-0b825299f031" providerId="ADAL" clId="{3E978C21-B3D0-4285-96BE-5AD851B5E1C0}" dt="2026-08-25T19:27:42.535" v="5991" actId="14100"/>
          <ac:spMkLst>
            <pc:docMk/>
            <pc:sldMk cId="1584524781" sldId="279"/>
            <ac:spMk id="29" creationId="{A8B4C846-5340-DD71-3317-D0BDF2968340}"/>
          </ac:spMkLst>
        </pc:spChg>
        <pc:spChg chg="mod">
          <ac:chgData name="Chad Furl" userId="e1f063c0-f891-481e-b162-0b825299f031" providerId="ADAL" clId="{3E978C21-B3D0-4285-96BE-5AD851B5E1C0}" dt="2026-08-20T21:21:11.230" v="5063" actId="1035"/>
          <ac:spMkLst>
            <pc:docMk/>
            <pc:sldMk cId="1584524781" sldId="279"/>
            <ac:spMk id="35" creationId="{A51270C4-86BA-1CEA-B36F-00496C216742}"/>
          </ac:spMkLst>
        </pc:spChg>
        <pc:spChg chg="mod">
          <ac:chgData name="Chad Furl" userId="e1f063c0-f891-481e-b162-0b825299f031" providerId="ADAL" clId="{3E978C21-B3D0-4285-96BE-5AD851B5E1C0}" dt="2026-08-20T21:21:19.492" v="5073" actId="1036"/>
          <ac:spMkLst>
            <pc:docMk/>
            <pc:sldMk cId="1584524781" sldId="279"/>
            <ac:spMk id="37" creationId="{A7C5DE3D-485C-D755-42FD-C92CFF0CD379}"/>
          </ac:spMkLst>
        </pc:spChg>
        <pc:spChg chg="mod">
          <ac:chgData name="Chad Furl" userId="e1f063c0-f891-481e-b162-0b825299f031" providerId="ADAL" clId="{3E978C21-B3D0-4285-96BE-5AD851B5E1C0}" dt="2026-08-20T21:21:19.492" v="5073" actId="1036"/>
          <ac:spMkLst>
            <pc:docMk/>
            <pc:sldMk cId="1584524781" sldId="279"/>
            <ac:spMk id="39" creationId="{6AADF01C-4338-AAE1-25FA-32E52386A9FA}"/>
          </ac:spMkLst>
        </pc:spChg>
      </pc:sldChg>
      <pc:sldChg chg="modSp add del mod">
        <pc:chgData name="Chad Furl" userId="e1f063c0-f891-481e-b162-0b825299f031" providerId="ADAL" clId="{3E978C21-B3D0-4285-96BE-5AD851B5E1C0}" dt="2026-08-24T20:49:11.302" v="5971" actId="47"/>
        <pc:sldMkLst>
          <pc:docMk/>
          <pc:sldMk cId="2028975278" sldId="280"/>
        </pc:sldMkLst>
      </pc:sldChg>
      <pc:sldChg chg="modSp add del mod">
        <pc:chgData name="Chad Furl" userId="e1f063c0-f891-481e-b162-0b825299f031" providerId="ADAL" clId="{3E978C21-B3D0-4285-96BE-5AD851B5E1C0}" dt="2026-08-24T20:49:17.554" v="5972" actId="47"/>
        <pc:sldMkLst>
          <pc:docMk/>
          <pc:sldMk cId="1538029722" sldId="281"/>
        </pc:sldMkLst>
      </pc:sldChg>
      <pc:sldChg chg="addSp modSp add mod">
        <pc:chgData name="Chad Furl" userId="e1f063c0-f891-481e-b162-0b825299f031" providerId="ADAL" clId="{3E978C21-B3D0-4285-96BE-5AD851B5E1C0}" dt="2026-08-11T13:31:02.078" v="2189" actId="1076"/>
        <pc:sldMkLst>
          <pc:docMk/>
          <pc:sldMk cId="3380891519" sldId="283"/>
        </pc:sldMkLst>
        <pc:spChg chg="mod">
          <ac:chgData name="Chad Furl" userId="e1f063c0-f891-481e-b162-0b825299f031" providerId="ADAL" clId="{3E978C21-B3D0-4285-96BE-5AD851B5E1C0}" dt="2026-08-11T13:30:49.050" v="2188" actId="1076"/>
          <ac:spMkLst>
            <pc:docMk/>
            <pc:sldMk cId="3380891519" sldId="283"/>
            <ac:spMk id="2" creationId="{BB24E03F-827D-28D5-4F68-9261FEDD3049}"/>
          </ac:spMkLst>
        </pc:spChg>
        <pc:spChg chg="add mod">
          <ac:chgData name="Chad Furl" userId="e1f063c0-f891-481e-b162-0b825299f031" providerId="ADAL" clId="{3E978C21-B3D0-4285-96BE-5AD851B5E1C0}" dt="2026-08-11T13:31:02.078" v="2189" actId="1076"/>
          <ac:spMkLst>
            <pc:docMk/>
            <pc:sldMk cId="3380891519" sldId="283"/>
            <ac:spMk id="8" creationId="{21F2CBF3-C9C1-EB55-12DA-9AC2701C5E65}"/>
          </ac:spMkLst>
        </pc:spChg>
      </pc:sldChg>
      <pc:sldChg chg="addSp delSp modSp add mod">
        <pc:chgData name="Chad Furl" userId="e1f063c0-f891-481e-b162-0b825299f031" providerId="ADAL" clId="{3E978C21-B3D0-4285-96BE-5AD851B5E1C0}" dt="2026-08-11T16:22:04.683" v="3428" actId="20577"/>
        <pc:sldMkLst>
          <pc:docMk/>
          <pc:sldMk cId="5022066" sldId="284"/>
        </pc:sldMkLst>
        <pc:spChg chg="add mod">
          <ac:chgData name="Chad Furl" userId="e1f063c0-f891-481e-b162-0b825299f031" providerId="ADAL" clId="{3E978C21-B3D0-4285-96BE-5AD851B5E1C0}" dt="2026-08-11T14:02:22.355" v="2281" actId="20577"/>
          <ac:spMkLst>
            <pc:docMk/>
            <pc:sldMk cId="5022066" sldId="284"/>
            <ac:spMk id="15" creationId="{20A94749-30BE-F86F-744A-B558B5B56310}"/>
          </ac:spMkLst>
        </pc:spChg>
        <pc:spChg chg="mod">
          <ac:chgData name="Chad Furl" userId="e1f063c0-f891-481e-b162-0b825299f031" providerId="ADAL" clId="{3E978C21-B3D0-4285-96BE-5AD851B5E1C0}" dt="2026-08-11T16:22:04.683" v="3428" actId="20577"/>
          <ac:spMkLst>
            <pc:docMk/>
            <pc:sldMk cId="5022066" sldId="284"/>
            <ac:spMk id="20" creationId="{8052F829-25F8-7068-6477-68C7210814CD}"/>
          </ac:spMkLst>
        </pc:spChg>
        <pc:picChg chg="add mod modCrop">
          <ac:chgData name="Chad Furl" userId="e1f063c0-f891-481e-b162-0b825299f031" providerId="ADAL" clId="{3E978C21-B3D0-4285-96BE-5AD851B5E1C0}" dt="2026-08-11T13:33:04.352" v="2200" actId="1076"/>
          <ac:picMkLst>
            <pc:docMk/>
            <pc:sldMk cId="5022066" sldId="284"/>
            <ac:picMk id="13" creationId="{D421E582-D235-7692-54D4-06953D739B20}"/>
          </ac:picMkLst>
        </pc:picChg>
        <pc:picChg chg="add mod modCrop">
          <ac:chgData name="Chad Furl" userId="e1f063c0-f891-481e-b162-0b825299f031" providerId="ADAL" clId="{3E978C21-B3D0-4285-96BE-5AD851B5E1C0}" dt="2026-08-11T16:05:00.308" v="3158" actId="1076"/>
          <ac:picMkLst>
            <pc:docMk/>
            <pc:sldMk cId="5022066" sldId="284"/>
            <ac:picMk id="16" creationId="{5674D30B-3CB5-557A-E916-B116019EB9F8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4T20:17:52.585" v="5468" actId="1037"/>
        <pc:sldMkLst>
          <pc:docMk/>
          <pc:sldMk cId="3032059316" sldId="286"/>
        </pc:sldMkLst>
        <pc:spChg chg="mod">
          <ac:chgData name="Chad Furl" userId="e1f063c0-f891-481e-b162-0b825299f031" providerId="ADAL" clId="{3E978C21-B3D0-4285-96BE-5AD851B5E1C0}" dt="2026-08-24T20:17:37.842" v="5457" actId="14100"/>
          <ac:spMkLst>
            <pc:docMk/>
            <pc:sldMk cId="3032059316" sldId="286"/>
            <ac:spMk id="6" creationId="{B60DF58C-4BF6-BA61-9EBC-51B874243EC6}"/>
          </ac:spMkLst>
        </pc:spChg>
        <pc:spChg chg="del mod">
          <ac:chgData name="Chad Furl" userId="e1f063c0-f891-481e-b162-0b825299f031" providerId="ADAL" clId="{3E978C21-B3D0-4285-96BE-5AD851B5E1C0}" dt="2026-08-24T20:17:15.141" v="5452" actId="478"/>
          <ac:spMkLst>
            <pc:docMk/>
            <pc:sldMk cId="3032059316" sldId="286"/>
            <ac:spMk id="7" creationId="{4ED8C6E0-F3E9-7B54-05DA-7511E12B7D58}"/>
          </ac:spMkLst>
        </pc:spChg>
        <pc:spChg chg="del">
          <ac:chgData name="Chad Furl" userId="e1f063c0-f891-481e-b162-0b825299f031" providerId="ADAL" clId="{3E978C21-B3D0-4285-96BE-5AD851B5E1C0}" dt="2026-08-24T20:17:11.639" v="5449" actId="478"/>
          <ac:spMkLst>
            <pc:docMk/>
            <pc:sldMk cId="3032059316" sldId="286"/>
            <ac:spMk id="8" creationId="{E63DB12E-FED3-7F8B-6B24-387B1169BE25}"/>
          </ac:spMkLst>
        </pc:spChg>
        <pc:spChg chg="del">
          <ac:chgData name="Chad Furl" userId="e1f063c0-f891-481e-b162-0b825299f031" providerId="ADAL" clId="{3E978C21-B3D0-4285-96BE-5AD851B5E1C0}" dt="2026-08-24T20:17:07.374" v="5448" actId="478"/>
          <ac:spMkLst>
            <pc:docMk/>
            <pc:sldMk cId="3032059316" sldId="286"/>
            <ac:spMk id="10" creationId="{54110659-031A-08F4-ED23-37FE67098C0F}"/>
          </ac:spMkLst>
        </pc:spChg>
        <pc:spChg chg="del mod">
          <ac:chgData name="Chad Furl" userId="e1f063c0-f891-481e-b162-0b825299f031" providerId="ADAL" clId="{3E978C21-B3D0-4285-96BE-5AD851B5E1C0}" dt="2026-08-24T20:17:14.318" v="5451" actId="478"/>
          <ac:spMkLst>
            <pc:docMk/>
            <pc:sldMk cId="3032059316" sldId="286"/>
            <ac:spMk id="20" creationId="{8B001F28-C13B-000E-920B-DEEB3DF4AD9D}"/>
          </ac:spMkLst>
        </pc:spChg>
        <pc:picChg chg="add mod">
          <ac:chgData name="Chad Furl" userId="e1f063c0-f891-481e-b162-0b825299f031" providerId="ADAL" clId="{3E978C21-B3D0-4285-96BE-5AD851B5E1C0}" dt="2026-08-24T20:17:52.585" v="5468" actId="1037"/>
          <ac:picMkLst>
            <pc:docMk/>
            <pc:sldMk cId="3032059316" sldId="286"/>
            <ac:picMk id="13" creationId="{D05CF086-A89E-5142-D41B-74427C721C17}"/>
          </ac:picMkLst>
        </pc:picChg>
      </pc:sldChg>
      <pc:sldChg chg="addSp delSp modSp add mod setBg">
        <pc:chgData name="Chad Furl" userId="e1f063c0-f891-481e-b162-0b825299f031" providerId="ADAL" clId="{3E978C21-B3D0-4285-96BE-5AD851B5E1C0}" dt="2026-08-24T20:18:07.704" v="5470" actId="478"/>
        <pc:sldMkLst>
          <pc:docMk/>
          <pc:sldMk cId="1643088688" sldId="287"/>
        </pc:sldMkLst>
        <pc:spChg chg="mod">
          <ac:chgData name="Chad Furl" userId="e1f063c0-f891-481e-b162-0b825299f031" providerId="ADAL" clId="{3E978C21-B3D0-4285-96BE-5AD851B5E1C0}" dt="2026-08-11T14:18:28.477" v="2786" actId="1076"/>
          <ac:spMkLst>
            <pc:docMk/>
            <pc:sldMk cId="1643088688" sldId="287"/>
            <ac:spMk id="2" creationId="{D2DD0B9A-5E7A-6D5A-11EC-101592CB5D6F}"/>
          </ac:spMkLst>
        </pc:spChg>
        <pc:spChg chg="mod">
          <ac:chgData name="Chad Furl" userId="e1f063c0-f891-481e-b162-0b825299f031" providerId="ADAL" clId="{3E978C21-B3D0-4285-96BE-5AD851B5E1C0}" dt="2026-08-11T14:11:46.129" v="2381" actId="20577"/>
          <ac:spMkLst>
            <pc:docMk/>
            <pc:sldMk cId="1643088688" sldId="287"/>
            <ac:spMk id="6" creationId="{157AB688-EAB2-13C7-BE30-784C9EB46BE4}"/>
          </ac:spMkLst>
        </pc:spChg>
        <pc:spChg chg="mod">
          <ac:chgData name="Chad Furl" userId="e1f063c0-f891-481e-b162-0b825299f031" providerId="ADAL" clId="{3E978C21-B3D0-4285-96BE-5AD851B5E1C0}" dt="2026-08-11T14:05:28.441" v="2354" actId="6549"/>
          <ac:spMkLst>
            <pc:docMk/>
            <pc:sldMk cId="1643088688" sldId="287"/>
            <ac:spMk id="7" creationId="{48A7C8B7-76A3-AF14-2DC5-9E6CCF94A32F}"/>
          </ac:spMkLst>
        </pc:spChg>
        <pc:spChg chg="del">
          <ac:chgData name="Chad Furl" userId="e1f063c0-f891-481e-b162-0b825299f031" providerId="ADAL" clId="{3E978C21-B3D0-4285-96BE-5AD851B5E1C0}" dt="2026-08-24T20:18:03.242" v="5469" actId="478"/>
          <ac:spMkLst>
            <pc:docMk/>
            <pc:sldMk cId="1643088688" sldId="287"/>
            <ac:spMk id="8" creationId="{35B19285-8D62-36EF-8107-3B45C412928F}"/>
          </ac:spMkLst>
        </pc:spChg>
        <pc:spChg chg="del">
          <ac:chgData name="Chad Furl" userId="e1f063c0-f891-481e-b162-0b825299f031" providerId="ADAL" clId="{3E978C21-B3D0-4285-96BE-5AD851B5E1C0}" dt="2026-08-24T20:18:07.704" v="5470" actId="478"/>
          <ac:spMkLst>
            <pc:docMk/>
            <pc:sldMk cId="1643088688" sldId="287"/>
            <ac:spMk id="9" creationId="{406DE6D3-E35A-984D-1F92-F5F62DFB9C57}"/>
          </ac:spMkLst>
        </pc:spChg>
        <pc:spChg chg="mod">
          <ac:chgData name="Chad Furl" userId="e1f063c0-f891-481e-b162-0b825299f031" providerId="ADAL" clId="{3E978C21-B3D0-4285-96BE-5AD851B5E1C0}" dt="2026-08-11T14:22:11.207" v="2935" actId="14100"/>
          <ac:spMkLst>
            <pc:docMk/>
            <pc:sldMk cId="1643088688" sldId="287"/>
            <ac:spMk id="13" creationId="{F4BC5262-6844-0609-85A3-8561DD9B2E7E}"/>
          </ac:spMkLst>
        </pc:spChg>
        <pc:spChg chg="mod">
          <ac:chgData name="Chad Furl" userId="e1f063c0-f891-481e-b162-0b825299f031" providerId="ADAL" clId="{3E978C21-B3D0-4285-96BE-5AD851B5E1C0}" dt="2026-08-11T14:15:17.907" v="2436" actId="20577"/>
          <ac:spMkLst>
            <pc:docMk/>
            <pc:sldMk cId="1643088688" sldId="287"/>
            <ac:spMk id="14" creationId="{86F79B5C-BFF8-F77F-7F03-0F2B43EAD741}"/>
          </ac:spMkLst>
        </pc:spChg>
        <pc:spChg chg="mod">
          <ac:chgData name="Chad Furl" userId="e1f063c0-f891-481e-b162-0b825299f031" providerId="ADAL" clId="{3E978C21-B3D0-4285-96BE-5AD851B5E1C0}" dt="2026-08-11T14:21:28.195" v="2926" actId="6549"/>
          <ac:spMkLst>
            <pc:docMk/>
            <pc:sldMk cId="1643088688" sldId="287"/>
            <ac:spMk id="15" creationId="{FCBC6E98-E85B-3B81-1396-447C4E179C7A}"/>
          </ac:spMkLst>
        </pc:spChg>
        <pc:spChg chg="mod">
          <ac:chgData name="Chad Furl" userId="e1f063c0-f891-481e-b162-0b825299f031" providerId="ADAL" clId="{3E978C21-B3D0-4285-96BE-5AD851B5E1C0}" dt="2026-08-11T14:15:30.744" v="2449" actId="20577"/>
          <ac:spMkLst>
            <pc:docMk/>
            <pc:sldMk cId="1643088688" sldId="287"/>
            <ac:spMk id="16" creationId="{18BA0FE7-A738-22E9-946B-DD642A554247}"/>
          </ac:spMkLst>
        </pc:spChg>
        <pc:spChg chg="mod">
          <ac:chgData name="Chad Furl" userId="e1f063c0-f891-481e-b162-0b825299f031" providerId="ADAL" clId="{3E978C21-B3D0-4285-96BE-5AD851B5E1C0}" dt="2026-08-11T14:21:22.102" v="2925" actId="1035"/>
          <ac:spMkLst>
            <pc:docMk/>
            <pc:sldMk cId="1643088688" sldId="287"/>
            <ac:spMk id="17" creationId="{75C5677C-0082-A24A-A7F8-CB8D5904C336}"/>
          </ac:spMkLst>
        </pc:spChg>
        <pc:spChg chg="mod">
          <ac:chgData name="Chad Furl" userId="e1f063c0-f891-481e-b162-0b825299f031" providerId="ADAL" clId="{3E978C21-B3D0-4285-96BE-5AD851B5E1C0}" dt="2026-08-11T14:21:32.818" v="2927" actId="6549"/>
          <ac:spMkLst>
            <pc:docMk/>
            <pc:sldMk cId="1643088688" sldId="287"/>
            <ac:spMk id="18" creationId="{AB473F10-F07C-7E54-A995-B3DCEC09BEF6}"/>
          </ac:spMkLst>
        </pc:spChg>
        <pc:spChg chg="mod">
          <ac:chgData name="Chad Furl" userId="e1f063c0-f891-481e-b162-0b825299f031" providerId="ADAL" clId="{3E978C21-B3D0-4285-96BE-5AD851B5E1C0}" dt="2026-08-11T16:47:44.887" v="3886" actId="20577"/>
          <ac:spMkLst>
            <pc:docMk/>
            <pc:sldMk cId="1643088688" sldId="287"/>
            <ac:spMk id="19" creationId="{F5E2BF07-94F7-83EB-C5C4-6EE9D09C9A11}"/>
          </ac:spMkLst>
        </pc:spChg>
        <pc:spChg chg="mod">
          <ac:chgData name="Chad Furl" userId="e1f063c0-f891-481e-b162-0b825299f031" providerId="ADAL" clId="{3E978C21-B3D0-4285-96BE-5AD851B5E1C0}" dt="2026-08-11T14:20:33.425" v="2817" actId="1036"/>
          <ac:spMkLst>
            <pc:docMk/>
            <pc:sldMk cId="1643088688" sldId="287"/>
            <ac:spMk id="20" creationId="{79F491B2-E6B7-C904-5479-E3D187BC7F4C}"/>
          </ac:spMkLst>
        </pc:spChg>
        <pc:spChg chg="mod">
          <ac:chgData name="Chad Furl" userId="e1f063c0-f891-481e-b162-0b825299f031" providerId="ADAL" clId="{3E978C21-B3D0-4285-96BE-5AD851B5E1C0}" dt="2026-08-11T14:21:37.185" v="2928" actId="6549"/>
          <ac:spMkLst>
            <pc:docMk/>
            <pc:sldMk cId="1643088688" sldId="287"/>
            <ac:spMk id="21" creationId="{774FE3C0-B49A-2A80-04D6-8C862474C569}"/>
          </ac:spMkLst>
        </pc:spChg>
        <pc:spChg chg="mod">
          <ac:chgData name="Chad Furl" userId="e1f063c0-f891-481e-b162-0b825299f031" providerId="ADAL" clId="{3E978C21-B3D0-4285-96BE-5AD851B5E1C0}" dt="2026-08-11T16:47:55.017" v="3902" actId="20577"/>
          <ac:spMkLst>
            <pc:docMk/>
            <pc:sldMk cId="1643088688" sldId="287"/>
            <ac:spMk id="22" creationId="{8924B80F-92E0-8E58-F26C-2F918C4D4869}"/>
          </ac:spMkLst>
        </pc:spChg>
        <pc:spChg chg="mod">
          <ac:chgData name="Chad Furl" userId="e1f063c0-f891-481e-b162-0b825299f031" providerId="ADAL" clId="{3E978C21-B3D0-4285-96BE-5AD851B5E1C0}" dt="2026-08-11T15:59:01.215" v="3133" actId="27636"/>
          <ac:spMkLst>
            <pc:docMk/>
            <pc:sldMk cId="1643088688" sldId="287"/>
            <ac:spMk id="23" creationId="{E5AAB710-2E54-916A-1ED3-A96B9A867F88}"/>
          </ac:spMkLst>
        </pc:spChg>
        <pc:spChg chg="add mod">
          <ac:chgData name="Chad Furl" userId="e1f063c0-f891-481e-b162-0b825299f031" providerId="ADAL" clId="{3E978C21-B3D0-4285-96BE-5AD851B5E1C0}" dt="2026-08-11T14:22:01.694" v="2933" actId="14100"/>
          <ac:spMkLst>
            <pc:docMk/>
            <pc:sldMk cId="1643088688" sldId="287"/>
            <ac:spMk id="27" creationId="{ECF2EA35-5D32-576B-F767-0AFE52C6CA77}"/>
          </ac:spMkLst>
        </pc:spChg>
        <pc:spChg chg="add mod">
          <ac:chgData name="Chad Furl" userId="e1f063c0-f891-481e-b162-0b825299f031" providerId="ADAL" clId="{3E978C21-B3D0-4285-96BE-5AD851B5E1C0}" dt="2026-08-11T14:24:19.480" v="3017" actId="404"/>
          <ac:spMkLst>
            <pc:docMk/>
            <pc:sldMk cId="1643088688" sldId="287"/>
            <ac:spMk id="28" creationId="{206525D7-3B82-1148-C247-ECBAF1426635}"/>
          </ac:spMkLst>
        </pc:spChg>
        <pc:picChg chg="add del mod">
          <ac:chgData name="Chad Furl" userId="e1f063c0-f891-481e-b162-0b825299f031" providerId="ADAL" clId="{3E978C21-B3D0-4285-96BE-5AD851B5E1C0}" dt="2026-08-11T14:10:43.155" v="2370" actId="1076"/>
          <ac:picMkLst>
            <pc:docMk/>
            <pc:sldMk cId="1643088688" sldId="287"/>
            <ac:picMk id="25" creationId="{C54C01E3-BBCA-6729-E728-575DA72A0CCB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4T20:22:33.935" v="5622" actId="20577"/>
        <pc:sldMkLst>
          <pc:docMk/>
          <pc:sldMk cId="3398460120" sldId="289"/>
        </pc:sldMkLst>
        <pc:spChg chg="mod">
          <ac:chgData name="Chad Furl" userId="e1f063c0-f891-481e-b162-0b825299f031" providerId="ADAL" clId="{3E978C21-B3D0-4285-96BE-5AD851B5E1C0}" dt="2026-08-24T20:22:10.740" v="5607" actId="14100"/>
          <ac:spMkLst>
            <pc:docMk/>
            <pc:sldMk cId="3398460120" sldId="289"/>
            <ac:spMk id="18" creationId="{7D270370-2D59-D305-57E3-EBFB1D043385}"/>
          </ac:spMkLst>
        </pc:spChg>
        <pc:spChg chg="mod">
          <ac:chgData name="Chad Furl" userId="e1f063c0-f891-481e-b162-0b825299f031" providerId="ADAL" clId="{3E978C21-B3D0-4285-96BE-5AD851B5E1C0}" dt="2026-08-24T20:22:33.935" v="5622" actId="20577"/>
          <ac:spMkLst>
            <pc:docMk/>
            <pc:sldMk cId="3398460120" sldId="289"/>
            <ac:spMk id="19" creationId="{F24108C3-41A0-BEA7-39C1-E4FC808EB0A2}"/>
          </ac:spMkLst>
        </pc:spChg>
        <pc:picChg chg="add mod ord">
          <ac:chgData name="Chad Furl" userId="e1f063c0-f891-481e-b162-0b825299f031" providerId="ADAL" clId="{3E978C21-B3D0-4285-96BE-5AD851B5E1C0}" dt="2026-08-11T16:01:40.658" v="3151" actId="171"/>
          <ac:picMkLst>
            <pc:docMk/>
            <pc:sldMk cId="3398460120" sldId="289"/>
            <ac:picMk id="12" creationId="{8918331F-DB79-0A74-6B07-7A5DCAB35648}"/>
          </ac:picMkLst>
        </pc:picChg>
      </pc:sldChg>
      <pc:sldChg chg="addSp delSp modSp add mod ord">
        <pc:chgData name="Chad Furl" userId="e1f063c0-f891-481e-b162-0b825299f031" providerId="ADAL" clId="{3E978C21-B3D0-4285-96BE-5AD851B5E1C0}" dt="2026-08-20T20:54:02.104" v="4841" actId="1076"/>
        <pc:sldMkLst>
          <pc:docMk/>
          <pc:sldMk cId="1587184410" sldId="290"/>
        </pc:sldMkLst>
        <pc:spChg chg="mod ord">
          <ac:chgData name="Chad Furl" userId="e1f063c0-f891-481e-b162-0b825299f031" providerId="ADAL" clId="{3E978C21-B3D0-4285-96BE-5AD851B5E1C0}" dt="2026-08-20T20:53:51.267" v="4840" actId="1076"/>
          <ac:spMkLst>
            <pc:docMk/>
            <pc:sldMk cId="1587184410" sldId="290"/>
            <ac:spMk id="7" creationId="{2E8292DB-057A-EDFC-CDA8-7EA5942BF342}"/>
          </ac:spMkLst>
        </pc:spChg>
        <pc:spChg chg="mod">
          <ac:chgData name="Chad Furl" userId="e1f063c0-f891-481e-b162-0b825299f031" providerId="ADAL" clId="{3E978C21-B3D0-4285-96BE-5AD851B5E1C0}" dt="2026-08-20T20:54:02.104" v="4841" actId="1076"/>
          <ac:spMkLst>
            <pc:docMk/>
            <pc:sldMk cId="1587184410" sldId="290"/>
            <ac:spMk id="10" creationId="{E9444992-DFF2-025A-FBCF-5523B3493C0B}"/>
          </ac:spMkLst>
        </pc:spChg>
        <pc:spChg chg="mod">
          <ac:chgData name="Chad Furl" userId="e1f063c0-f891-481e-b162-0b825299f031" providerId="ADAL" clId="{3E978C21-B3D0-4285-96BE-5AD851B5E1C0}" dt="2026-08-20T20:53:51.267" v="4840" actId="1076"/>
          <ac:spMkLst>
            <pc:docMk/>
            <pc:sldMk cId="1587184410" sldId="290"/>
            <ac:spMk id="11" creationId="{E20B16C7-01D9-394E-010C-AD6D6392781D}"/>
          </ac:spMkLst>
        </pc:spChg>
        <pc:spChg chg="mod">
          <ac:chgData name="Chad Furl" userId="e1f063c0-f891-481e-b162-0b825299f031" providerId="ADAL" clId="{3E978C21-B3D0-4285-96BE-5AD851B5E1C0}" dt="2026-08-11T16:30:09.940" v="3759" actId="20577"/>
          <ac:spMkLst>
            <pc:docMk/>
            <pc:sldMk cId="1587184410" sldId="290"/>
            <ac:spMk id="21" creationId="{6BB0603E-F059-E171-D9F2-05B57DBA576E}"/>
          </ac:spMkLst>
        </pc:spChg>
        <pc:picChg chg="mod">
          <ac:chgData name="Chad Furl" userId="e1f063c0-f891-481e-b162-0b825299f031" providerId="ADAL" clId="{3E978C21-B3D0-4285-96BE-5AD851B5E1C0}" dt="2026-08-20T20:53:39.775" v="4839" actId="1076"/>
          <ac:picMkLst>
            <pc:docMk/>
            <pc:sldMk cId="1587184410" sldId="290"/>
            <ac:picMk id="14" creationId="{7B8BE42D-7349-19E3-8951-3500DE6BDC1C}"/>
          </ac:picMkLst>
        </pc:picChg>
        <pc:picChg chg="add mod modCrop">
          <ac:chgData name="Chad Furl" userId="e1f063c0-f891-481e-b162-0b825299f031" providerId="ADAL" clId="{3E978C21-B3D0-4285-96BE-5AD851B5E1C0}" dt="2026-08-20T20:53:39.775" v="4839" actId="1076"/>
          <ac:picMkLst>
            <pc:docMk/>
            <pc:sldMk cId="1587184410" sldId="290"/>
            <ac:picMk id="15" creationId="{56086D04-4AA1-FF8C-66D5-EB0DD54BAA33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4T20:31:20.202" v="5844" actId="20577"/>
        <pc:sldMkLst>
          <pc:docMk/>
          <pc:sldMk cId="2618440478" sldId="291"/>
        </pc:sldMkLst>
        <pc:spChg chg="mod">
          <ac:chgData name="Chad Furl" userId="e1f063c0-f891-481e-b162-0b825299f031" providerId="ADAL" clId="{3E978C21-B3D0-4285-96BE-5AD851B5E1C0}" dt="2026-08-11T18:30:10.340" v="4429" actId="20577"/>
          <ac:spMkLst>
            <pc:docMk/>
            <pc:sldMk cId="2618440478" sldId="291"/>
            <ac:spMk id="6" creationId="{E8001144-EDBC-0BFC-9264-689ACB6679AF}"/>
          </ac:spMkLst>
        </pc:spChg>
        <pc:spChg chg="mod">
          <ac:chgData name="Chad Furl" userId="e1f063c0-f891-481e-b162-0b825299f031" providerId="ADAL" clId="{3E978C21-B3D0-4285-96BE-5AD851B5E1C0}" dt="2026-08-24T20:30:27.723" v="5732" actId="14100"/>
          <ac:spMkLst>
            <pc:docMk/>
            <pc:sldMk cId="2618440478" sldId="291"/>
            <ac:spMk id="7" creationId="{D75A8E79-84A4-9E5C-B049-DE5C32F2388B}"/>
          </ac:spMkLst>
        </pc:spChg>
        <pc:spChg chg="del">
          <ac:chgData name="Chad Furl" userId="e1f063c0-f891-481e-b162-0b825299f031" providerId="ADAL" clId="{3E978C21-B3D0-4285-96BE-5AD851B5E1C0}" dt="2026-08-24T20:30:21.367" v="5731" actId="478"/>
          <ac:spMkLst>
            <pc:docMk/>
            <pc:sldMk cId="2618440478" sldId="291"/>
            <ac:spMk id="8" creationId="{69BF26AD-7AC9-BE69-FFC8-A39350C4BFC3}"/>
          </ac:spMkLst>
        </pc:spChg>
        <pc:spChg chg="mod">
          <ac:chgData name="Chad Furl" userId="e1f063c0-f891-481e-b162-0b825299f031" providerId="ADAL" clId="{3E978C21-B3D0-4285-96BE-5AD851B5E1C0}" dt="2026-08-11T18:30:26.260" v="4459" actId="20577"/>
          <ac:spMkLst>
            <pc:docMk/>
            <pc:sldMk cId="2618440478" sldId="291"/>
            <ac:spMk id="10" creationId="{80C0BF1B-6F0C-7B9E-BA97-DB3A30C327DE}"/>
          </ac:spMkLst>
        </pc:spChg>
        <pc:spChg chg="mod">
          <ac:chgData name="Chad Furl" userId="e1f063c0-f891-481e-b162-0b825299f031" providerId="ADAL" clId="{3E978C21-B3D0-4285-96BE-5AD851B5E1C0}" dt="2026-08-11T19:24:26.711" v="4733" actId="27636"/>
          <ac:spMkLst>
            <pc:docMk/>
            <pc:sldMk cId="2618440478" sldId="291"/>
            <ac:spMk id="11" creationId="{2771EC15-EEDD-5E96-6895-79180F0E20B0}"/>
          </ac:spMkLst>
        </pc:spChg>
        <pc:spChg chg="mod">
          <ac:chgData name="Chad Furl" userId="e1f063c0-f891-481e-b162-0b825299f031" providerId="ADAL" clId="{3E978C21-B3D0-4285-96BE-5AD851B5E1C0}" dt="2026-08-24T20:31:20.202" v="5844" actId="20577"/>
          <ac:spMkLst>
            <pc:docMk/>
            <pc:sldMk cId="2618440478" sldId="291"/>
            <ac:spMk id="20" creationId="{4B97D37B-8DB4-63FB-73F6-5DCFB2066FF7}"/>
          </ac:spMkLst>
        </pc:spChg>
        <pc:picChg chg="add mod">
          <ac:chgData name="Chad Furl" userId="e1f063c0-f891-481e-b162-0b825299f031" providerId="ADAL" clId="{3E978C21-B3D0-4285-96BE-5AD851B5E1C0}" dt="2026-08-11T19:18:36.559" v="4474" actId="1076"/>
          <ac:picMkLst>
            <pc:docMk/>
            <pc:sldMk cId="2618440478" sldId="291"/>
            <ac:picMk id="22" creationId="{F6D414B9-6F21-773F-193B-7DAAA5F7C43A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4T20:31:54.806" v="5923" actId="478"/>
        <pc:sldMkLst>
          <pc:docMk/>
          <pc:sldMk cId="2469971430" sldId="292"/>
        </pc:sldMkLst>
        <pc:spChg chg="mod">
          <ac:chgData name="Chad Furl" userId="e1f063c0-f891-481e-b162-0b825299f031" providerId="ADAL" clId="{3E978C21-B3D0-4285-96BE-5AD851B5E1C0}" dt="2026-08-11T19:29:50.129" v="4765" actId="14100"/>
          <ac:spMkLst>
            <pc:docMk/>
            <pc:sldMk cId="2469971430" sldId="292"/>
            <ac:spMk id="7" creationId="{580AAF6C-84A0-8444-C520-5F73BC760BD2}"/>
          </ac:spMkLst>
        </pc:spChg>
        <pc:spChg chg="del">
          <ac:chgData name="Chad Furl" userId="e1f063c0-f891-481e-b162-0b825299f031" providerId="ADAL" clId="{3E978C21-B3D0-4285-96BE-5AD851B5E1C0}" dt="2026-08-24T20:31:54.806" v="5923" actId="478"/>
          <ac:spMkLst>
            <pc:docMk/>
            <pc:sldMk cId="2469971430" sldId="292"/>
            <ac:spMk id="8" creationId="{8CE4168E-CAB1-2EEB-47F3-0D5F34359B2F}"/>
          </ac:spMkLst>
        </pc:spChg>
        <pc:spChg chg="mod">
          <ac:chgData name="Chad Furl" userId="e1f063c0-f891-481e-b162-0b825299f031" providerId="ADAL" clId="{3E978C21-B3D0-4285-96BE-5AD851B5E1C0}" dt="2026-08-24T20:31:51.196" v="5922" actId="20577"/>
          <ac:spMkLst>
            <pc:docMk/>
            <pc:sldMk cId="2469971430" sldId="292"/>
            <ac:spMk id="20" creationId="{CF18A851-F9F2-8961-1DBC-C5C02F5569A7}"/>
          </ac:spMkLst>
        </pc:spChg>
        <pc:picChg chg="add mod modCrop">
          <ac:chgData name="Chad Furl" userId="e1f063c0-f891-481e-b162-0b825299f031" providerId="ADAL" clId="{3E978C21-B3D0-4285-96BE-5AD851B5E1C0}" dt="2026-08-11T19:29:40.153" v="4763" actId="1076"/>
          <ac:picMkLst>
            <pc:docMk/>
            <pc:sldMk cId="2469971430" sldId="292"/>
            <ac:picMk id="14" creationId="{719CF41A-315E-886C-9567-7CF55A96885F}"/>
          </ac:picMkLst>
        </pc:picChg>
      </pc:sldChg>
      <pc:sldChg chg="del">
        <pc:chgData name="Chad Furl" userId="e1f063c0-f891-481e-b162-0b825299f031" providerId="ADAL" clId="{3E978C21-B3D0-4285-96BE-5AD851B5E1C0}" dt="2026-08-24T19:58:04.391" v="5140" actId="47"/>
        <pc:sldMkLst>
          <pc:docMk/>
          <pc:sldMk cId="2367963908" sldId="293"/>
        </pc:sldMkLst>
      </pc:sldChg>
      <pc:sldChg chg="delSp modSp mod">
        <pc:chgData name="Chad Furl" userId="e1f063c0-f891-481e-b162-0b825299f031" providerId="ADAL" clId="{3E978C21-B3D0-4285-96BE-5AD851B5E1C0}" dt="2026-08-25T19:26:39.797" v="5979" actId="478"/>
        <pc:sldMkLst>
          <pc:docMk/>
          <pc:sldMk cId="1374114861" sldId="294"/>
        </pc:sldMkLst>
        <pc:spChg chg="del">
          <ac:chgData name="Chad Furl" userId="e1f063c0-f891-481e-b162-0b825299f031" providerId="ADAL" clId="{3E978C21-B3D0-4285-96BE-5AD851B5E1C0}" dt="2026-08-25T19:26:39.797" v="5979" actId="478"/>
          <ac:spMkLst>
            <pc:docMk/>
            <pc:sldMk cId="1374114861" sldId="294"/>
            <ac:spMk id="8" creationId="{9EB2A009-2327-6C6E-837B-664FC4B00CAE}"/>
          </ac:spMkLst>
        </pc:spChg>
        <pc:spChg chg="mod">
          <ac:chgData name="Chad Furl" userId="e1f063c0-f891-481e-b162-0b825299f031" providerId="ADAL" clId="{3E978C21-B3D0-4285-96BE-5AD851B5E1C0}" dt="2026-08-24T20:32:06.822" v="5963" actId="1035"/>
          <ac:spMkLst>
            <pc:docMk/>
            <pc:sldMk cId="1374114861" sldId="294"/>
            <ac:spMk id="11" creationId="{D5F10504-DA5B-4C0A-EFC4-B155FAC9B941}"/>
          </ac:spMkLst>
        </pc:spChg>
      </pc:sldChg>
      <pc:sldChg chg="addSp delSp modSp mod">
        <pc:chgData name="Chad Furl" userId="e1f063c0-f891-481e-b162-0b825299f031" providerId="ADAL" clId="{3E978C21-B3D0-4285-96BE-5AD851B5E1C0}" dt="2026-08-25T19:26:10.079" v="5978" actId="1076"/>
        <pc:sldMkLst>
          <pc:docMk/>
          <pc:sldMk cId="3090401803" sldId="295"/>
        </pc:sldMkLst>
        <pc:spChg chg="del">
          <ac:chgData name="Chad Furl" userId="e1f063c0-f891-481e-b162-0b825299f031" providerId="ADAL" clId="{3E978C21-B3D0-4285-96BE-5AD851B5E1C0}" dt="2026-08-24T20:49:02.542" v="5968" actId="478"/>
          <ac:spMkLst>
            <pc:docMk/>
            <pc:sldMk cId="3090401803" sldId="295"/>
            <ac:spMk id="7" creationId="{0271F9D8-8E19-25D6-8F94-2F6D51A1922A}"/>
          </ac:spMkLst>
        </pc:spChg>
        <pc:spChg chg="del mod">
          <ac:chgData name="Chad Furl" userId="e1f063c0-f891-481e-b162-0b825299f031" providerId="ADAL" clId="{3E978C21-B3D0-4285-96BE-5AD851B5E1C0}" dt="2026-08-24T20:49:04.417" v="5970" actId="478"/>
          <ac:spMkLst>
            <pc:docMk/>
            <pc:sldMk cId="3090401803" sldId="295"/>
            <ac:spMk id="8" creationId="{6F30BDE9-80F9-B2E9-03C5-7F474AF807D2}"/>
          </ac:spMkLst>
        </pc:spChg>
        <pc:spChg chg="del">
          <ac:chgData name="Chad Furl" userId="e1f063c0-f891-481e-b162-0b825299f031" providerId="ADAL" clId="{3E978C21-B3D0-4285-96BE-5AD851B5E1C0}" dt="2026-08-24T20:48:55.932" v="5965" actId="478"/>
          <ac:spMkLst>
            <pc:docMk/>
            <pc:sldMk cId="3090401803" sldId="295"/>
            <ac:spMk id="10" creationId="{5980D932-12E5-F5BE-12A9-372BE6592716}"/>
          </ac:spMkLst>
        </pc:spChg>
        <pc:spChg chg="del">
          <ac:chgData name="Chad Furl" userId="e1f063c0-f891-481e-b162-0b825299f031" providerId="ADAL" clId="{3E978C21-B3D0-4285-96BE-5AD851B5E1C0}" dt="2026-08-24T20:48:54.075" v="5964" actId="478"/>
          <ac:spMkLst>
            <pc:docMk/>
            <pc:sldMk cId="3090401803" sldId="295"/>
            <ac:spMk id="11" creationId="{87553506-3310-A576-1B74-42ADCA2E4796}"/>
          </ac:spMkLst>
        </pc:spChg>
        <pc:spChg chg="del">
          <ac:chgData name="Chad Furl" userId="e1f063c0-f891-481e-b162-0b825299f031" providerId="ADAL" clId="{3E978C21-B3D0-4285-96BE-5AD851B5E1C0}" dt="2026-08-24T20:49:01.131" v="5967" actId="478"/>
          <ac:spMkLst>
            <pc:docMk/>
            <pc:sldMk cId="3090401803" sldId="295"/>
            <ac:spMk id="20" creationId="{217E0848-E79C-9893-A16C-5EF6DC1B0D43}"/>
          </ac:spMkLst>
        </pc:spChg>
        <pc:spChg chg="del">
          <ac:chgData name="Chad Furl" userId="e1f063c0-f891-481e-b162-0b825299f031" providerId="ADAL" clId="{3E978C21-B3D0-4285-96BE-5AD851B5E1C0}" dt="2026-08-24T20:48:57.426" v="5966" actId="478"/>
          <ac:spMkLst>
            <pc:docMk/>
            <pc:sldMk cId="3090401803" sldId="295"/>
            <ac:spMk id="21" creationId="{C505F95F-42F8-1150-7236-AF007830B3E4}"/>
          </ac:spMkLst>
        </pc:spChg>
        <pc:picChg chg="add mod modCrop">
          <ac:chgData name="Chad Furl" userId="e1f063c0-f891-481e-b162-0b825299f031" providerId="ADAL" clId="{3E978C21-B3D0-4285-96BE-5AD851B5E1C0}" dt="2026-08-25T19:26:10.079" v="5978" actId="1076"/>
          <ac:picMkLst>
            <pc:docMk/>
            <pc:sldMk cId="3090401803" sldId="295"/>
            <ac:picMk id="8" creationId="{2D2A405F-7E30-F506-D8EB-9CBBB3D2B0EE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4T20:14:56.603" v="5417" actId="14100"/>
        <pc:sldMkLst>
          <pc:docMk/>
          <pc:sldMk cId="934722565" sldId="297"/>
        </pc:sldMkLst>
        <pc:spChg chg="mod">
          <ac:chgData name="Chad Furl" userId="e1f063c0-f891-481e-b162-0b825299f031" providerId="ADAL" clId="{3E978C21-B3D0-4285-96BE-5AD851B5E1C0}" dt="2026-08-24T20:14:44.478" v="5413" actId="1076"/>
          <ac:spMkLst>
            <pc:docMk/>
            <pc:sldMk cId="934722565" sldId="297"/>
            <ac:spMk id="6" creationId="{525063A2-83DA-E1A1-01F0-553E7DECF3B8}"/>
          </ac:spMkLst>
        </pc:spChg>
        <pc:spChg chg="mod">
          <ac:chgData name="Chad Furl" userId="e1f063c0-f891-481e-b162-0b825299f031" providerId="ADAL" clId="{3E978C21-B3D0-4285-96BE-5AD851B5E1C0}" dt="2026-08-20T20:55:00.637" v="4870" actId="1076"/>
          <ac:spMkLst>
            <pc:docMk/>
            <pc:sldMk cId="934722565" sldId="297"/>
            <ac:spMk id="7" creationId="{F08684DC-DF68-F469-5E15-8039E53F92D7}"/>
          </ac:spMkLst>
        </pc:spChg>
        <pc:spChg chg="del mod">
          <ac:chgData name="Chad Furl" userId="e1f063c0-f891-481e-b162-0b825299f031" providerId="ADAL" clId="{3E978C21-B3D0-4285-96BE-5AD851B5E1C0}" dt="2026-08-24T20:14:31.687" v="5408" actId="478"/>
          <ac:spMkLst>
            <pc:docMk/>
            <pc:sldMk cId="934722565" sldId="297"/>
            <ac:spMk id="10" creationId="{96EE8E68-CD55-1AC6-3F58-762406013EF5}"/>
          </ac:spMkLst>
        </pc:spChg>
        <pc:picChg chg="add mod">
          <ac:chgData name="Chad Furl" userId="e1f063c0-f891-481e-b162-0b825299f031" providerId="ADAL" clId="{3E978C21-B3D0-4285-96BE-5AD851B5E1C0}" dt="2026-08-24T20:14:56.603" v="5417" actId="14100"/>
          <ac:picMkLst>
            <pc:docMk/>
            <pc:sldMk cId="934722565" sldId="297"/>
            <ac:picMk id="9" creationId="{F9EC70CF-3939-68FF-752C-FFA67C695624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4T20:15:45.653" v="5429" actId="14100"/>
        <pc:sldMkLst>
          <pc:docMk/>
          <pc:sldMk cId="1653341937" sldId="298"/>
        </pc:sldMkLst>
        <pc:spChg chg="mod">
          <ac:chgData name="Chad Furl" userId="e1f063c0-f891-481e-b162-0b825299f031" providerId="ADAL" clId="{3E978C21-B3D0-4285-96BE-5AD851B5E1C0}" dt="2026-08-24T20:15:28" v="5425" actId="1038"/>
          <ac:spMkLst>
            <pc:docMk/>
            <pc:sldMk cId="1653341937" sldId="298"/>
            <ac:spMk id="6" creationId="{469D02D4-8C3F-628D-9000-6F382FBEB579}"/>
          </ac:spMkLst>
        </pc:spChg>
        <pc:spChg chg="del">
          <ac:chgData name="Chad Furl" userId="e1f063c0-f891-481e-b162-0b825299f031" providerId="ADAL" clId="{3E978C21-B3D0-4285-96BE-5AD851B5E1C0}" dt="2026-08-24T20:15:19.177" v="5422" actId="478"/>
          <ac:spMkLst>
            <pc:docMk/>
            <pc:sldMk cId="1653341937" sldId="298"/>
            <ac:spMk id="10" creationId="{357BAF27-2692-9743-D69F-280A46C33970}"/>
          </ac:spMkLst>
        </pc:spChg>
        <pc:picChg chg="add mod">
          <ac:chgData name="Chad Furl" userId="e1f063c0-f891-481e-b162-0b825299f031" providerId="ADAL" clId="{3E978C21-B3D0-4285-96BE-5AD851B5E1C0}" dt="2026-08-24T20:15:45.653" v="5429" actId="14100"/>
          <ac:picMkLst>
            <pc:docMk/>
            <pc:sldMk cId="1653341937" sldId="298"/>
            <ac:picMk id="12" creationId="{53B2E33F-E1DC-E0E8-5A25-38E439BEAFC5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0T21:16:27.176" v="5016" actId="20577"/>
        <pc:sldMkLst>
          <pc:docMk/>
          <pc:sldMk cId="3040716077" sldId="299"/>
        </pc:sldMkLst>
        <pc:spChg chg="mod">
          <ac:chgData name="Chad Furl" userId="e1f063c0-f891-481e-b162-0b825299f031" providerId="ADAL" clId="{3E978C21-B3D0-4285-96BE-5AD851B5E1C0}" dt="2026-08-20T21:16:27.176" v="5016" actId="20577"/>
          <ac:spMkLst>
            <pc:docMk/>
            <pc:sldMk cId="3040716077" sldId="299"/>
            <ac:spMk id="20" creationId="{23E3F2C1-8422-130E-9D3C-13E05E2E2CED}"/>
          </ac:spMkLst>
        </pc:spChg>
        <pc:picChg chg="add mod ord modCrop">
          <ac:chgData name="Chad Furl" userId="e1f063c0-f891-481e-b162-0b825299f031" providerId="ADAL" clId="{3E978C21-B3D0-4285-96BE-5AD851B5E1C0}" dt="2026-08-20T21:16:14.447" v="5011" actId="171"/>
          <ac:picMkLst>
            <pc:docMk/>
            <pc:sldMk cId="3040716077" sldId="299"/>
            <ac:picMk id="11" creationId="{B5C0EE71-918F-6202-8FD8-14D6D394E103}"/>
          </ac:picMkLst>
        </pc:picChg>
      </pc:sldChg>
      <pc:sldChg chg="addSp delSp modSp add mod ord">
        <pc:chgData name="Chad Furl" userId="e1f063c0-f891-481e-b162-0b825299f031" providerId="ADAL" clId="{3E978C21-B3D0-4285-96BE-5AD851B5E1C0}" dt="2026-08-24T20:13:58.619" v="5405" actId="20577"/>
        <pc:sldMkLst>
          <pc:docMk/>
          <pc:sldMk cId="2765222130" sldId="300"/>
        </pc:sldMkLst>
        <pc:spChg chg="mod">
          <ac:chgData name="Chad Furl" userId="e1f063c0-f891-481e-b162-0b825299f031" providerId="ADAL" clId="{3E978C21-B3D0-4285-96BE-5AD851B5E1C0}" dt="2026-08-24T20:11:38.628" v="5327" actId="14100"/>
          <ac:spMkLst>
            <pc:docMk/>
            <pc:sldMk cId="2765222130" sldId="300"/>
            <ac:spMk id="11" creationId="{DF0D001D-C4E0-0537-BD23-179EC6E324D5}"/>
          </ac:spMkLst>
        </pc:spChg>
        <pc:spChg chg="mod">
          <ac:chgData name="Chad Furl" userId="e1f063c0-f891-481e-b162-0b825299f031" providerId="ADAL" clId="{3E978C21-B3D0-4285-96BE-5AD851B5E1C0}" dt="2026-08-24T20:13:58.619" v="5405" actId="20577"/>
          <ac:spMkLst>
            <pc:docMk/>
            <pc:sldMk cId="2765222130" sldId="300"/>
            <ac:spMk id="20" creationId="{59B10265-A3F3-FA3C-1768-C5A9348983BA}"/>
          </ac:spMkLst>
        </pc:spChg>
        <pc:picChg chg="add mod ord">
          <ac:chgData name="Chad Furl" userId="e1f063c0-f891-481e-b162-0b825299f031" providerId="ADAL" clId="{3E978C21-B3D0-4285-96BE-5AD851B5E1C0}" dt="2026-08-24T19:58:35.393" v="5143" actId="171"/>
          <ac:picMkLst>
            <pc:docMk/>
            <pc:sldMk cId="2765222130" sldId="300"/>
            <ac:picMk id="9" creationId="{62C00E79-6C4B-A696-D601-130DBB73DC6B}"/>
          </ac:picMkLst>
        </pc:picChg>
        <pc:picChg chg="del">
          <ac:chgData name="Chad Furl" userId="e1f063c0-f891-481e-b162-0b825299f031" providerId="ADAL" clId="{3E978C21-B3D0-4285-96BE-5AD851B5E1C0}" dt="2026-08-24T19:58:38.209" v="5144" actId="478"/>
          <ac:picMkLst>
            <pc:docMk/>
            <pc:sldMk cId="2765222130" sldId="300"/>
            <ac:picMk id="14" creationId="{B8916F57-93B9-DCA5-758F-E7949F5F891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2483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BB4AE-3ED0-5EEB-1432-3A4BA7C57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03E5E0-F4A2-A427-D076-A895C6DEDE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A7C5B7-21B8-3153-B7EE-8E147D62A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5CCCC-B59F-3678-A3B9-C456D04251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872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7A725-442A-50F4-D068-AFE5C9FB2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42B2B-7DFB-744B-2FC2-D69C60FD7A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2057F5-4D7C-EDD6-559F-22F4057888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8C952-3D0D-37C6-2879-6913F1C1AF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42780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34DEA-34A5-D072-F60A-CF7241ADE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A1557C-60E0-76BB-E3C3-8E2133A44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76A2FD-77A5-7855-A2C8-A5577C168D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58A90-3726-17AD-ED79-8B66B0BE80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5259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7EDB5-A22A-8DB0-7142-832D3DE46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D19734-2B46-E49C-2243-9083850F1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825FD-6C36-0DD2-CE7E-E6C05802F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2F4B2-6A7B-E461-1058-0089AD1BAA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98426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B3ED8-2687-41D4-840E-B7CA9BC5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C4BC62-FD80-F456-24F0-DB569FC77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FC391-17F7-E726-74F0-9722887DF3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A3EB35-3B32-02EA-382E-1A54D560C3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59168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FCFA9-4F05-5763-5BD8-929DCE335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A811F8-8D80-58CC-77EE-95CB4C032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AB0E3C-4D1E-F526-10EA-E04884468B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432B7B-DEF3-500D-743A-C0E148D7B7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68700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8F39C-8DF2-F43B-872F-A66C1A65E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E1D97F-8E2B-20A3-0810-AC5E3794A6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F4920-1882-77CD-0072-E5AF8F69C5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B2A9E-C1EC-71D5-BE4A-9356591CB7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68637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D4301-B697-2019-6F3E-C8A05BE0B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3505E-067D-CB96-B14F-10D799B3A4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5BAAC1-2513-ED12-9132-BC384FC2EA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FF267-CA2D-38B9-4B31-57A4C17876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4423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CB07A-6335-041E-7E42-0440FD6A4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466FEF-4C4D-0B14-442E-B229C5275E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03D09E-4270-EAA1-1609-5D88816E7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3BDE7-99AC-1B2A-DE60-6A50A80719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97279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4BCAF-E903-AE21-7D10-EC8D3A289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18261C-7DED-E105-BE99-19FC186A5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36FB6A-02AC-FC40-09A2-570628DA99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4B688-6469-6BA9-1CDC-1A513330F8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40925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938DB-4173-AB17-50DD-8C04F180D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96917C-4332-61D2-A1A2-F056C16A8C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9A38CF-5E09-72F4-7C64-5FB60CBD5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A3704-F186-8AF7-DFE3-ACA6129E41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68761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3474A-916A-172A-2C2B-DCAD1420B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6D7F7-CB8E-008B-B6DB-FE23151B56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3A61BE-44C8-B750-E4A8-DE5A461D4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9595F-6380-3432-0BFD-E1D9D7A6B2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93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F4E07-3932-CA27-D3ED-4B97B4044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35049-9422-50C3-BBCB-489C849963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EC7A21-7B98-F9C9-EB20-754A207CDB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8A276-9096-C039-3586-6A1F47AC1E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805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67469-8C44-8DD9-08BA-1F44475D5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29C99-359E-CD84-644A-30FA4841F4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5E26C9-F20A-40AE-CB4E-30CF7BF679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A0666-9E79-6908-8CAB-CA3E59F45B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47317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EC06-7174-C9A9-DFC7-7B33E0E1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28DDD5-C91B-82FF-6F14-6B92494F3A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916229-26E8-8A1E-F367-0E124DAD8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FC35AB-B4BE-E4C9-E1B7-CD3A67811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8903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4CDE9-C80A-BD63-28DF-2A8E07FCA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ED44D-9CED-D3C0-C16E-BF89012676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BCD87-4C0D-2F64-9825-C7CA11CF3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ED94C-2E36-A7AC-3D0E-66ED71CB2A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1792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30CF1-5825-CB6C-889E-8D2903301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B8137-99E2-863C-D84F-A71BD0DE4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563233-64EC-279C-AB6A-06C6EFEB99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445DA-21A4-538E-5547-8AEC5E9B68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0704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21008-123A-BA88-37F8-79F2CF463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654261-EBED-BCA3-E46E-18F4B679B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619E6-E379-BA67-8454-211119CD68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5F3D3-5261-1931-A0A2-7D1F9FC1EE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28015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2C163-D18F-AAFF-552F-A16C82A25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65104-C2BB-F813-90CA-0439663ED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CBB803-01A0-4F94-6717-54918AE91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7F199B-1B58-B1FF-A88E-B544EB9AF5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97670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E9F49-120C-EE64-5DE6-E74FAF5BC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CEAAC3-8133-6485-7B34-94A134E35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DBCB79-9978-4970-6F6D-D74466450F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66393-DFAD-FE86-2784-8E3C0C919A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772736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45780-B8F9-76DA-47C7-9F20BDFCE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9FC52A-3D8C-3919-B5CE-E29908AF4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DF1C6B-05AE-BBAF-3EBD-2F1BA9D9F5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D9C4B1-7A30-9A71-F650-EF26161FAA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8795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BCC35-38CE-BDB7-F4B2-6F4407A76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EBC82-4095-605B-157E-937F7D1505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198FA5-AA11-B716-629A-7830E92FD1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49164-F3E4-5EA8-B69A-5938807B7B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93601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2507C-2783-1CA5-D5BE-DD35F92E1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B1BBEC-519A-E5BF-9D7F-B7EC4531D1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08F8A7-69F0-1AD7-EB5F-D8E0727F9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878FA-A3AA-C7AA-D02C-EBD7AE6F91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8052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NDALAKE_MASTER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edwardsaquifer.org/GroundWater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166360"/>
            <a:ext cx="12191695" cy="1691640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742432"/>
            <a:ext cx="12191695" cy="1115568"/>
          </a:xfrm>
          <a:prstGeom prst="rect">
            <a:avLst/>
          </a:prstGeom>
          <a:solidFill>
            <a:srgbClr val="4F7D4F">
              <a:alpha val="91000"/>
            </a:srgbClr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480000">
            <a:off x="7909560" y="73152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25400">
            <a:solidFill>
              <a:srgbClr val="6CB7A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rot="660000">
            <a:off x="8549640" y="411480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17780">
            <a:solidFill>
              <a:srgbClr val="8BAE6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5120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6CB7AF"/>
                </a:solidFill>
              </a:rPr>
              <a:t>EAHCP</a:t>
            </a:r>
            <a:endParaRPr lang="en-US" sz="1100"/>
          </a:p>
        </p:txBody>
      </p:sp>
      <p:sp>
        <p:nvSpPr>
          <p:cNvPr id="8" name="Text 6"/>
          <p:cNvSpPr/>
          <p:nvPr/>
        </p:nvSpPr>
        <p:spPr>
          <a:xfrm>
            <a:off x="658367" y="1143000"/>
            <a:ext cx="7893961" cy="767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</a:p>
        </p:txBody>
      </p:sp>
      <p:sp>
        <p:nvSpPr>
          <p:cNvPr id="9" name="Text 7"/>
          <p:cNvSpPr/>
          <p:nvPr/>
        </p:nvSpPr>
        <p:spPr>
          <a:xfrm>
            <a:off x="676656" y="2148550"/>
            <a:ext cx="68178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DDED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Activities Through 2020s Drought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76656" y="3090672"/>
            <a:ext cx="3794760" cy="0"/>
          </a:xfrm>
          <a:prstGeom prst="line">
            <a:avLst/>
          </a:prstGeom>
          <a:noFill/>
          <a:ln w="11430">
            <a:solidFill>
              <a:srgbClr val="D6A13A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3328416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>
                <a:solidFill>
                  <a:srgbClr val="6CB7AF"/>
                </a:solidFill>
              </a:rPr>
              <a:t>SCIENCE COMMITTEE IMPLEMENTATION MEETING</a:t>
            </a:r>
            <a:endParaRPr lang="en-US" sz="880"/>
          </a:p>
        </p:txBody>
      </p:sp>
      <p:sp>
        <p:nvSpPr>
          <p:cNvPr id="12" name="Text 10"/>
          <p:cNvSpPr/>
          <p:nvPr/>
        </p:nvSpPr>
        <p:spPr>
          <a:xfrm>
            <a:off x="685800" y="36850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8CFBA"/>
                </a:solidFill>
              </a:rPr>
              <a:t>September 16, 2026  ·  STAR SMTX  ·  Chad Furl PhD PE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/>
          </a:p>
        </p:txBody>
      </p:sp>
      <p:sp>
        <p:nvSpPr>
          <p:cNvPr id="9" name="Text 7"/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ROLLING MONTHLY SPRINGFLOW</a:t>
            </a:r>
            <a:endParaRPr lang="en-US" sz="900"/>
          </a:p>
        </p:txBody>
      </p:sp>
      <p:sp>
        <p:nvSpPr>
          <p:cNvPr id="18" name="Shape 16"/>
          <p:cNvSpPr/>
          <p:nvPr/>
        </p:nvSpPr>
        <p:spPr>
          <a:xfrm>
            <a:off x="658368" y="4878324"/>
            <a:ext cx="2084071" cy="155448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79" y="1988820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243036"/>
                </a:solidFill>
              </a:rPr>
              <a:t>Current drought has reduced </a:t>
            </a:r>
            <a:r>
              <a:rPr lang="en-US" sz="1400" err="1">
                <a:solidFill>
                  <a:srgbClr val="243036"/>
                </a:solidFill>
              </a:rPr>
              <a:t>springflows</a:t>
            </a:r>
            <a:r>
              <a:rPr lang="en-US" sz="140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3B5B45"/>
                </a:solidFill>
              </a:rPr>
              <a:t>Daily mean </a:t>
            </a:r>
            <a:r>
              <a:rPr lang="en-US" sz="1100" b="1" dirty="0" err="1">
                <a:solidFill>
                  <a:srgbClr val="3B5B45"/>
                </a:solidFill>
              </a:rPr>
              <a:t>springflow</a:t>
            </a:r>
            <a:r>
              <a:rPr lang="en-US" sz="1100" b="1" dirty="0">
                <a:solidFill>
                  <a:srgbClr val="3B5B45"/>
                </a:solidFill>
              </a:rPr>
              <a:t> from USGS gage 08168710 – Comal Springs, was aggregated to monthly means. Rolling averages represent the mean of consecutive monthly </a:t>
            </a:r>
            <a:r>
              <a:rPr lang="en-US" sz="1100" b="1" dirty="0" err="1">
                <a:solidFill>
                  <a:srgbClr val="3B5B45"/>
                </a:solidFill>
              </a:rPr>
              <a:t>springflow</a:t>
            </a:r>
            <a:r>
              <a:rPr lang="en-US" sz="1100" b="1" dirty="0">
                <a:solidFill>
                  <a:srgbClr val="3B5B45"/>
                </a:solidFill>
              </a:rPr>
              <a:t> values over the indicated 1- to 60-month periods.</a:t>
            </a:r>
            <a:endParaRPr lang="en-US" sz="11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CE0C189-EFD5-914D-132E-BF643B42DF5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00797" y="1078992"/>
            <a:ext cx="8714250" cy="54681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3EE9C-B67E-4ADE-7CEA-F0E3D47E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C296FDF-3C67-9C25-D6C7-21C60D5DA4F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53FAF78-78FA-1556-97A1-41B6D56A8C94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EC42DB2-EAB7-02B5-F469-5A516F0025B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5579145-538C-A9D9-689D-48FCA0605CB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3E6581E-EFA3-E246-7892-E6AA7EFBD709}"/>
              </a:ext>
            </a:extLst>
          </p:cNvPr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050A3BC-C498-7F83-CFAB-0451C477BD8B}"/>
              </a:ext>
            </a:extLst>
          </p:cNvPr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ED5B2BB-D892-D77B-BD4F-5AC3590C5A87}"/>
              </a:ext>
            </a:extLst>
          </p:cNvPr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ROLLING MONTHLY SPRINGFLOW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51DAD67-597C-D75D-8739-D8421A61DCEF}"/>
              </a:ext>
            </a:extLst>
          </p:cNvPr>
          <p:cNvSpPr/>
          <p:nvPr/>
        </p:nvSpPr>
        <p:spPr>
          <a:xfrm>
            <a:off x="640079" y="1988820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243036"/>
                </a:solidFill>
              </a:rPr>
              <a:t>Current drought has reduced </a:t>
            </a:r>
            <a:r>
              <a:rPr lang="en-US" sz="1400" err="1">
                <a:solidFill>
                  <a:srgbClr val="243036"/>
                </a:solidFill>
              </a:rPr>
              <a:t>springflows</a:t>
            </a:r>
            <a:r>
              <a:rPr lang="en-US" sz="140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sz="14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2A6D4BB-677C-AAC4-5CCC-9AE1B97B29D6}"/>
              </a:ext>
            </a:extLst>
          </p:cNvPr>
          <p:cNvSpPr/>
          <p:nvPr/>
        </p:nvSpPr>
        <p:spPr>
          <a:xfrm>
            <a:off x="658368" y="4333875"/>
            <a:ext cx="2084071" cy="2098929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r>
              <a:rPr lang="en-US" sz="1050" b="1"/>
              <a:t>Points show the 50 lowest rolling-average </a:t>
            </a:r>
            <a:r>
              <a:rPr lang="en-US" sz="1050" b="1" err="1"/>
              <a:t>springflow</a:t>
            </a:r>
            <a:r>
              <a:rPr lang="en-US" sz="1050" b="1"/>
              <a:t> values for each averaging duration. Rolling periods overlap; for example, consecutive 12-month values may represent Jan–Dec 2024, Feb 2024–Jan 2025, and Mar 2024–Feb 2025. Colors identify periods ending in the 1950s and 2020s; all other periods are shown in black.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DF7DF68-D4A2-5BBD-D879-0FD52D9EBC9A}"/>
              </a:ext>
            </a:extLst>
          </p:cNvPr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1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B17342-F888-7D43-68A0-1A44F5C0AA9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00797" y="1078991"/>
            <a:ext cx="8714250" cy="5468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099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26E51-2476-07DE-986E-DDA9438B1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D160120-2A75-E273-E3A5-5A0362185570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C74A82F-29B0-F1DF-8F59-326112F2ED19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CE6CA07-B065-51C0-04AA-4526C485AC3D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697124A-7582-F1E4-C2BD-595B387383D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FC110DB-C1CF-3C41-AC97-9A31EC9E3CEC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C46EAB4-3D1E-D253-A720-B5B55055ADAA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F0D001D-C4E0-0537-BD23-179EC6E324D5}"/>
              </a:ext>
            </a:extLst>
          </p:cNvPr>
          <p:cNvSpPr/>
          <p:nvPr/>
        </p:nvSpPr>
        <p:spPr>
          <a:xfrm>
            <a:off x="640080" y="1901951"/>
            <a:ext cx="2417445" cy="428853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May 22, 2025 – 48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April 1, 2026 – 53 </a:t>
            </a:r>
            <a:r>
              <a:rPr lang="en-US" sz="1650" dirty="0" err="1">
                <a:solidFill>
                  <a:srgbClr val="243036"/>
                </a:solidFill>
                <a:latin typeface="Apto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Days under 50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    1955 – 15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1956 – 273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    1957 – 28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1984 – 96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    1990 – 4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2025 – 2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F86876C-C092-9D69-9334-6E13A6140D7A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001BC098-A937-5C27-B4B5-787DAF3742B6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59B10265-A3F3-FA3C-1768-C5A9348983BA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lvl="0"/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Comal Springs discharge at USGS 08168710 2025 to </a:t>
            </a:r>
            <a:r>
              <a:rPr kumimoji="0" lang="en-US" sz="9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presnet</a:t>
            </a: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August 1, 2026.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F6ABE4-F64A-0A01-397A-7A1079531BE4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LCRA well 2025-1-1 to present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C00E79-6C4B-A696-D601-130DBB73DC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328" y="1206998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222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EAE7D-F3BF-BC6C-64CD-3E1666E44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D4D27D2-6BFC-141C-9345-8E84C992096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7B9C99-11D2-60C4-07FD-29BA472712CD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40EF58-1296-F28A-D879-74B31A9DF30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2FABB08-9B17-E06E-768D-19C762829D8C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C42AE2C-882F-5A75-1DC4-2AF844F0BAF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BB4E4E4-8678-0C63-57E9-97E82469C71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3683D44-6224-5132-57B7-7464BE398754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301E2B6-8BD9-A86A-B91D-C6B419F1BBC2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PRESSURE POINTS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2639B2B-32B4-C710-4820-31EC76D09778}"/>
              </a:ext>
            </a:extLst>
          </p:cNvPr>
          <p:cNvSpPr/>
          <p:nvPr/>
        </p:nvSpPr>
        <p:spPr>
          <a:xfrm>
            <a:off x="640080" y="1830514"/>
            <a:ext cx="2789682" cy="26462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Lake wetted area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Lake level and culvert works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Dissolved oxygen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Temperature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Vegetation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CA17D12-CBD6-78A5-A4EE-0BD9A1591F29}"/>
              </a:ext>
            </a:extLst>
          </p:cNvPr>
          <p:cNvSpPr/>
          <p:nvPr/>
        </p:nvSpPr>
        <p:spPr>
          <a:xfrm>
            <a:off x="4892040" y="1417320"/>
            <a:ext cx="6355080" cy="413308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51E6E3F-A174-E4EC-FF33-AB27B4BB7E3E}"/>
              </a:ext>
            </a:extLst>
          </p:cNvPr>
          <p:cNvSpPr/>
          <p:nvPr/>
        </p:nvSpPr>
        <p:spPr>
          <a:xfrm>
            <a:off x="5093208" y="1947672"/>
            <a:ext cx="5952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Need a map here </a:t>
            </a:r>
            <a:r>
              <a:rPr lang="en-US" sz="1050" err="1">
                <a:solidFill>
                  <a:srgbClr val="65737A"/>
                </a:solidFill>
              </a:rPr>
              <a:t>fo</a:t>
            </a:r>
            <a:r>
              <a:rPr lang="en-US" sz="1050">
                <a:solidFill>
                  <a:srgbClr val="65737A"/>
                </a:solidFill>
              </a:rPr>
              <a:t> sure</a:t>
            </a:r>
            <a:endParaRPr lang="en-US" sz="105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90D093B-9706-7693-53AC-BCEEB664754B}"/>
              </a:ext>
            </a:extLst>
          </p:cNvPr>
          <p:cNvSpPr/>
          <p:nvPr/>
        </p:nvSpPr>
        <p:spPr>
          <a:xfrm>
            <a:off x="5120640" y="5166360"/>
            <a:ext cx="58978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BFB4C25-9684-FFBD-F0D8-8073F7FAD0FA}"/>
              </a:ext>
            </a:extLst>
          </p:cNvPr>
          <p:cNvSpPr/>
          <p:nvPr/>
        </p:nvSpPr>
        <p:spPr>
          <a:xfrm>
            <a:off x="5102352" y="504748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>
                <a:solidFill>
                  <a:srgbClr val="65737A"/>
                </a:solidFill>
              </a:rPr>
              <a:t>TIME / REACH / VEGETATION TYPE</a:t>
            </a:r>
            <a:endParaRPr lang="en-US" sz="7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916DA6F-4FF3-1BB7-BC21-EF7A2CCEC11B}"/>
              </a:ext>
            </a:extLst>
          </p:cNvPr>
          <p:cNvSpPr/>
          <p:nvPr/>
        </p:nvSpPr>
        <p:spPr>
          <a:xfrm>
            <a:off x="10030968" y="504748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>
                <a:solidFill>
                  <a:srgbClr val="65737A"/>
                </a:solidFill>
              </a:rPr>
              <a:t>MEASURE</a:t>
            </a:r>
            <a:endParaRPr lang="en-US" sz="72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DC9963E-6F9E-3A41-AB59-DD6DD7FAF339}"/>
              </a:ext>
            </a:extLst>
          </p:cNvPr>
          <p:cNvSpPr/>
          <p:nvPr/>
        </p:nvSpPr>
        <p:spPr>
          <a:xfrm>
            <a:off x="4514850" y="6193902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21398A2-796C-236F-E253-81BEEECDC19C}"/>
              </a:ext>
            </a:extLst>
          </p:cNvPr>
          <p:cNvSpPr/>
          <p:nvPr/>
        </p:nvSpPr>
        <p:spPr>
          <a:xfrm>
            <a:off x="4606290" y="6312774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8350EA5-0CCA-1F47-6781-1A734DF18BB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524375" y="1231026"/>
            <a:ext cx="7373375" cy="477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4017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936CF-1B9E-DC39-69A5-DD03F5187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58FB08-F828-8F9A-BBAC-394632867AB9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655F07E-CC7F-F4FF-3BA8-47610700D053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2B525AA-20C0-05A9-D804-350D7DBCB232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6AA0372-07C9-95B3-029B-4194A75E9BD0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D3A628D-D2B6-C061-3F14-DB058F64F892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BD1420C-213F-9BC3-2D3E-03857F47AD81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9F5A70C-FF02-F48B-68E6-D178E63E5375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  <a:endParaRPr lang="en-US" sz="165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>
              <a:solidFill>
                <a:srgbClr val="243036"/>
              </a:solidFill>
              <a:latin typeface="Apto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D120D31-30B5-7B88-8028-7031F87AAF0E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0876A901-8148-FE9B-AAEE-48BFB9C75270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CB4A69F-7649-19DC-7D93-86E262ABCA2C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lvl="0"/>
            <a:r>
              <a:rPr lang="en-US" sz="1000" b="1" baseline="30000"/>
              <a:t>1</a:t>
            </a:r>
            <a:r>
              <a:rPr lang="en-US" sz="1000" b="1"/>
              <a:t>LBG-Guyton Associates. 2004. </a:t>
            </a:r>
            <a:r>
              <a:rPr lang="en-US" sz="1000" b="1" i="1"/>
              <a:t>Evaluation of Augmentation Methodologies in Support of In-Situ Refugia at Comal and San Marcos Springs, Texas.</a:t>
            </a:r>
            <a:r>
              <a:rPr lang="en-US" sz="1000" b="1"/>
              <a:t> Prepared for the Edwards Aquifer Authority.</a:t>
            </a:r>
            <a:endParaRPr kumimoji="0" lang="en-US" sz="9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12D278-CB0D-6BD5-008C-583AEC0BC2C1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LCRA well 2025-1-1 to present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7078DE9-3426-B654-5217-3A699E47856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95725" y="1188720"/>
            <a:ext cx="7900035" cy="474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104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70DAA-EF57-2D81-E3BF-B7A1C780E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24E03F-827D-28D5-4F68-9261FEDD3049}"/>
              </a:ext>
            </a:extLst>
          </p:cNvPr>
          <p:cNvSpPr/>
          <p:nvPr/>
        </p:nvSpPr>
        <p:spPr>
          <a:xfrm>
            <a:off x="53299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DA8C0CB-B6C7-13EE-8799-CA404C236B46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462919-A97B-DAFC-B29A-3949BF5D9B3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7746AE4-8058-D873-9B2A-7362B4CDB32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940E989-79FA-2448-ABA5-AB781F9C865B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42149BB-601E-4A9E-9C1C-E8A552B7D844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BF9F424-8A88-9776-9ABB-79E5E9B3913B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57CA819C-55EF-7887-CD82-98FE1051A8C5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BCD5C208-BE2D-8206-60A7-51E8654E1BD1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231DECB-0415-33E1-AA90-0055437C39EA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Associates. 2004. </a:t>
            </a:r>
            <a:r>
              <a:rPr kumimoji="0" lang="en-US" sz="1000" b="1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Evaluation of Augmentation Methodologies in Support of In-Situ Refugia at Comal and San Marcos Springs, Texas.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Prepared for the Edwards Aquifer Authority.</a:t>
            </a:r>
            <a:endParaRPr kumimoji="0" lang="en-US" sz="9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204B30-7923-E927-44E1-F55E25922409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LCRA well 2025-1-1 to present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B911AD8-6B31-C290-7CA4-F7596843712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95725" y="1188720"/>
            <a:ext cx="7900035" cy="47411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1F2CBF3-C9C1-EB55-12DA-9AC2701C5E65}"/>
              </a:ext>
            </a:extLst>
          </p:cNvPr>
          <p:cNvSpPr txBox="1"/>
          <p:nvPr/>
        </p:nvSpPr>
        <p:spPr>
          <a:xfrm>
            <a:off x="585893" y="4871618"/>
            <a:ext cx="2628414" cy="1638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650" b="1">
                <a:solidFill>
                  <a:srgbClr val="243036"/>
                </a:solidFill>
              </a:rPr>
              <a:t>2025-2026 Observations</a:t>
            </a:r>
          </a:p>
          <a:p>
            <a:pPr marL="114300" lvl="0" indent="-114300">
              <a:defRPr/>
            </a:pPr>
            <a:endParaRPr lang="en-US" sz="1650">
              <a:solidFill>
                <a:srgbClr val="243036"/>
              </a:solidFill>
            </a:endParaRPr>
          </a:p>
          <a:p>
            <a:pPr marL="114300" lvl="0" indent="-114300">
              <a:defRPr/>
            </a:pPr>
            <a:r>
              <a:rPr lang="en-US" sz="1650">
                <a:solidFill>
                  <a:srgbClr val="243036"/>
                </a:solidFill>
              </a:rPr>
              <a:t>SR3 stops flowing when                LCRA well ~ 620.25 ft.    Comal flow ~ 50 </a:t>
            </a:r>
            <a:r>
              <a:rPr lang="en-US" sz="1650" err="1">
                <a:solidFill>
                  <a:srgbClr val="243036"/>
                </a:solidFill>
              </a:rPr>
              <a:t>cfs</a:t>
            </a:r>
            <a:r>
              <a:rPr lang="en-US" sz="1650">
                <a:solidFill>
                  <a:srgbClr val="243036"/>
                </a:solidFill>
              </a:rPr>
              <a:t>.</a:t>
            </a:r>
            <a:endParaRPr lang="en-US" sz="1650">
              <a:solidFill>
                <a:prstClr val="black"/>
              </a:solidFill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891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D0B8E-F7F1-2E39-4AEC-542656FD8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CEE4DFFA-8ACA-8B13-F602-B536A2ADB6D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A5D1D97-5645-1A81-3511-82B1DAB6C3C8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BD030C4-2D27-804A-DCFF-BAC6DF69774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B27C5DC-9E7F-DE4A-E088-05ECAFC36F2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D9EABCF-B923-B7F7-B668-B993D0E2387A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BFC587D-2650-812B-ED59-DD1E852CA25E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6D0E6C4C-827F-B641-159B-F14440FC4BAA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052F829-25F8-7068-6477-68C7210814CD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Picture on left is Spring Run 3 facing downstream from walking bridge on May 21, 2025 (Total Comal discharge 49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  Picture on the right is WQ monitoring equipment attached to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sam</a:t>
            </a:r>
            <a:r>
              <a:rPr lang="en-US" sz="1200" b="1" baseline="30000">
                <a:solidFill>
                  <a:prstClr val="black"/>
                </a:solidFill>
                <a:latin typeface="Aptos"/>
              </a:rPr>
              <a:t>e walking bridge on 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April 1, 2026 (Total Comal discharge 53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</a:t>
            </a:r>
            <a:endParaRPr kumimoji="0" lang="en-US" sz="11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C9BD83-37C9-F99E-F4D8-26D08EA608B1}"/>
              </a:ext>
            </a:extLst>
          </p:cNvPr>
          <p:cNvSpPr txBox="1"/>
          <p:nvPr/>
        </p:nvSpPr>
        <p:spPr>
          <a:xfrm>
            <a:off x="585893" y="4871618"/>
            <a:ext cx="2628414" cy="1638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2025-2026 Observations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620.25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421E582-D235-7692-54D4-06953D739B2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84031" y="1463040"/>
            <a:ext cx="3567889" cy="428853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0A94749-30BE-F86F-744A-B558B5B56310}"/>
              </a:ext>
            </a:extLst>
          </p:cNvPr>
          <p:cNvSpPr txBox="1"/>
          <p:nvPr/>
        </p:nvSpPr>
        <p:spPr>
          <a:xfrm>
            <a:off x="4095750" y="2548647"/>
            <a:ext cx="24174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Add one more sr3</a:t>
            </a:r>
          </a:p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674D30B-3CB5-557A-E916-B116019EB9F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689795" y="2048937"/>
            <a:ext cx="4066157" cy="3050594"/>
          </a:xfrm>
          <a:prstGeom prst="rect">
            <a:avLst/>
          </a:prstGeom>
          <a:ln w="3175" cap="sq">
            <a:solidFill>
              <a:srgbClr val="000000"/>
            </a:solidFill>
            <a:prstDash val="solid"/>
            <a:miter lim="800000"/>
          </a:ln>
          <a:effectLst/>
        </p:spPr>
      </p:pic>
    </p:spTree>
    <p:extLst>
      <p:ext uri="{BB962C8B-B14F-4D97-AF65-F5344CB8AC3E}">
        <p14:creationId xmlns:p14="http://schemas.microsoft.com/office/powerpoint/2010/main" val="50220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93C9D-B2E6-97B4-C4E8-098C6F10F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5865617D-F858-C5E0-EA67-77BE3C07EEEC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3A8D6C2-C1E2-13C0-1FE4-345573C63B8B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1C59DDC-D250-3D3E-EEE4-BF50D898E491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25063A2-83DA-E1A1-01F0-553E7DECF3B8}"/>
              </a:ext>
            </a:extLst>
          </p:cNvPr>
          <p:cNvSpPr/>
          <p:nvPr/>
        </p:nvSpPr>
        <p:spPr>
          <a:xfrm>
            <a:off x="678180" y="128016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F08684DC-DF68-F469-5E15-8039E53F92D7}"/>
              </a:ext>
            </a:extLst>
          </p:cNvPr>
          <p:cNvSpPr/>
          <p:nvPr/>
        </p:nvSpPr>
        <p:spPr>
          <a:xfrm>
            <a:off x="2532887" y="6239977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9EC70CF-3939-68FF-752C-FFA67C69562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80" y="590200"/>
            <a:ext cx="10910545" cy="6088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7225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67005-EC8A-BA28-7DAD-8406530E5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2DAFEFD5-BEA3-415F-E7C4-DC7F114D35D2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696ACF7-0C8F-5E03-459A-EB7620358FB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D7B9BC8-E50E-1119-456F-CCE24059A3A0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69D02D4-8C3F-628D-9000-6F382FBEB579}"/>
              </a:ext>
            </a:extLst>
          </p:cNvPr>
          <p:cNvSpPr/>
          <p:nvPr/>
        </p:nvSpPr>
        <p:spPr>
          <a:xfrm>
            <a:off x="667893" y="142758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5AB39179-1989-9214-6E95-A75B82FBA698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BD5AE1E5-6EB8-F2F2-D511-641B498771AC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Picture on left is Spring Run 3 facing downstream from walking bridge on May 21, 2025 (Total Comal discharge 49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  Picture on the right is WQ monitoring equipment attached to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sam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 walking bridge on April 1, 2026 (Total Comal discharge 53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</a:t>
            </a:r>
            <a:endParaRPr kumimoji="0" lang="en-US" sz="11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3B2E33F-E1DC-E0E8-5A25-38E439BEAFC5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7893" y="624347"/>
            <a:ext cx="10914600" cy="60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3419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C80F4-92D1-96AC-A6E0-39CE3F608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0F57E6E-05BE-3E04-9430-CC78100F0E5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7636CA2-15CD-5535-ED33-4460AF95AFCE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D3574C9-3067-DA4F-97B5-540BEB0D354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0F4BC3D-EB03-D1EC-F2A3-0FA6C59926D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2827BFD-59D7-864D-4C23-136C75A7A7F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922BAA9-A24C-F182-7156-70B16FDEB795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19E6632-371F-6441-F042-423123C7B740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81799742-323B-5FBC-61DC-1E83144DD830}"/>
              </a:ext>
            </a:extLst>
          </p:cNvPr>
          <p:cNvSpPr/>
          <p:nvPr/>
        </p:nvSpPr>
        <p:spPr>
          <a:xfrm>
            <a:off x="2218986" y="6394964"/>
            <a:ext cx="7918315" cy="259357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B05ECB45-6F0A-DB51-9F2A-0F15D7C039AC}"/>
              </a:ext>
            </a:extLst>
          </p:cNvPr>
          <p:cNvSpPr/>
          <p:nvPr/>
        </p:nvSpPr>
        <p:spPr>
          <a:xfrm>
            <a:off x="2365290" y="6484652"/>
            <a:ext cx="7361423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 Island looking upstream. May, 21, 2025, total Comal discharge ~ 50 </a:t>
            </a:r>
            <a:r>
              <a:rPr kumimoji="0" lang="en-US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351D1F-5E3E-8B9F-9385-A08409BF2BC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18985" y="914400"/>
            <a:ext cx="7918316" cy="5431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2220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D3D18-5ABF-EB6F-CF0E-0829B7ECB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FED1FCB-6725-E841-FE8B-CE7870AF7DD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7C4A4AC-9CCC-72C7-B4B4-43C6967CC6BD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9558EEF-03CC-269F-CB15-A3CBDD10540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5DB6354-C13A-73B6-C8EC-6CE1AA4A796D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2A0D8F1-2568-CBDD-52B7-8C974AAAAB3A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50E4B02-3F62-642C-32B6-2E849BC6D3CC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C338F22-56F1-BC88-A386-022188AFA6E8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7DCD68D5-88D2-EF81-26A8-7B1AB3946819}"/>
              </a:ext>
            </a:extLst>
          </p:cNvPr>
          <p:cNvSpPr/>
          <p:nvPr/>
        </p:nvSpPr>
        <p:spPr>
          <a:xfrm>
            <a:off x="2218986" y="6394964"/>
            <a:ext cx="7918315" cy="259357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23E3F2C1-8422-130E-9D3C-13E05E2E2CED}"/>
              </a:ext>
            </a:extLst>
          </p:cNvPr>
          <p:cNvSpPr/>
          <p:nvPr/>
        </p:nvSpPr>
        <p:spPr>
          <a:xfrm>
            <a:off x="2365290" y="6484652"/>
            <a:ext cx="7361423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 Island looking downstream. May, 21, 2025, total Comal discharge ~ 50 </a:t>
            </a:r>
            <a:r>
              <a:rPr kumimoji="0" lang="en-US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5C0EE71-918F-6202-8FD8-14D6D394E10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18985" y="884874"/>
            <a:ext cx="7918316" cy="5568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7160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01978-3B14-8571-4970-20BFCB843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22293B6-AF45-B3A7-305C-1F7AE947762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6DDD78A-8436-8AE7-2CF0-3CD6C83559C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5908B86-266C-82FA-4EE2-5B5B58E367C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0C66CA4-6FE2-AC72-231C-F8F7AE6F320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3A456D5-2626-966F-52EE-08709308862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4F24BC2-7378-5B1F-6D4E-C5A974A3ADE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444992-DFF2-025A-FBCF-5523B3493C0B}"/>
              </a:ext>
            </a:extLst>
          </p:cNvPr>
          <p:cNvSpPr/>
          <p:nvPr/>
        </p:nvSpPr>
        <p:spPr>
          <a:xfrm>
            <a:off x="10083103" y="5545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HYDROLOGY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2E8292DB-057A-EDFC-CDA8-7EA5942BF342}"/>
              </a:ext>
            </a:extLst>
          </p:cNvPr>
          <p:cNvSpPr/>
          <p:nvPr/>
        </p:nvSpPr>
        <p:spPr>
          <a:xfrm>
            <a:off x="801624" y="6427661"/>
            <a:ext cx="10588752" cy="26289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20B16C7-01D9-394E-010C-AD6D6392781D}"/>
              </a:ext>
            </a:extLst>
          </p:cNvPr>
          <p:cNvSpPr/>
          <p:nvPr/>
        </p:nvSpPr>
        <p:spPr>
          <a:xfrm>
            <a:off x="932688" y="6707696"/>
            <a:ext cx="10457688" cy="3177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Surface discharge is measured at four spring runs and four lake cross sections to estimate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springflow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contributions from different areas of the lake.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B0603E-F059-E171-D9F2-05B57DBA576E}"/>
              </a:ext>
            </a:extLst>
          </p:cNvPr>
          <p:cNvSpPr txBox="1"/>
          <p:nvPr/>
        </p:nvSpPr>
        <p:spPr>
          <a:xfrm>
            <a:off x="4097845" y="2340078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spring orifices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B8BE42D-7349-19E3-8951-3500DE6BDC1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52052" y="915752"/>
            <a:ext cx="5123668" cy="545703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6086D04-4AA1-FF8C-66D5-EB0DD54BAA3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759" y="915753"/>
            <a:ext cx="5623293" cy="5457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1844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476C3-EE6C-4439-5E72-5CF1B0BE8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3F3979-3A58-01D6-E865-E5B67C4BCF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26F8172-1EBF-8DB8-7CB9-94CA7D5289E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C17A246-D56C-DAB2-F6EE-C3D8DF60C22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E991AE3-4935-F3F5-6A5E-E880353D88DB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83E014E-C00A-E7C4-F32E-A3CB1C7C003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CAED31C-A629-FEB9-7C23-3383A364C2BE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21ABC2C-4811-7768-5C91-D42D1223824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7D24A80-F6F8-B1BB-9A71-64E8692BF62A}"/>
              </a:ext>
            </a:extLst>
          </p:cNvPr>
          <p:cNvSpPr/>
          <p:nvPr/>
        </p:nvSpPr>
        <p:spPr>
          <a:xfrm>
            <a:off x="502920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LANDA LAKE HYDROLOGY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A0E10F0-A4E5-93B1-D645-1E617D0FAAEB}"/>
              </a:ext>
            </a:extLst>
          </p:cNvPr>
          <p:cNvSpPr/>
          <p:nvPr/>
        </p:nvSpPr>
        <p:spPr>
          <a:xfrm>
            <a:off x="502920" y="2286000"/>
            <a:ext cx="2240280" cy="2819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Surface discharge is measured at four spring runs and four lake cross sections.</a:t>
            </a: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 dirty="0">
                <a:solidFill>
                  <a:srgbClr val="243036"/>
                </a:solidFill>
              </a:rPr>
              <a:t>Allows estimates of </a:t>
            </a:r>
            <a:r>
              <a:rPr lang="en-US" sz="1650" dirty="0" err="1">
                <a:solidFill>
                  <a:srgbClr val="243036"/>
                </a:solidFill>
              </a:rPr>
              <a:t>springflow</a:t>
            </a:r>
            <a:r>
              <a:rPr lang="en-US" sz="1650" dirty="0">
                <a:solidFill>
                  <a:srgbClr val="243036"/>
                </a:solidFill>
              </a:rPr>
              <a:t> contributions from different areas of the lake.</a:t>
            </a: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endParaRPr lang="en-US" sz="1650" dirty="0">
              <a:solidFill>
                <a:srgbClr val="243036"/>
              </a:solidFill>
            </a:endParaRPr>
          </a:p>
          <a:p>
            <a:pPr marL="0" indent="0">
              <a:buNone/>
            </a:pPr>
            <a:endParaRPr lang="en-US" sz="1650" dirty="0"/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18D614D3-F9FA-D936-1A6B-13D9ACE4757A}"/>
              </a:ext>
            </a:extLst>
          </p:cNvPr>
          <p:cNvSpPr/>
          <p:nvPr/>
        </p:nvSpPr>
        <p:spPr>
          <a:xfrm>
            <a:off x="7086600" y="607161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775BE20B-2B7F-7CFD-EAEA-BF0FA31A06CC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15AACCF-469B-EAE2-A8AA-251A01AD714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12916" y="937963"/>
            <a:ext cx="8506968" cy="5110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444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3F261-F9D6-0C9C-7AA1-289D75C33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73B9E12-856A-700E-FD0A-2AB063A54ED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26D1686-453B-988B-56B4-4DE8D7C8F035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787DA75-3557-65EE-F6CB-ADF271B1DC0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28F741D-24D5-B3A7-FBC7-AAD8A21650AF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60DF58C-4BF6-BA61-9EBC-51B874243EC6}"/>
              </a:ext>
            </a:extLst>
          </p:cNvPr>
          <p:cNvSpPr/>
          <p:nvPr/>
        </p:nvSpPr>
        <p:spPr>
          <a:xfrm>
            <a:off x="640080" y="126814"/>
            <a:ext cx="8686800" cy="37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05CF086-A89E-5142-D41B-74427C721C1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8655" y="504825"/>
            <a:ext cx="11008995" cy="614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0593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34ED4-B19C-869A-F0E6-45C19C67A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2DD0B9A-5E7A-6D5A-11EC-101592CB5D6F}"/>
              </a:ext>
            </a:extLst>
          </p:cNvPr>
          <p:cNvSpPr/>
          <p:nvPr/>
        </p:nvSpPr>
        <p:spPr>
          <a:xfrm>
            <a:off x="305" y="128016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CE8A55B-EF05-129F-F37D-4AFBD8188DFA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A874463-6530-8B64-3093-6B2430CAB4E3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C463284-A944-6BFB-E18D-4A21D91304E9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57AB688-EAB2-13C7-BE30-784C9EB46BE4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 Management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8A7C8B7-76A3-AF14-2DC5-9E6CCF94A32F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4BC5262-6844-0609-85A3-8561DD9B2E7E}"/>
              </a:ext>
            </a:extLst>
          </p:cNvPr>
          <p:cNvSpPr/>
          <p:nvPr/>
        </p:nvSpPr>
        <p:spPr>
          <a:xfrm>
            <a:off x="502920" y="5843016"/>
            <a:ext cx="6997106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6F79B5C-BFF8-F77F-7F03-0F2B43EAD741}"/>
              </a:ext>
            </a:extLst>
          </p:cNvPr>
          <p:cNvSpPr/>
          <p:nvPr/>
        </p:nvSpPr>
        <p:spPr>
          <a:xfrm>
            <a:off x="7818119" y="1444752"/>
            <a:ext cx="26780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CBC6E98-E85B-3B81-1396-447C4E179C7A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8BA0FE7-A738-22E9-946B-DD642A554247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EAHCP § 5.2.1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5C5677C-0082-A24A-A7F8-CB8D5904C336}"/>
              </a:ext>
            </a:extLst>
          </p:cNvPr>
          <p:cNvSpPr/>
          <p:nvPr/>
        </p:nvSpPr>
        <p:spPr>
          <a:xfrm>
            <a:off x="8211312" y="2147472"/>
            <a:ext cx="3474720" cy="234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 in the Old and New Channel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B473F10-F07C-7E54-A995-B3DCEC09BEF6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5E2BF07-94F7-83EB-C5C4-6EE9D09C9A11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Old Channel Protection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9F491B2-E6B7-C904-5479-E3D187BC7F4C}"/>
              </a:ext>
            </a:extLst>
          </p:cNvPr>
          <p:cNvSpPr/>
          <p:nvPr/>
        </p:nvSpPr>
        <p:spPr>
          <a:xfrm>
            <a:off x="8211312" y="3221608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 is intended to complement the ecological restoration of aquatic vegetation in the Old Channel, by reducing long-duration high flows and allowing for more seasonal variability to be maintained, mimicking a more natural flow pattern.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74FE3C0-B49A-2A80-04D6-8C862474C569}"/>
              </a:ext>
            </a:extLst>
          </p:cNvPr>
          <p:cNvSpPr/>
          <p:nvPr/>
        </p:nvSpPr>
        <p:spPr>
          <a:xfrm>
            <a:off x="7818120" y="4194572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924B80F-92E0-8E58-F26C-2F918C4D4869}"/>
              </a:ext>
            </a:extLst>
          </p:cNvPr>
          <p:cNvSpPr/>
          <p:nvPr/>
        </p:nvSpPr>
        <p:spPr>
          <a:xfrm>
            <a:off x="8211312" y="418542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Culvert Management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E5AAB710-2E54-916A-1ED3-A96B9A867F88}"/>
              </a:ext>
            </a:extLst>
          </p:cNvPr>
          <p:cNvSpPr/>
          <p:nvPr/>
        </p:nvSpPr>
        <p:spPr>
          <a:xfrm>
            <a:off x="8211312" y="4478036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manipulations are managed </a:t>
            </a:r>
            <a:r>
              <a:rPr lang="en-US" sz="1050">
                <a:solidFill>
                  <a:srgbClr val="243036"/>
                </a:solidFill>
                <a:latin typeface="Aptos"/>
              </a:rPr>
              <a:t>by City of New Braunfels according to </a:t>
            </a: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season and total system discharge. 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54C01E3-BBCA-6729-E728-575DA72A0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1460365"/>
            <a:ext cx="7304852" cy="3639019"/>
          </a:xfrm>
          <a:prstGeom prst="rect">
            <a:avLst/>
          </a:prstGeom>
        </p:spPr>
      </p:pic>
      <p:sp>
        <p:nvSpPr>
          <p:cNvPr id="27" name="Shape 16">
            <a:extLst>
              <a:ext uri="{FF2B5EF4-FFF2-40B4-BE49-F238E27FC236}">
                <a16:creationId xmlns:a16="http://schemas.microsoft.com/office/drawing/2014/main" id="{ECF2EA35-5D32-576B-F767-0AFE52C6CA77}"/>
              </a:ext>
            </a:extLst>
          </p:cNvPr>
          <p:cNvSpPr/>
          <p:nvPr/>
        </p:nvSpPr>
        <p:spPr>
          <a:xfrm>
            <a:off x="502920" y="5178179"/>
            <a:ext cx="699710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6525D7-3B82-1148-C247-ECBAF1426635}"/>
              </a:ext>
            </a:extLst>
          </p:cNvPr>
          <p:cNvSpPr txBox="1"/>
          <p:nvPr/>
        </p:nvSpPr>
        <p:spPr>
          <a:xfrm>
            <a:off x="640080" y="5262664"/>
            <a:ext cx="66556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/>
              <a:t>Table 5-3 EAHCP Flow split management for Old and New channels</a:t>
            </a:r>
          </a:p>
        </p:txBody>
      </p:sp>
    </p:spTree>
    <p:extLst>
      <p:ext uri="{BB962C8B-B14F-4D97-AF65-F5344CB8AC3E}">
        <p14:creationId xmlns:p14="http://schemas.microsoft.com/office/powerpoint/2010/main" val="16430886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BC122-A12D-FBD3-1BE5-DE713F63D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441FBF7-E698-FC36-854B-0086614DC83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CDB838D-F607-B4C0-D2B9-3E90AAC52207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10EA62D-421F-3075-2D09-29FBE5DE41F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6D6E544-9025-C302-220C-DCB332A386A8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3A4842A-0791-00EB-9B64-CD8A7AC1CF2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A56295D-02A1-E526-B8E9-79ECB60406C3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839828D-8D5C-F480-E9E2-45300ABAAE59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DA9A809-A510-7682-D756-F1760DC6ADB8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9DA4B83-F5F2-18D3-C5FF-4A57DD118649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/>
              <a:t>Priority will be given to achieving target flow rates in the Old Channel and, secondly, to flow rates in the New Channel. </a:t>
            </a:r>
          </a:p>
          <a:p>
            <a:endParaRPr lang="en-US" sz="1300"/>
          </a:p>
          <a:p>
            <a:r>
              <a:rPr lang="en-US" sz="130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/>
              <a:t> </a:t>
            </a:r>
          </a:p>
          <a:p>
            <a:r>
              <a:rPr lang="en-US" sz="1300"/>
              <a:t>Maintenance activities associated with the flow-control gates will be conducted as needed to ensure continued operability.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528F6D0-00C9-D639-0973-0873A26FEC3A}"/>
              </a:ext>
            </a:extLst>
          </p:cNvPr>
          <p:cNvSpPr/>
          <p:nvPr/>
        </p:nvSpPr>
        <p:spPr>
          <a:xfrm>
            <a:off x="3735308" y="5833874"/>
            <a:ext cx="789586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677025A-7BB2-3810-EB7F-1607DEB8941D}"/>
              </a:ext>
            </a:extLst>
          </p:cNvPr>
          <p:cNvSpPr/>
          <p:nvPr/>
        </p:nvSpPr>
        <p:spPr>
          <a:xfrm>
            <a:off x="3881611" y="5952746"/>
            <a:ext cx="73405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3B5B45"/>
                </a:solidFill>
              </a:rPr>
              <a:t>Comal River discharge at USGS 08169000, New Channel of Comal River 08168932, and Old Channel of Comal River 08168913, 2018.</a:t>
            </a:r>
            <a:endParaRPr lang="en-US" sz="95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A7F138B-091D-4BE4-9839-0EAE97D9DF7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35308" y="1060699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1282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2C6A3-CE68-C5EF-FD29-190E9E349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F740EAD-8964-60E1-B24D-E4043F7A3EB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96C9EA8-C6EF-E8A5-A227-44B5BEAC029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237AE45-CB6C-4E6B-864B-F83867AE9F6E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F929A2A-9F3E-166B-F490-C245F70D413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A0C547A-19FC-6444-C3EB-C06051471CCE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B654D0E-F8AF-F051-1DC2-A6DFDC5B2AF4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ECBD885-0DCE-4B80-B4A5-C8E6CFF40511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3D5B8CA-B5BB-512D-DE3F-019307D38587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43F7342-11CC-0BC4-9FD1-5C9346B735EC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/>
              <a:t>Priority will be given to achieving target flow rates in the Old Channel and, secondly, to flow rates in the New Channel. </a:t>
            </a:r>
          </a:p>
          <a:p>
            <a:endParaRPr lang="en-US" sz="1300"/>
          </a:p>
          <a:p>
            <a:r>
              <a:rPr lang="en-US" sz="130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/>
              <a:t> </a:t>
            </a:r>
          </a:p>
          <a:p>
            <a:r>
              <a:rPr lang="en-US" sz="1300"/>
              <a:t>Maintenance activities associated with the flow-control gates will be conducted as needed to ensure continued operability.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D270370-2D59-D305-57E3-EBFB1D043385}"/>
              </a:ext>
            </a:extLst>
          </p:cNvPr>
          <p:cNvSpPr/>
          <p:nvPr/>
        </p:nvSpPr>
        <p:spPr>
          <a:xfrm>
            <a:off x="3735308" y="5797296"/>
            <a:ext cx="7740412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24108C3-41A0-BEA7-39C1-E4FC808EB0A2}"/>
              </a:ext>
            </a:extLst>
          </p:cNvPr>
          <p:cNvSpPr/>
          <p:nvPr/>
        </p:nvSpPr>
        <p:spPr>
          <a:xfrm>
            <a:off x="3857625" y="5916168"/>
            <a:ext cx="7439025" cy="2719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950" b="1" dirty="0">
                <a:solidFill>
                  <a:srgbClr val="3B5B45"/>
                </a:solidFill>
              </a:rPr>
              <a:t>Comal River discharge at USGS 08169000, New Channel of Comal River 08168932, and Old Channel of Comal River 08168913, 2025-2026.</a:t>
            </a:r>
            <a:endParaRPr lang="en-US" sz="95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918331F-DB79-0A74-6B07-7A5DCAB35648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35308" y="1150966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4601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6FF5D-ABD4-0AEE-9935-7BF3A8254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88800E-8EA2-1208-C190-C49C2BC4215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34556DE-932B-AE02-3090-0B2C718DD7A9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3EDB163-1D87-CD6D-63BF-9DB0120B1BB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E02BCE6-6432-2F74-8F9A-16F1E3F1FA2A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EBFAA73-5F29-E8D2-0778-662E839BF863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80302FF-A3EF-5CD6-09C3-512AACF64EEB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CFC6406-D413-E71B-095D-FFD51C7E20F1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2374C13-B236-9E0E-E2A9-38D8E7B7505B}"/>
              </a:ext>
            </a:extLst>
          </p:cNvPr>
          <p:cNvSpPr/>
          <p:nvPr/>
        </p:nvSpPr>
        <p:spPr>
          <a:xfrm>
            <a:off x="4892040" y="5797296"/>
            <a:ext cx="6294768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2D58D00-80A7-C45F-F104-D7B8627E461A}"/>
              </a:ext>
            </a:extLst>
          </p:cNvPr>
          <p:cNvSpPr/>
          <p:nvPr/>
        </p:nvSpPr>
        <p:spPr>
          <a:xfrm>
            <a:off x="5038343" y="5916168"/>
            <a:ext cx="6001131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3B5B45"/>
                </a:solidFill>
              </a:rPr>
              <a:t>Landa Lake at the entrance to the Old Channel culvert at approximately 60 </a:t>
            </a:r>
            <a:r>
              <a:rPr lang="en-US" sz="950" b="1" dirty="0" err="1">
                <a:solidFill>
                  <a:srgbClr val="3B5B45"/>
                </a:solidFill>
              </a:rPr>
              <a:t>cfs</a:t>
            </a:r>
            <a:r>
              <a:rPr lang="en-US" sz="950" b="1" dirty="0">
                <a:solidFill>
                  <a:srgbClr val="3B5B45"/>
                </a:solidFill>
              </a:rPr>
              <a:t>.</a:t>
            </a:r>
            <a:endParaRPr lang="en-US" sz="95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E3562F2-7204-D21A-D53A-6EB23D60C13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892039" y="1078991"/>
            <a:ext cx="6294769" cy="4663867"/>
          </a:xfrm>
          <a:prstGeom prst="rect">
            <a:avLst/>
          </a:prstGeom>
        </p:spPr>
      </p:pic>
      <p:sp>
        <p:nvSpPr>
          <p:cNvPr id="24" name="Text 9">
            <a:extLst>
              <a:ext uri="{FF2B5EF4-FFF2-40B4-BE49-F238E27FC236}">
                <a16:creationId xmlns:a16="http://schemas.microsoft.com/office/drawing/2014/main" id="{6710D9A2-96F8-DB9F-C59A-EBD7BFAD90C8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/>
              <a:t>Priority will be given to achieving target flow rates in the Old Channel and, secondly, to flow rates in the New Channel. </a:t>
            </a:r>
          </a:p>
          <a:p>
            <a:endParaRPr lang="en-US" sz="1300"/>
          </a:p>
          <a:p>
            <a:r>
              <a:rPr lang="en-US" sz="130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/>
              <a:t> </a:t>
            </a:r>
          </a:p>
          <a:p>
            <a:r>
              <a:rPr lang="en-US" sz="1300"/>
              <a:t>Maintenance activities associated with the flow-control gates will be conducted as needed to ensure continued operability.</a:t>
            </a:r>
          </a:p>
        </p:txBody>
      </p:sp>
    </p:spTree>
    <p:extLst>
      <p:ext uri="{BB962C8B-B14F-4D97-AF65-F5344CB8AC3E}">
        <p14:creationId xmlns:p14="http://schemas.microsoft.com/office/powerpoint/2010/main" val="19539927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575928-826F-BDFE-29BF-7BB61932E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DAF4A1-927B-EE2A-72CA-DAD1B3F0FDB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65C8F78-28CA-89E6-51B7-A294C420EC2B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BFD93C0-1EF7-9518-DF2C-D4614AE96146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2B1E799-A126-B191-4CC9-D97AFC226CA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659A864-A034-D2CE-0991-AB772D948999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Management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1B6DE84-2E28-4482-0685-18EEC60A6114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9796CAE-8C83-F5A3-8565-9FBE071C9534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4246172-F704-B695-3E30-BD2D17A0E611}"/>
              </a:ext>
            </a:extLst>
          </p:cNvPr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F781C56-2954-D4A8-0678-F51BF0176C02}"/>
              </a:ext>
            </a:extLst>
          </p:cNvPr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 / PHOTO / SITE FIGURE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B6BE22C-A6F5-EB65-78F4-C45A29E42D75}"/>
              </a:ext>
            </a:extLst>
          </p:cNvPr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Replace with Landa Lake reach map, drone image, transect photo, or monitoring station map.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DE43182-757D-439D-F22D-96A262B80E0A}"/>
              </a:ext>
            </a:extLst>
          </p:cNvPr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89420F2-FF14-6F59-5DE6-D6DFF969156E}"/>
              </a:ext>
            </a:extLst>
          </p:cNvPr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SUBMERGED AQUATIC VEGETATION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E51941-3405-C94F-9813-7EA5C055016C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59322FB-9037-6C7E-C3A6-A561493AA4C1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1350" b="1" dirty="0">
                <a:solidFill>
                  <a:srgbClr val="123240"/>
                </a:solidFill>
              </a:rPr>
              <a:t>EAHCP § 5.2.2</a:t>
            </a:r>
            <a:endParaRPr lang="en-US" sz="1350" dirty="0">
              <a:solidFill>
                <a:prstClr val="black"/>
              </a:solidFill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D606ADF-523E-C8F4-A2B7-4B08B3ADD3F2}"/>
              </a:ext>
            </a:extLst>
          </p:cNvPr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Native Aquatic Vegetation Restoration and Maintenance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83B35AC-9519-2B22-7AF1-D0155F828FC5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4E5646C-A0FA-B36D-C0FD-4EE74BCCAA50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Provide Beneficial Habitat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862159E-C68B-00CE-7488-52320D53DAC3}"/>
              </a:ext>
            </a:extLst>
          </p:cNvPr>
          <p:cNvSpPr/>
          <p:nvPr/>
        </p:nvSpPr>
        <p:spPr>
          <a:xfrm>
            <a:off x="8211312" y="3172968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To minimize and mitigate the impacts of incidental take from low-flow events by providing better habitat conditions for the ecological community.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8D386F03-82C1-ED7F-AC92-03B319713204}"/>
              </a:ext>
            </a:extLst>
          </p:cNvPr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B2A014C-0407-168A-7605-95333DCE0E8F}"/>
              </a:ext>
            </a:extLst>
          </p:cNvPr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Goals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0FA482F5-4F94-9225-DB87-0E7E2B0383D8}"/>
              </a:ext>
            </a:extLst>
          </p:cNvPr>
          <p:cNvSpPr/>
          <p:nvPr/>
        </p:nvSpPr>
        <p:spPr>
          <a:xfrm>
            <a:off x="8211312" y="4215384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occur in Long-term Biological Goal Reaches designated by the EAHCP as well as supportive Restoration Reaches which provide further habitat enhancement objectives.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C1F64D8-AC50-3DD5-F508-2470083254B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8368" y="1392510"/>
            <a:ext cx="6720840" cy="442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0046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DE738-459E-FAA4-338A-DAA168A09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879BDCD-F8E5-A955-A82C-86CD5D88B01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05F9A43-D3A5-FEAF-49C0-A1B66ABF9479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90474BF-96B8-6B19-172C-F6403CC30502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EC6282E-BC4A-5B59-DE4F-95FD67F1DED6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8001144-EDBC-0BFC-9264-689ACB6679A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Maintenance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11E5010-1508-5AA6-3796-0179AB0EB1CB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0C0BF1B-6F0C-7B9E-BA97-DB3A30C327DE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SUBMERGED AQUATIC VEGETATION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771EC15-EEDD-5E96-6895-79180F0E20B0}"/>
              </a:ext>
            </a:extLst>
          </p:cNvPr>
          <p:cNvSpPr/>
          <p:nvPr/>
        </p:nvSpPr>
        <p:spPr>
          <a:xfrm>
            <a:off x="640080" y="2093975"/>
            <a:ext cx="2487549" cy="35661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have been moderated by Condition M of the permit with flows &lt; 130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Currently, only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Ludwigia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and </a:t>
            </a:r>
            <a:r>
              <a:rPr lang="en-US" sz="1650" dirty="0" err="1">
                <a:solidFill>
                  <a:srgbClr val="243036"/>
                </a:solidFill>
                <a:latin typeface="Aptos"/>
              </a:rPr>
              <a:t>Cabomba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are propagated and planted.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~ 3500 plants were planted across six restoration plot areas (~ 750 m</a:t>
            </a:r>
            <a:r>
              <a:rPr lang="en-US" sz="1650" baseline="30000" dirty="0">
                <a:solidFill>
                  <a:srgbClr val="243036"/>
                </a:solidFill>
                <a:latin typeface="Aptos"/>
              </a:rPr>
              <a:t>2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)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E3ACEBA-4DAB-32F6-8AB4-67004F2A953C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D75A8E79-84A4-9E5C-B049-DE5C32F2388B}"/>
              </a:ext>
            </a:extLst>
          </p:cNvPr>
          <p:cNvSpPr/>
          <p:nvPr/>
        </p:nvSpPr>
        <p:spPr>
          <a:xfrm>
            <a:off x="3895725" y="6071616"/>
            <a:ext cx="7351395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B97D37B-8DB4-63FB-73F6-5DCFB2066FF7}"/>
              </a:ext>
            </a:extLst>
          </p:cNvPr>
          <p:cNvSpPr/>
          <p:nvPr/>
        </p:nvSpPr>
        <p:spPr>
          <a:xfrm>
            <a:off x="4152900" y="6190488"/>
            <a:ext cx="69479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SAV in the Landa Lake LTBG reach from 2022-2025, long-term averages and Biological Goal for reach shown.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4BB2EF-8DD6-6372-E0F2-8C706964AC31}"/>
              </a:ext>
            </a:extLst>
          </p:cNvPr>
          <p:cNvSpPr txBox="1"/>
          <p:nvPr/>
        </p:nvSpPr>
        <p:spPr>
          <a:xfrm>
            <a:off x="5219700" y="2093975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Perhaps a few pictures here, visual tour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6D414B9-6F21-773F-193B-7DAAA5F7C43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95725" y="1261862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4404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12028-7430-BFDC-EEB9-A60B2695E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0E3F1FC-286D-502D-4530-E39B8137D0A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49B20C-C3FF-9239-7042-67821DAD4B44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61C87A6-29B1-2DBB-10AF-5A6BC7BB4B85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326EFAA-EEA7-5749-989A-C985ABAFEC8A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6FF71E4-8C3C-E0C0-B13B-CC19AF0164EA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Maintenance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C5E2A2B-04B1-BB20-3001-4FE3FC6F0F77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CC4F979-811F-3FD4-48E0-15791C236F96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SUBMERGED AQUATIC VEGETATION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F17DFB2-52BC-8FFB-D8BE-979DDC29E2D7}"/>
              </a:ext>
            </a:extLst>
          </p:cNvPr>
          <p:cNvSpPr/>
          <p:nvPr/>
        </p:nvSpPr>
        <p:spPr>
          <a:xfrm>
            <a:off x="640080" y="2093975"/>
            <a:ext cx="2487549" cy="35661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have been moderated by Condition M of the permit with flows &lt; 130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Currently, only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Ludwigia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and </a:t>
            </a:r>
            <a:r>
              <a:rPr lang="en-US" sz="1650" dirty="0" err="1">
                <a:solidFill>
                  <a:srgbClr val="243036"/>
                </a:solidFill>
                <a:latin typeface="Aptos"/>
              </a:rPr>
              <a:t>Cabomba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are propagated and planted.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~ 3500 plants were planted across six restoration plot areas (~ 750 m</a:t>
            </a:r>
            <a:r>
              <a:rPr lang="en-US" sz="1650" baseline="30000" dirty="0">
                <a:solidFill>
                  <a:srgbClr val="243036"/>
                </a:solidFill>
                <a:latin typeface="Aptos"/>
              </a:rPr>
              <a:t>2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)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580AAF6C-84A0-8444-C520-5F73BC760BD2}"/>
              </a:ext>
            </a:extLst>
          </p:cNvPr>
          <p:cNvSpPr/>
          <p:nvPr/>
        </p:nvSpPr>
        <p:spPr>
          <a:xfrm>
            <a:off x="4646822" y="6071616"/>
            <a:ext cx="620877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CF18A851-F9F2-8961-1DBC-C5C02F5569A7}"/>
              </a:ext>
            </a:extLst>
          </p:cNvPr>
          <p:cNvSpPr/>
          <p:nvPr/>
        </p:nvSpPr>
        <p:spPr>
          <a:xfrm>
            <a:off x="4819650" y="6190488"/>
            <a:ext cx="628116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SAV from Fall 2025 mapping in the Landa Lake LTBG reach.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B8EE17-D6F1-E169-5A3A-58ED6DB22943}"/>
              </a:ext>
            </a:extLst>
          </p:cNvPr>
          <p:cNvSpPr txBox="1"/>
          <p:nvPr/>
        </p:nvSpPr>
        <p:spPr>
          <a:xfrm>
            <a:off x="5219700" y="2093975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Perhaps a few pictures here, visual tour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19CF41A-315E-886C-9567-7CF55A96885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646822" y="1108366"/>
            <a:ext cx="6208776" cy="48489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69971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9C211-0F50-6188-8E03-A50C0A184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6245667-BB64-B754-266E-36EFA1CA5C7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7329FFF-2C1B-C902-24F9-148B8AEED80E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729CC2A-4FCA-4D29-4AA7-DC6DB8A7A76C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6AE2EA4-21ED-111C-06B3-4E276A981FB9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6AF6BBF-C3C3-A563-A971-E8B82ED7A0C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Water Quality</a:t>
            </a:r>
            <a:endParaRPr lang="en-US" sz="29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5F6D2B5-55D4-7A99-C346-F78EB9027BAC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85BE99F-740E-3928-4ABF-CABC9A280928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TEMPERATURE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5F10504-DA5B-4C0A-EFC4-B155FAC9B941}"/>
              </a:ext>
            </a:extLst>
          </p:cNvPr>
          <p:cNvSpPr/>
          <p:nvPr/>
        </p:nvSpPr>
        <p:spPr>
          <a:xfrm>
            <a:off x="640080" y="1762124"/>
            <a:ext cx="2399157" cy="31931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 dirty="0"/>
              <a:t>Spring Run 3 and Spring Run 7 were unable to record data for 6 days in May of 2025 and 2 days in April of 2026 due to low/zero flows at the monitoring locations.</a:t>
            </a:r>
          </a:p>
          <a:p>
            <a:endParaRPr lang="en-US" sz="1300" dirty="0"/>
          </a:p>
          <a:p>
            <a:r>
              <a:rPr lang="en-US" sz="1300" dirty="0"/>
              <a:t>Temperatures in the Old Channel have largely remained under 25C at the RTWQ monitoring stations with the exception of a brief period in May 2025.</a:t>
            </a:r>
          </a:p>
          <a:p>
            <a:r>
              <a:rPr lang="en-US" sz="1300" dirty="0"/>
              <a:t> 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A7BB5A0-A361-F3BD-A0CF-A1BC90D0F7D7}"/>
              </a:ext>
            </a:extLst>
          </p:cNvPr>
          <p:cNvSpPr/>
          <p:nvPr/>
        </p:nvSpPr>
        <p:spPr>
          <a:xfrm>
            <a:off x="4357816" y="5797296"/>
            <a:ext cx="702687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FD44D4C-54F8-95EF-06B5-ECC2B7E73A49}"/>
              </a:ext>
            </a:extLst>
          </p:cNvPr>
          <p:cNvSpPr/>
          <p:nvPr/>
        </p:nvSpPr>
        <p:spPr>
          <a:xfrm>
            <a:off x="4530811" y="5957358"/>
            <a:ext cx="667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3B5B45"/>
                </a:solidFill>
              </a:rPr>
              <a:t>Temperature data from real-time water quality stations operating in the Comal system.  Data from 2026 are unapproved and potentially contain incorrect values.</a:t>
            </a:r>
            <a:endParaRPr lang="en-US" sz="9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4BB218D-1E99-2D7D-A7F3-671FC76AFC3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75288" y="1138418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1148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B6D21-0392-12CD-D67F-FDE641B71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EACCA21-2F44-073E-4F01-A890A74E402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A352B59-FCBD-1968-808F-C215C50FDCD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5D738A2-4776-9209-F832-439CAC36B3B5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A362355-8519-57E5-208A-DD96E067819F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631BA67-5BDA-D960-7D86-0BAF6E985F7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Water Quality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29B5D1C-8BCD-0C3D-F1C2-295E3473576C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2A405F-7E30-F506-D8EB-9CBBB3D2B0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00" t="16687" r="9123" b="3544"/>
          <a:stretch>
            <a:fillRect/>
          </a:stretch>
        </p:blipFill>
        <p:spPr>
          <a:xfrm>
            <a:off x="640080" y="990600"/>
            <a:ext cx="10750601" cy="5291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4018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EEE40-92D6-C972-8116-2AB65454F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3B60FA11-3769-120E-D373-6457E741D1E5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19D35EC-A304-6CFC-6494-ACA15E34ACE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25FFF4D-684D-DD19-04B9-234CBF0D0B9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0681F45-389A-1C88-537D-73A609998762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Lake/ Comal Data Presented 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CA9996C-90EA-6666-115D-F11361B5B0D7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F977C67-E773-92EF-507B-F8CCDB1EB886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30D97F6-2ED0-93FA-4910-A1E9149FF25A}"/>
              </a:ext>
            </a:extLst>
          </p:cNvPr>
          <p:cNvSpPr/>
          <p:nvPr/>
        </p:nvSpPr>
        <p:spPr>
          <a:xfrm>
            <a:off x="886968" y="5998463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82081825-98AA-358E-C73E-4EF5AABF1CE3}"/>
              </a:ext>
            </a:extLst>
          </p:cNvPr>
          <p:cNvSpPr/>
          <p:nvPr/>
        </p:nvSpPr>
        <p:spPr>
          <a:xfrm>
            <a:off x="640080" y="1133857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2FDFA9DC-DA79-0D76-1C01-F4557DD2E8D0}"/>
              </a:ext>
            </a:extLst>
          </p:cNvPr>
          <p:cNvSpPr/>
          <p:nvPr/>
        </p:nvSpPr>
        <p:spPr>
          <a:xfrm>
            <a:off x="1033272" y="1124713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1350" b="1" dirty="0">
                <a:solidFill>
                  <a:srgbClr val="123240"/>
                </a:solidFill>
              </a:rPr>
              <a:t>Hydrologic</a:t>
            </a:r>
            <a:endParaRPr lang="en-US" sz="1350" dirty="0">
              <a:solidFill>
                <a:prstClr val="black"/>
              </a:solidFill>
            </a:endParaRPr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A8B4C846-5340-DD71-3317-D0BDF2968340}"/>
              </a:ext>
            </a:extLst>
          </p:cNvPr>
          <p:cNvSpPr/>
          <p:nvPr/>
        </p:nvSpPr>
        <p:spPr>
          <a:xfrm>
            <a:off x="1033272" y="1417321"/>
            <a:ext cx="7996428" cy="16729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Springflow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and River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Dischage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Comal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Spgs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at New Braunfels, TX – USGS-08168710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    Comal </a:t>
            </a:r>
            <a:r>
              <a:rPr lang="en-US" sz="1050" dirty="0" err="1">
                <a:solidFill>
                  <a:srgbClr val="243036"/>
                </a:solidFill>
                <a:latin typeface="Aptos"/>
              </a:rPr>
              <a:t>Rv</a:t>
            </a:r>
            <a:r>
              <a:rPr lang="en-US" sz="1050" dirty="0">
                <a:solidFill>
                  <a:srgbClr val="243036"/>
                </a:solidFill>
                <a:latin typeface="Aptos"/>
              </a:rPr>
              <a:t> at New Braunfels, TX – USGS-08169000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    Comal </a:t>
            </a:r>
            <a:r>
              <a:rPr lang="en-US" sz="1050" dirty="0" err="1">
                <a:solidFill>
                  <a:srgbClr val="243036"/>
                </a:solidFill>
                <a:latin typeface="Aptos"/>
              </a:rPr>
              <a:t>Rv</a:t>
            </a:r>
            <a:r>
              <a:rPr lang="en-US" sz="1050" dirty="0">
                <a:solidFill>
                  <a:srgbClr val="243036"/>
                </a:solidFill>
                <a:latin typeface="Aptos"/>
              </a:rPr>
              <a:t> (nc) nr Landa Lk, New Braunfels, TX – USGS-08168932</a:t>
            </a:r>
          </a:p>
          <a:p>
            <a:pPr lvl="0"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Comal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Rv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(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oc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 nr Landa Lk</a:t>
            </a:r>
            <a:r>
              <a:rPr lang="en-US" sz="1050" dirty="0">
                <a:solidFill>
                  <a:srgbClr val="243036"/>
                </a:solidFill>
              </a:rPr>
              <a:t>, New Braunfels, TX – USGS-08168913</a:t>
            </a:r>
          </a:p>
          <a:p>
            <a:pPr lvl="0"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lvl="0"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Groundwater Height at LCRA Well - </a:t>
            </a:r>
            <a:r>
              <a:rPr lang="en-US" sz="1050" dirty="0">
                <a:solidFill>
                  <a:srgbClr val="243036"/>
                </a:solidFill>
                <a:latin typeface="Aptos"/>
                <a:hlinkClick r:id="rId3"/>
              </a:rPr>
              <a:t>https://data.edwardsaquifer.org/GroundWater</a:t>
            </a:r>
            <a:endParaRPr lang="en-US" sz="1050" dirty="0">
              <a:solidFill>
                <a:srgbClr val="243036"/>
              </a:solidFill>
              <a:latin typeface="Aptos"/>
            </a:endParaRPr>
          </a:p>
          <a:p>
            <a:pPr lvl="0"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lvl="0"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Spring Run and Flow split discharge</a:t>
            </a:r>
          </a:p>
          <a:p>
            <a:pPr lvl="0"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Text 16">
            <a:extLst>
              <a:ext uri="{FF2B5EF4-FFF2-40B4-BE49-F238E27FC236}">
                <a16:creationId xmlns:a16="http://schemas.microsoft.com/office/drawing/2014/main" id="{7F1B1082-7269-96A6-C9F5-36CC260E1BB2}"/>
              </a:ext>
            </a:extLst>
          </p:cNvPr>
          <p:cNvSpPr/>
          <p:nvPr/>
        </p:nvSpPr>
        <p:spPr>
          <a:xfrm>
            <a:off x="640080" y="3138326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EDC154FC-24BD-5F78-C0A9-BF8B650BF369}"/>
              </a:ext>
            </a:extLst>
          </p:cNvPr>
          <p:cNvSpPr/>
          <p:nvPr/>
        </p:nvSpPr>
        <p:spPr>
          <a:xfrm>
            <a:off x="1033272" y="312918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Water Quality and Habitat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5" name="Text 18">
            <a:extLst>
              <a:ext uri="{FF2B5EF4-FFF2-40B4-BE49-F238E27FC236}">
                <a16:creationId xmlns:a16="http://schemas.microsoft.com/office/drawing/2014/main" id="{A51270C4-86BA-1CEA-B36F-00496C216742}"/>
              </a:ext>
            </a:extLst>
          </p:cNvPr>
          <p:cNvSpPr/>
          <p:nvPr/>
        </p:nvSpPr>
        <p:spPr>
          <a:xfrm>
            <a:off x="1033272" y="3402333"/>
            <a:ext cx="3474720" cy="7625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Spring Run 3, 7, and OC Temperature RTWQ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Landa Lake Thermistors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Landa Lake SAV maps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TPWD Spring Orifices Map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7" name="Text 19">
            <a:extLst>
              <a:ext uri="{FF2B5EF4-FFF2-40B4-BE49-F238E27FC236}">
                <a16:creationId xmlns:a16="http://schemas.microsoft.com/office/drawing/2014/main" id="{A7C5DE3D-485C-D755-42FD-C92CFF0CD379}"/>
              </a:ext>
            </a:extLst>
          </p:cNvPr>
          <p:cNvSpPr/>
          <p:nvPr/>
        </p:nvSpPr>
        <p:spPr>
          <a:xfrm>
            <a:off x="640080" y="4281627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20">
            <a:extLst>
              <a:ext uri="{FF2B5EF4-FFF2-40B4-BE49-F238E27FC236}">
                <a16:creationId xmlns:a16="http://schemas.microsoft.com/office/drawing/2014/main" id="{6AADF01C-4338-AAE1-25FA-32E52386A9FA}"/>
              </a:ext>
            </a:extLst>
          </p:cNvPr>
          <p:cNvSpPr/>
          <p:nvPr/>
        </p:nvSpPr>
        <p:spPr>
          <a:xfrm>
            <a:off x="1033272" y="4281627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 err="1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Github</a:t>
            </a: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Repo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Text 21">
            <a:extLst>
              <a:ext uri="{FF2B5EF4-FFF2-40B4-BE49-F238E27FC236}">
                <a16:creationId xmlns:a16="http://schemas.microsoft.com/office/drawing/2014/main" id="{ACBDBBE8-15B5-ED64-F38F-B8398D705BDC}"/>
              </a:ext>
            </a:extLst>
          </p:cNvPr>
          <p:cNvSpPr/>
          <p:nvPr/>
        </p:nvSpPr>
        <p:spPr>
          <a:xfrm>
            <a:off x="1033272" y="4476955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Data and scripts available at: 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45247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84124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6CB7AF"/>
                </a:solidFill>
              </a:rPr>
              <a:t>EAHCP · LANDA LAKE</a:t>
            </a:r>
            <a:endParaRPr lang="en-US" sz="880" dirty="0"/>
          </a:p>
        </p:txBody>
      </p:sp>
      <p:sp>
        <p:nvSpPr>
          <p:cNvPr id="6" name="Text 4"/>
          <p:cNvSpPr/>
          <p:nvPr/>
        </p:nvSpPr>
        <p:spPr>
          <a:xfrm>
            <a:off x="731520" y="1572768"/>
            <a:ext cx="6217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</a:t>
            </a:r>
            <a:endParaRPr lang="en-US" sz="4300"/>
          </a:p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300"/>
          </a:p>
        </p:txBody>
      </p:sp>
      <p:sp>
        <p:nvSpPr>
          <p:cNvPr id="9" name="Text 7"/>
          <p:cNvSpPr/>
          <p:nvPr/>
        </p:nvSpPr>
        <p:spPr>
          <a:xfrm>
            <a:off x="7452360" y="6263640"/>
            <a:ext cx="3429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Edwards Aquifer Habitat Conservation Plan</a:t>
            </a:r>
            <a:endParaRPr lang="en-US" sz="850"/>
          </a:p>
        </p:txBody>
      </p:sp>
      <p:sp>
        <p:nvSpPr>
          <p:cNvPr id="10" name="Text 8"/>
          <p:cNvSpPr/>
          <p:nvPr/>
        </p:nvSpPr>
        <p:spPr>
          <a:xfrm>
            <a:off x="1147572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13</a:t>
            </a:r>
            <a:endParaRPr lang="en-US" sz="8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428</TotalTime>
  <Words>1742</Words>
  <Application>Microsoft Office PowerPoint</Application>
  <PresentationFormat>Widescreen</PresentationFormat>
  <Paragraphs>251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Edwards Aquifer Habitat Conservation Plan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EAHCP Landa Lake Template</dc:title>
  <dc:subject>EAHCP Landa Lake presentation template</dc:subject>
  <dc:creator>OpenAI</dc:creator>
  <cp:lastModifiedBy>Chad Furl</cp:lastModifiedBy>
  <cp:revision>1</cp:revision>
  <dcterms:created xsi:type="dcterms:W3CDTF">2026-08-03T20:56:09Z</dcterms:created>
  <dcterms:modified xsi:type="dcterms:W3CDTF">2026-08-25T19:28:12Z</dcterms:modified>
</cp:coreProperties>
</file>