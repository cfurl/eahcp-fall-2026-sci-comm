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5B6CF-079F-7313-0155-EEB069AB6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338F1E-B344-FD43-F116-D8B822C8F9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D8FFE-5923-AA6F-886C-D11EDA8CB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B4638-1A7A-6192-AFA5-441CF2AE5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BFA80-4921-D075-7645-5A526D6FD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907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03DA2-182F-4506-3E1B-C3B2796B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F0542-C6C6-6EC1-4752-2BD8D7E1D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4260EA-7BAB-1478-5D15-63DD8BC66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8552D-700D-6C98-022F-E0811DEDE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029A7-A431-1B3D-BD14-41682D2A8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13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9B49E-8296-316F-87A4-A20FED5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B4258-1905-D924-1FCA-080D05B27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93FB8-04A8-8FA9-52FE-E4F1495A2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75C379-B06F-9195-FD5C-EEA22B767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473EF-E156-1EC8-7CB6-690186D33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78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72489-3802-975E-F219-5B247DF4B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8807E-21DE-D83A-30FE-EC9D32CB8A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0CE551-CB65-B998-C625-AFBF7D1EF3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BEF2D-FA3A-9760-C2BD-DF8188A7B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950E2-964B-7D97-E4E3-56C2BFA6A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51EFC-7A1E-C2E9-A208-154C62CC5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891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B4C75-FC22-7653-DE97-CC27FF18A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699DDD-E396-4CBA-2827-156C3D0E0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D549D7-BEF1-A932-D8ED-DDC736A2E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CEFFBB-A7ED-B65F-21DC-D4FB181F44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749B0E-31F5-DD81-AEB7-55112FEE77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228B91-AE91-2880-737B-0CBB69D76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E72042-2654-A160-BBD6-559DD77EF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AAE4AD-AAE3-6756-FB83-7042D681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510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95EB2-A74B-7789-C048-D218993FE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D04193-68EE-2AA9-B408-B37E83985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301B1-535E-9004-C952-7F9E383DA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AD462-E861-6C07-1B7D-C47B918A1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162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574EEE-15FC-2869-2DF0-09F264A95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FF18EF-83B9-DFF3-AA0F-EF1D6F18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6D43C-5B26-DA22-A32E-654D3C9AC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578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ACC3-1645-698E-7185-C02A9B854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D04F9-2C33-99A8-7963-11DC5E4C9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D0F85A-EACE-A033-8060-3475870F3B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2CF6A5-9263-114E-95E8-8883300CD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CA27D6-520E-F9BA-A6B2-C5C7FB622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86C411-3C61-813D-AF4D-F903046CE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340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53D92-410E-F0A0-EF12-3230AF4AE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A3D0F-1231-519F-015F-6A60649286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9ADF12-1B13-C5AD-6ACF-CE9409394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3C646-36F3-A7EA-4F2F-0AB67A25B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D1D68C-4BCB-0661-80D4-30EE5A4A8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17EBE-2802-CD38-96E1-E5FDAAB4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910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23548-2E08-D222-0055-14C94F211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928D27-C5BB-3CB0-FD21-09CF62A94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CBE63-8A3E-1B00-85F5-8CBFC354F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C66CB-04D8-B077-A2AD-B7F1D2374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83759-17E0-8AD7-6084-39840E1F6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0702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3C896D-B237-A5B8-3DC8-A3B659D111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DE791D-9E8A-AD79-9727-290C126F2E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3724B-601C-A875-526D-7B87F0E6D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5DA8B-0558-A933-B7F4-498AF711A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62A03-B612-8195-A4F1-B9BF35990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510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21B1B5-A835-C4EA-A318-2D1073E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DA00C-9193-FE7D-0C1E-BEF5433D6B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CA23F-52F1-ACAD-713E-B0CC5CEB80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E24253-3B58-4A62-9504-CA71FA4D82BC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1F8E0-5CD0-996B-A1BD-FB11BB8C5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F49E6F-90EF-7B4A-ABF1-203903D1D2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A5C9-5D61-40A3-A03F-C757A60F3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107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27DAB-C60C-220C-2B45-01C2421D5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D2EB80-89F4-8FCB-777F-8FC963A4C2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8755" y="1825625"/>
            <a:ext cx="693449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288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868A-9867-93F2-C218-CA31E3BB4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5CEC35B-1E32-238F-5C86-87F012043C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4077" y="1825625"/>
            <a:ext cx="724384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854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0800-3F02-3810-6D42-C9B6373B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2B7CF-2651-EA99-BA55-8BBFBB2A5D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5656B5-1E45-6FDA-DEBE-A93374A45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899"/>
            <a:ext cx="12192000" cy="6792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711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Furl</dc:creator>
  <cp:lastModifiedBy>Chad Furl</cp:lastModifiedBy>
  <cp:revision>1</cp:revision>
  <dcterms:created xsi:type="dcterms:W3CDTF">2026-09-04T18:52:50Z</dcterms:created>
  <dcterms:modified xsi:type="dcterms:W3CDTF">2026-09-04T18:54:04Z</dcterms:modified>
</cp:coreProperties>
</file>