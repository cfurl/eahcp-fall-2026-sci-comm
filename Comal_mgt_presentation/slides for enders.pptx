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B6CF-079F-7313-0155-EEB069AB6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38F1E-B344-FD43-F116-D8B822C8F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D8FFE-5923-AA6F-886C-D11EDA8C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B4638-1A7A-6192-AFA5-441CF2A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BFA80-4921-D075-7645-5A526D6F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0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3DA2-182F-4506-3E1B-C3B2796B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F0542-C6C6-6EC1-4752-2BD8D7E1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260EA-7BAB-1478-5D15-63DD8BC6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8552D-700D-6C98-022F-E0811DED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029A7-A431-1B3D-BD14-41682D2A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1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B49E-8296-316F-87A4-A20FED5B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B4258-1905-D924-1FCA-080D05B27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93FB8-04A8-8FA9-52FE-E4F1495A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5C379-B06F-9195-FD5C-EEA22B76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73EF-E156-1EC8-7CB6-690186D3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2489-3802-975E-F219-5B247DF4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8807E-21DE-D83A-30FE-EC9D32CB8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CE551-CB65-B998-C625-AFBF7D1EF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BEF2D-FA3A-9760-C2BD-DF8188A7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50E2-964B-7D97-E4E3-56C2BFA6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51EFC-7A1E-C2E9-A208-154C62CC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4C75-FC22-7653-DE97-CC27FF18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99DDD-E396-4CBA-2827-156C3D0E0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549D7-BEF1-A932-D8ED-DDC736A2E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EFFBB-A7ED-B65F-21DC-D4FB181F4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49B0E-31F5-DD81-AEB7-55112FEE7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28B91-AE91-2880-737B-0CBB69D7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72042-2654-A160-BBD6-559DD77E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AE4AD-AAE3-6756-FB83-7042D681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1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5EB2-A74B-7789-C048-D218993F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04193-68EE-2AA9-B408-B37E8398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301B1-535E-9004-C952-7F9E383D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AD462-E861-6C07-1B7D-C47B918A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6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74EEE-15FC-2869-2DF0-09F264A9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F18EF-83B9-DFF3-AA0F-EF1D6F18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6D43C-5B26-DA22-A32E-654D3C9A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ACC3-1645-698E-7185-C02A9B85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04F9-2C33-99A8-7963-11DC5E4C9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0F85A-EACE-A033-8060-3475870F3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CF6A5-9263-114E-95E8-8883300C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A27D6-520E-F9BA-A6B2-C5C7FB62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6C411-3C61-813D-AF4D-F903046C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4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3D92-410E-F0A0-EF12-3230AF4A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2A3D0F-1231-519F-015F-6A6064928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ADF12-1B13-C5AD-6ACF-CE9409394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3C646-36F3-A7EA-4F2F-0AB67A25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1D68C-4BCB-0661-80D4-30EE5A4A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17EBE-2802-CD38-96E1-E5FDAAB4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1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3548-2E08-D222-0055-14C94F21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28D27-C5BB-3CB0-FD21-09CF62A94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CBE63-8A3E-1B00-85F5-8CBFC354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C66CB-04D8-B077-A2AD-B7F1D237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83759-17E0-8AD7-6084-39840E1F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7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C896D-B237-A5B8-3DC8-A3B659D11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E791D-9E8A-AD79-9727-290C126F2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724B-601C-A875-526D-7B87F0E6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5DA8B-0558-A933-B7F4-498AF711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62A03-B612-8195-A4F1-B9BF3599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1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1B1B5-A835-C4EA-A318-2D1073E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DA00C-9193-FE7D-0C1E-BEF5433D6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A23F-52F1-ACAD-713E-B0CC5CEB8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24253-3B58-4A62-9504-CA71FA4D82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1F8E0-5CD0-996B-A1BD-FB11BB8C5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49E6F-90EF-7B4A-ABF1-203903D1D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CA5C9-5D61-40A3-A03F-C757A60F3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0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7DAB-C60C-220C-2B45-01C2421D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D2EB80-89F4-8FCB-777F-8FC963A4C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755" y="1825625"/>
            <a:ext cx="69344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8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868A-9867-93F2-C218-CA31E3BB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CEC35B-1E32-238F-5C86-87F012043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077" y="1825625"/>
            <a:ext cx="72438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800-3F02-3810-6D42-C9B6373B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2B7CF-2651-EA99-BA55-8BBFBB2A5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656B5-1E45-6FDA-DEBE-A93374A45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99"/>
            <a:ext cx="12192000" cy="67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1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Furl</dc:creator>
  <cp:lastModifiedBy>Chad Furl</cp:lastModifiedBy>
  <cp:revision>1</cp:revision>
  <dcterms:created xsi:type="dcterms:W3CDTF">2026-09-04T18:52:50Z</dcterms:created>
  <dcterms:modified xsi:type="dcterms:W3CDTF">2026-09-04T18:54:04Z</dcterms:modified>
</cp:coreProperties>
</file>