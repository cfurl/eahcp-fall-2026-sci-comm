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8" r:id="rId7"/>
    <p:sldId id="270" r:id="rId8"/>
    <p:sldId id="269" r:id="rId9"/>
    <p:sldId id="263" r:id="rId10"/>
    <p:sldId id="262"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EA9B7D-B755-443F-A6A7-CFC0B3BEA617}" v="8" dt="2026-09-14T15:02:47.0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2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Furl" userId="e1f063c0-f891-481e-b162-0b825299f031" providerId="ADAL" clId="{6ADDB542-7708-4E33-BA5D-95E7728F0CE2}"/>
    <pc:docChg chg="undo custSel addSld delSld modSld">
      <pc:chgData name="Chad Furl" userId="e1f063c0-f891-481e-b162-0b825299f031" providerId="ADAL" clId="{6ADDB542-7708-4E33-BA5D-95E7728F0CE2}" dt="2026-09-14T15:17:28.559" v="303" actId="47"/>
      <pc:docMkLst>
        <pc:docMk/>
      </pc:docMkLst>
      <pc:sldChg chg="addSp modSp new mod">
        <pc:chgData name="Chad Furl" userId="e1f063c0-f891-481e-b162-0b825299f031" providerId="ADAL" clId="{6ADDB542-7708-4E33-BA5D-95E7728F0CE2}" dt="2026-09-14T13:07:35.832" v="151" actId="931"/>
        <pc:sldMkLst>
          <pc:docMk/>
          <pc:sldMk cId="3882908127" sldId="256"/>
        </pc:sldMkLst>
        <pc:picChg chg="add mod">
          <ac:chgData name="Chad Furl" userId="e1f063c0-f891-481e-b162-0b825299f031" providerId="ADAL" clId="{6ADDB542-7708-4E33-BA5D-95E7728F0CE2}" dt="2026-09-14T13:07:35.832" v="151" actId="931"/>
          <ac:picMkLst>
            <pc:docMk/>
            <pc:sldMk cId="3882908127" sldId="256"/>
            <ac:picMk id="5" creationId="{5B70E972-1DD2-EC29-F7B4-6D3283557EA5}"/>
          </ac:picMkLst>
        </pc:picChg>
      </pc:sldChg>
      <pc:sldChg chg="addSp delSp modSp new mod">
        <pc:chgData name="Chad Furl" userId="e1f063c0-f891-481e-b162-0b825299f031" providerId="ADAL" clId="{6ADDB542-7708-4E33-BA5D-95E7728F0CE2}" dt="2026-09-14T14:43:53.296" v="289" actId="931"/>
        <pc:sldMkLst>
          <pc:docMk/>
          <pc:sldMk cId="3807137322" sldId="257"/>
        </pc:sldMkLst>
        <pc:spChg chg="add mod">
          <ac:chgData name="Chad Furl" userId="e1f063c0-f891-481e-b162-0b825299f031" providerId="ADAL" clId="{6ADDB542-7708-4E33-BA5D-95E7728F0CE2}" dt="2026-09-09T18:44:59.048" v="90" actId="20577"/>
          <ac:spMkLst>
            <pc:docMk/>
            <pc:sldMk cId="3807137322" sldId="257"/>
            <ac:spMk id="8" creationId="{0D39625E-42F1-B5C3-ED36-A2251F5A1E2A}"/>
          </ac:spMkLst>
        </pc:spChg>
        <pc:picChg chg="add del mod">
          <ac:chgData name="Chad Furl" userId="e1f063c0-f891-481e-b162-0b825299f031" providerId="ADAL" clId="{6ADDB542-7708-4E33-BA5D-95E7728F0CE2}" dt="2026-09-14T14:43:53.296" v="289" actId="931"/>
          <ac:picMkLst>
            <pc:docMk/>
            <pc:sldMk cId="3807137322" sldId="257"/>
            <ac:picMk id="3" creationId="{64D17F21-3B8C-E6E6-1CBF-52838CA7F5B1}"/>
          </ac:picMkLst>
        </pc:picChg>
        <pc:picChg chg="add mod">
          <ac:chgData name="Chad Furl" userId="e1f063c0-f891-481e-b162-0b825299f031" providerId="ADAL" clId="{6ADDB542-7708-4E33-BA5D-95E7728F0CE2}" dt="2026-09-09T18:35:10.543" v="9" actId="1076"/>
          <ac:picMkLst>
            <pc:docMk/>
            <pc:sldMk cId="3807137322" sldId="257"/>
            <ac:picMk id="7" creationId="{8D11B483-D7A9-56C9-D830-F00225E20232}"/>
          </ac:picMkLst>
        </pc:picChg>
      </pc:sldChg>
      <pc:sldChg chg="addSp delSp modSp new del mod">
        <pc:chgData name="Chad Furl" userId="e1f063c0-f891-481e-b162-0b825299f031" providerId="ADAL" clId="{6ADDB542-7708-4E33-BA5D-95E7728F0CE2}" dt="2026-09-14T15:13:00.241" v="302" actId="47"/>
        <pc:sldMkLst>
          <pc:docMk/>
          <pc:sldMk cId="1530386953" sldId="258"/>
        </pc:sldMkLst>
      </pc:sldChg>
      <pc:sldChg chg="addSp delSp modSp new mod">
        <pc:chgData name="Chad Furl" userId="e1f063c0-f891-481e-b162-0b825299f031" providerId="ADAL" clId="{6ADDB542-7708-4E33-BA5D-95E7728F0CE2}" dt="2026-09-09T18:56:37.333" v="150" actId="113"/>
        <pc:sldMkLst>
          <pc:docMk/>
          <pc:sldMk cId="1533592284" sldId="259"/>
        </pc:sldMkLst>
        <pc:spChg chg="add mod">
          <ac:chgData name="Chad Furl" userId="e1f063c0-f891-481e-b162-0b825299f031" providerId="ADAL" clId="{6ADDB542-7708-4E33-BA5D-95E7728F0CE2}" dt="2026-09-09T18:56:37.333" v="150" actId="113"/>
          <ac:spMkLst>
            <pc:docMk/>
            <pc:sldMk cId="1533592284" sldId="259"/>
            <ac:spMk id="7" creationId="{26B1C4F2-BFE2-8E79-6390-248A518CD39C}"/>
          </ac:spMkLst>
        </pc:spChg>
        <pc:picChg chg="add mod">
          <ac:chgData name="Chad Furl" userId="e1f063c0-f891-481e-b162-0b825299f031" providerId="ADAL" clId="{6ADDB542-7708-4E33-BA5D-95E7728F0CE2}" dt="2026-09-09T18:55:09.308" v="147" actId="1035"/>
          <ac:picMkLst>
            <pc:docMk/>
            <pc:sldMk cId="1533592284" sldId="259"/>
            <ac:picMk id="5" creationId="{A1C533E9-5DD5-1E61-6825-B462422035BE}"/>
          </ac:picMkLst>
        </pc:picChg>
      </pc:sldChg>
      <pc:sldChg chg="addSp modSp new mod">
        <pc:chgData name="Chad Furl" userId="e1f063c0-f891-481e-b162-0b825299f031" providerId="ADAL" clId="{6ADDB542-7708-4E33-BA5D-95E7728F0CE2}" dt="2026-09-14T13:21:17.410" v="201" actId="14100"/>
        <pc:sldMkLst>
          <pc:docMk/>
          <pc:sldMk cId="752512383" sldId="260"/>
        </pc:sldMkLst>
        <pc:spChg chg="add mod">
          <ac:chgData name="Chad Furl" userId="e1f063c0-f891-481e-b162-0b825299f031" providerId="ADAL" clId="{6ADDB542-7708-4E33-BA5D-95E7728F0CE2}" dt="2026-09-14T13:21:17.410" v="201" actId="14100"/>
          <ac:spMkLst>
            <pc:docMk/>
            <pc:sldMk cId="752512383" sldId="260"/>
            <ac:spMk id="6" creationId="{6CE5EEB3-4D85-0FF3-C028-8ABCEB1E77C3}"/>
          </ac:spMkLst>
        </pc:spChg>
        <pc:picChg chg="add">
          <ac:chgData name="Chad Furl" userId="e1f063c0-f891-481e-b162-0b825299f031" providerId="ADAL" clId="{6ADDB542-7708-4E33-BA5D-95E7728F0CE2}" dt="2026-09-14T13:20:01.814" v="153" actId="22"/>
          <ac:picMkLst>
            <pc:docMk/>
            <pc:sldMk cId="752512383" sldId="260"/>
            <ac:picMk id="5" creationId="{E67D6A66-AD63-7E60-DB19-1F2B6CBDE55E}"/>
          </ac:picMkLst>
        </pc:picChg>
      </pc:sldChg>
      <pc:sldChg chg="addSp modSp new mod">
        <pc:chgData name="Chad Furl" userId="e1f063c0-f891-481e-b162-0b825299f031" providerId="ADAL" clId="{6ADDB542-7708-4E33-BA5D-95E7728F0CE2}" dt="2026-09-14T13:24:11.732" v="239" actId="1035"/>
        <pc:sldMkLst>
          <pc:docMk/>
          <pc:sldMk cId="1421942996" sldId="261"/>
        </pc:sldMkLst>
        <pc:spChg chg="add mod">
          <ac:chgData name="Chad Furl" userId="e1f063c0-f891-481e-b162-0b825299f031" providerId="ADAL" clId="{6ADDB542-7708-4E33-BA5D-95E7728F0CE2}" dt="2026-09-14T13:24:11.732" v="239" actId="1035"/>
          <ac:spMkLst>
            <pc:docMk/>
            <pc:sldMk cId="1421942996" sldId="261"/>
            <ac:spMk id="6" creationId="{97ABF11D-B86A-B82E-6C5C-A4AFC17F553B}"/>
          </ac:spMkLst>
        </pc:spChg>
        <pc:picChg chg="add">
          <ac:chgData name="Chad Furl" userId="e1f063c0-f891-481e-b162-0b825299f031" providerId="ADAL" clId="{6ADDB542-7708-4E33-BA5D-95E7728F0CE2}" dt="2026-09-14T13:23:26.260" v="203" actId="22"/>
          <ac:picMkLst>
            <pc:docMk/>
            <pc:sldMk cId="1421942996" sldId="261"/>
            <ac:picMk id="5" creationId="{EA27FCCB-CAD5-2977-6E2A-7BDE93619A85}"/>
          </ac:picMkLst>
        </pc:picChg>
      </pc:sldChg>
      <pc:sldChg chg="addSp delSp modSp new mod">
        <pc:chgData name="Chad Furl" userId="e1f063c0-f891-481e-b162-0b825299f031" providerId="ADAL" clId="{6ADDB542-7708-4E33-BA5D-95E7728F0CE2}" dt="2026-09-14T13:29:14.906" v="258" actId="1076"/>
        <pc:sldMkLst>
          <pc:docMk/>
          <pc:sldMk cId="3645349958" sldId="262"/>
        </pc:sldMkLst>
        <pc:spChg chg="del">
          <ac:chgData name="Chad Furl" userId="e1f063c0-f891-481e-b162-0b825299f031" providerId="ADAL" clId="{6ADDB542-7708-4E33-BA5D-95E7728F0CE2}" dt="2026-09-14T13:27:58.073" v="243"/>
          <ac:spMkLst>
            <pc:docMk/>
            <pc:sldMk cId="3645349958" sldId="262"/>
            <ac:spMk id="3" creationId="{AA0C2AE3-43C8-E9E5-96EB-CFF54927264B}"/>
          </ac:spMkLst>
        </pc:spChg>
        <pc:picChg chg="add mod">
          <ac:chgData name="Chad Furl" userId="e1f063c0-f891-481e-b162-0b825299f031" providerId="ADAL" clId="{6ADDB542-7708-4E33-BA5D-95E7728F0CE2}" dt="2026-09-14T13:29:09.142" v="257" actId="1076"/>
          <ac:picMkLst>
            <pc:docMk/>
            <pc:sldMk cId="3645349958" sldId="262"/>
            <ac:picMk id="5" creationId="{0C3F6054-A52C-12E6-8797-057D346BE146}"/>
          </ac:picMkLst>
        </pc:picChg>
        <pc:picChg chg="add mod ord modCrop">
          <ac:chgData name="Chad Furl" userId="e1f063c0-f891-481e-b162-0b825299f031" providerId="ADAL" clId="{6ADDB542-7708-4E33-BA5D-95E7728F0CE2}" dt="2026-09-14T13:29:14.906" v="258" actId="1076"/>
          <ac:picMkLst>
            <pc:docMk/>
            <pc:sldMk cId="3645349958" sldId="262"/>
            <ac:picMk id="6" creationId="{EBD18C5A-1EC7-10F9-2DAB-1A022A4B6872}"/>
          </ac:picMkLst>
        </pc:picChg>
      </pc:sldChg>
      <pc:sldChg chg="addSp delSp modSp add mod">
        <pc:chgData name="Chad Furl" userId="e1f063c0-f891-481e-b162-0b825299f031" providerId="ADAL" clId="{6ADDB542-7708-4E33-BA5D-95E7728F0CE2}" dt="2026-09-14T13:29:22.727" v="260" actId="478"/>
        <pc:sldMkLst>
          <pc:docMk/>
          <pc:sldMk cId="1861276465" sldId="263"/>
        </pc:sldMkLst>
        <pc:spChg chg="add mod">
          <ac:chgData name="Chad Furl" userId="e1f063c0-f891-481e-b162-0b825299f031" providerId="ADAL" clId="{6ADDB542-7708-4E33-BA5D-95E7728F0CE2}" dt="2026-09-14T13:29:22.727" v="260" actId="478"/>
          <ac:spMkLst>
            <pc:docMk/>
            <pc:sldMk cId="1861276465" sldId="263"/>
            <ac:spMk id="4" creationId="{B10F3154-6855-FBCB-A2DF-A467E031A7AD}"/>
          </ac:spMkLst>
        </pc:spChg>
        <pc:picChg chg="del">
          <ac:chgData name="Chad Furl" userId="e1f063c0-f891-481e-b162-0b825299f031" providerId="ADAL" clId="{6ADDB542-7708-4E33-BA5D-95E7728F0CE2}" dt="2026-09-14T13:29:22.727" v="260" actId="478"/>
          <ac:picMkLst>
            <pc:docMk/>
            <pc:sldMk cId="1861276465" sldId="263"/>
            <ac:picMk id="6" creationId="{99056426-C0A1-7023-D74F-9EC59088ED47}"/>
          </ac:picMkLst>
        </pc:picChg>
      </pc:sldChg>
      <pc:sldChg chg="addSp delSp modSp new mod">
        <pc:chgData name="Chad Furl" userId="e1f063c0-f891-481e-b162-0b825299f031" providerId="ADAL" clId="{6ADDB542-7708-4E33-BA5D-95E7728F0CE2}" dt="2026-09-14T14:44:16.732" v="294" actId="931"/>
        <pc:sldMkLst>
          <pc:docMk/>
          <pc:sldMk cId="3719923597" sldId="264"/>
        </pc:sldMkLst>
        <pc:spChg chg="del">
          <ac:chgData name="Chad Furl" userId="e1f063c0-f891-481e-b162-0b825299f031" providerId="ADAL" clId="{6ADDB542-7708-4E33-BA5D-95E7728F0CE2}" dt="2026-09-14T14:44:09.572" v="293" actId="478"/>
          <ac:spMkLst>
            <pc:docMk/>
            <pc:sldMk cId="3719923597" sldId="264"/>
            <ac:spMk id="2" creationId="{E88673E5-4CD1-2399-839C-0A1FF12B7127}"/>
          </ac:spMkLst>
        </pc:spChg>
        <pc:spChg chg="add del">
          <ac:chgData name="Chad Furl" userId="e1f063c0-f891-481e-b162-0b825299f031" providerId="ADAL" clId="{6ADDB542-7708-4E33-BA5D-95E7728F0CE2}" dt="2026-09-14T14:44:08.137" v="292" actId="478"/>
          <ac:spMkLst>
            <pc:docMk/>
            <pc:sldMk cId="3719923597" sldId="264"/>
            <ac:spMk id="3" creationId="{2C79BA7C-6093-D5AE-998E-C9B8F62F9425}"/>
          </ac:spMkLst>
        </pc:spChg>
        <pc:picChg chg="add del mod ord">
          <ac:chgData name="Chad Furl" userId="e1f063c0-f891-481e-b162-0b825299f031" providerId="ADAL" clId="{6ADDB542-7708-4E33-BA5D-95E7728F0CE2}" dt="2026-09-14T14:44:04.987" v="291" actId="931"/>
          <ac:picMkLst>
            <pc:docMk/>
            <pc:sldMk cId="3719923597" sldId="264"/>
            <ac:picMk id="5" creationId="{D7370CE3-F561-DBBB-A6FB-19ADDD7335FB}"/>
          </ac:picMkLst>
        </pc:picChg>
        <pc:picChg chg="add mod">
          <ac:chgData name="Chad Furl" userId="e1f063c0-f891-481e-b162-0b825299f031" providerId="ADAL" clId="{6ADDB542-7708-4E33-BA5D-95E7728F0CE2}" dt="2026-09-14T14:44:16.732" v="294" actId="931"/>
          <ac:picMkLst>
            <pc:docMk/>
            <pc:sldMk cId="3719923597" sldId="264"/>
            <ac:picMk id="7" creationId="{B046D8B2-B514-CCEC-5533-9B23FB88ACCF}"/>
          </ac:picMkLst>
        </pc:picChg>
      </pc:sldChg>
      <pc:sldChg chg="addSp delSp modSp add mod">
        <pc:chgData name="Chad Furl" userId="e1f063c0-f891-481e-b162-0b825299f031" providerId="ADAL" clId="{6ADDB542-7708-4E33-BA5D-95E7728F0CE2}" dt="2026-09-14T15:10:26.078" v="301"/>
        <pc:sldMkLst>
          <pc:docMk/>
          <pc:sldMk cId="4159839977" sldId="265"/>
        </pc:sldMkLst>
        <pc:spChg chg="del">
          <ac:chgData name="Chad Furl" userId="e1f063c0-f891-481e-b162-0b825299f031" providerId="ADAL" clId="{6ADDB542-7708-4E33-BA5D-95E7728F0CE2}" dt="2026-09-14T15:05:09.443" v="297" actId="478"/>
          <ac:spMkLst>
            <pc:docMk/>
            <pc:sldMk cId="4159839977" sldId="265"/>
            <ac:spMk id="2" creationId="{B65B17DE-2456-C47C-6CBD-671357762D15}"/>
          </ac:spMkLst>
        </pc:spChg>
        <pc:spChg chg="del">
          <ac:chgData name="Chad Furl" userId="e1f063c0-f891-481e-b162-0b825299f031" providerId="ADAL" clId="{6ADDB542-7708-4E33-BA5D-95E7728F0CE2}" dt="2026-09-14T15:05:08.090" v="296" actId="478"/>
          <ac:spMkLst>
            <pc:docMk/>
            <pc:sldMk cId="4159839977" sldId="265"/>
            <ac:spMk id="3" creationId="{D7A7491B-1B44-0E64-DCE9-F6CF844029CC}"/>
          </ac:spMkLst>
        </pc:spChg>
        <pc:picChg chg="add">
          <ac:chgData name="Chad Furl" userId="e1f063c0-f891-481e-b162-0b825299f031" providerId="ADAL" clId="{6ADDB542-7708-4E33-BA5D-95E7728F0CE2}" dt="2026-09-14T15:05:14.486" v="298" actId="22"/>
          <ac:picMkLst>
            <pc:docMk/>
            <pc:sldMk cId="4159839977" sldId="265"/>
            <ac:picMk id="5" creationId="{BEE9B529-10AA-EAA2-DD43-CD40DEE55061}"/>
          </ac:picMkLst>
        </pc:picChg>
        <pc:picChg chg="add mod">
          <ac:chgData name="Chad Furl" userId="e1f063c0-f891-481e-b162-0b825299f031" providerId="ADAL" clId="{6ADDB542-7708-4E33-BA5D-95E7728F0CE2}" dt="2026-09-14T15:10:26.078" v="301"/>
          <ac:picMkLst>
            <pc:docMk/>
            <pc:sldMk cId="4159839977" sldId="265"/>
            <ac:picMk id="7" creationId="{861CB374-87DE-B934-A8D6-7B000CA7ADFD}"/>
          </ac:picMkLst>
        </pc:picChg>
      </pc:sldChg>
      <pc:sldChg chg="add del">
        <pc:chgData name="Chad Furl" userId="e1f063c0-f891-481e-b162-0b825299f031" providerId="ADAL" clId="{6ADDB542-7708-4E33-BA5D-95E7728F0CE2}" dt="2026-09-14T15:17:28.559" v="303" actId="47"/>
        <pc:sldMkLst>
          <pc:docMk/>
          <pc:sldMk cId="4279209036" sldId="266"/>
        </pc:sldMkLst>
      </pc:sldChg>
      <pc:sldChg chg="add del">
        <pc:chgData name="Chad Furl" userId="e1f063c0-f891-481e-b162-0b825299f031" providerId="ADAL" clId="{6ADDB542-7708-4E33-BA5D-95E7728F0CE2}" dt="2026-09-14T15:17:28.559" v="303" actId="47"/>
        <pc:sldMkLst>
          <pc:docMk/>
          <pc:sldMk cId="2744902880" sldId="267"/>
        </pc:sldMkLst>
      </pc:sldChg>
      <pc:sldChg chg="addSp modSp new mod">
        <pc:chgData name="Chad Furl" userId="e1f063c0-f891-481e-b162-0b825299f031" providerId="ADAL" clId="{6ADDB542-7708-4E33-BA5D-95E7728F0CE2}" dt="2026-09-14T13:32:36.387" v="269" actId="1076"/>
        <pc:sldMkLst>
          <pc:docMk/>
          <pc:sldMk cId="3544599129" sldId="268"/>
        </pc:sldMkLst>
        <pc:picChg chg="add mod">
          <ac:chgData name="Chad Furl" userId="e1f063c0-f891-481e-b162-0b825299f031" providerId="ADAL" clId="{6ADDB542-7708-4E33-BA5D-95E7728F0CE2}" dt="2026-09-14T13:32:36.387" v="269" actId="1076"/>
          <ac:picMkLst>
            <pc:docMk/>
            <pc:sldMk cId="3544599129" sldId="268"/>
            <ac:picMk id="5" creationId="{076F90B5-97D5-9E48-766F-CF7440FBBFA1}"/>
          </ac:picMkLst>
        </pc:picChg>
      </pc:sldChg>
      <pc:sldChg chg="addSp delSp modSp new mod">
        <pc:chgData name="Chad Furl" userId="e1f063c0-f891-481e-b162-0b825299f031" providerId="ADAL" clId="{6ADDB542-7708-4E33-BA5D-95E7728F0CE2}" dt="2026-09-14T14:24:50.919" v="287" actId="931"/>
        <pc:sldMkLst>
          <pc:docMk/>
          <pc:sldMk cId="1013387962" sldId="269"/>
        </pc:sldMkLst>
        <pc:spChg chg="del">
          <ac:chgData name="Chad Furl" userId="e1f063c0-f891-481e-b162-0b825299f031" providerId="ADAL" clId="{6ADDB542-7708-4E33-BA5D-95E7728F0CE2}" dt="2026-09-14T14:11:32.965" v="277" actId="478"/>
          <ac:spMkLst>
            <pc:docMk/>
            <pc:sldMk cId="1013387962" sldId="269"/>
            <ac:spMk id="2" creationId="{CA920285-08BF-F8AA-2C9E-87E000D002EC}"/>
          </ac:spMkLst>
        </pc:spChg>
        <pc:spChg chg="del">
          <ac:chgData name="Chad Furl" userId="e1f063c0-f891-481e-b162-0b825299f031" providerId="ADAL" clId="{6ADDB542-7708-4E33-BA5D-95E7728F0CE2}" dt="2026-09-14T14:11:34.187" v="278" actId="478"/>
          <ac:spMkLst>
            <pc:docMk/>
            <pc:sldMk cId="1013387962" sldId="269"/>
            <ac:spMk id="3" creationId="{668201AC-90A5-434B-3697-573878A0B515}"/>
          </ac:spMkLst>
        </pc:spChg>
        <pc:picChg chg="add del mod">
          <ac:chgData name="Chad Furl" userId="e1f063c0-f891-481e-b162-0b825299f031" providerId="ADAL" clId="{6ADDB542-7708-4E33-BA5D-95E7728F0CE2}" dt="2026-09-14T14:19:55.020" v="280" actId="478"/>
          <ac:picMkLst>
            <pc:docMk/>
            <pc:sldMk cId="1013387962" sldId="269"/>
            <ac:picMk id="5" creationId="{FA34CAB1-2B85-18A8-22CF-3E2FB3278DE4}"/>
          </ac:picMkLst>
        </pc:picChg>
        <pc:picChg chg="add del mod">
          <ac:chgData name="Chad Furl" userId="e1f063c0-f891-481e-b162-0b825299f031" providerId="ADAL" clId="{6ADDB542-7708-4E33-BA5D-95E7728F0CE2}" dt="2026-09-14T14:24:29.748" v="285" actId="478"/>
          <ac:picMkLst>
            <pc:docMk/>
            <pc:sldMk cId="1013387962" sldId="269"/>
            <ac:picMk id="7" creationId="{42D2A57B-E2EA-0DD6-CC44-551F055439E8}"/>
          </ac:picMkLst>
        </pc:picChg>
        <pc:picChg chg="add mod">
          <ac:chgData name="Chad Furl" userId="e1f063c0-f891-481e-b162-0b825299f031" providerId="ADAL" clId="{6ADDB542-7708-4E33-BA5D-95E7728F0CE2}" dt="2026-09-14T14:24:50.919" v="287" actId="931"/>
          <ac:picMkLst>
            <pc:docMk/>
            <pc:sldMk cId="1013387962" sldId="269"/>
            <ac:picMk id="9" creationId="{EA034317-BE2A-829E-AC03-3AB78D897827}"/>
          </ac:picMkLst>
        </pc:picChg>
      </pc:sldChg>
      <pc:sldChg chg="addSp delSp modSp new mod">
        <pc:chgData name="Chad Furl" userId="e1f063c0-f891-481e-b162-0b825299f031" providerId="ADAL" clId="{6ADDB542-7708-4E33-BA5D-95E7728F0CE2}" dt="2026-09-14T14:24:40.287" v="286" actId="931"/>
        <pc:sldMkLst>
          <pc:docMk/>
          <pc:sldMk cId="2295184212" sldId="270"/>
        </pc:sldMkLst>
        <pc:spChg chg="del">
          <ac:chgData name="Chad Furl" userId="e1f063c0-f891-481e-b162-0b825299f031" providerId="ADAL" clId="{6ADDB542-7708-4E33-BA5D-95E7728F0CE2}" dt="2026-09-14T14:11:00.175" v="275" actId="478"/>
          <ac:spMkLst>
            <pc:docMk/>
            <pc:sldMk cId="2295184212" sldId="270"/>
            <ac:spMk id="2" creationId="{BF3ADC4F-BF09-E838-11C4-FEF717EEEF7E}"/>
          </ac:spMkLst>
        </pc:spChg>
        <pc:spChg chg="add del">
          <ac:chgData name="Chad Furl" userId="e1f063c0-f891-481e-b162-0b825299f031" providerId="ADAL" clId="{6ADDB542-7708-4E33-BA5D-95E7728F0CE2}" dt="2026-09-14T14:10:57.745" v="274" actId="478"/>
          <ac:spMkLst>
            <pc:docMk/>
            <pc:sldMk cId="2295184212" sldId="270"/>
            <ac:spMk id="3" creationId="{63A42569-AD07-8605-1975-C38292D5081A}"/>
          </ac:spMkLst>
        </pc:spChg>
        <pc:picChg chg="add del mod ord">
          <ac:chgData name="Chad Furl" userId="e1f063c0-f891-481e-b162-0b825299f031" providerId="ADAL" clId="{6ADDB542-7708-4E33-BA5D-95E7728F0CE2}" dt="2026-09-14T14:10:54.358" v="273" actId="931"/>
          <ac:picMkLst>
            <pc:docMk/>
            <pc:sldMk cId="2295184212" sldId="270"/>
            <ac:picMk id="5" creationId="{FA251044-FE44-DBD7-8BF0-10B15F32B9B8}"/>
          </ac:picMkLst>
        </pc:picChg>
        <pc:picChg chg="add del mod">
          <ac:chgData name="Chad Furl" userId="e1f063c0-f891-481e-b162-0b825299f031" providerId="ADAL" clId="{6ADDB542-7708-4E33-BA5D-95E7728F0CE2}" dt="2026-09-14T14:19:57.459" v="281" actId="478"/>
          <ac:picMkLst>
            <pc:docMk/>
            <pc:sldMk cId="2295184212" sldId="270"/>
            <ac:picMk id="7" creationId="{7B843033-8436-C5C3-A509-3CA61396EE66}"/>
          </ac:picMkLst>
        </pc:picChg>
        <pc:picChg chg="add del mod">
          <ac:chgData name="Chad Furl" userId="e1f063c0-f891-481e-b162-0b825299f031" providerId="ADAL" clId="{6ADDB542-7708-4E33-BA5D-95E7728F0CE2}" dt="2026-09-14T14:24:27.854" v="284" actId="478"/>
          <ac:picMkLst>
            <pc:docMk/>
            <pc:sldMk cId="2295184212" sldId="270"/>
            <ac:picMk id="9" creationId="{D0015F7F-825A-B393-99E5-7019F972FB6D}"/>
          </ac:picMkLst>
        </pc:picChg>
        <pc:picChg chg="add mod">
          <ac:chgData name="Chad Furl" userId="e1f063c0-f891-481e-b162-0b825299f031" providerId="ADAL" clId="{6ADDB542-7708-4E33-BA5D-95E7728F0CE2}" dt="2026-09-14T14:24:40.287" v="286" actId="931"/>
          <ac:picMkLst>
            <pc:docMk/>
            <pc:sldMk cId="2295184212" sldId="270"/>
            <ac:picMk id="11" creationId="{39A839CD-124A-9DB7-7787-2889E0EB5DC6}"/>
          </ac:picMkLst>
        </pc:picChg>
      </pc:sldChg>
      <pc:sldChg chg="add del">
        <pc:chgData name="Chad Furl" userId="e1f063c0-f891-481e-b162-0b825299f031" providerId="ADAL" clId="{6ADDB542-7708-4E33-BA5D-95E7728F0CE2}" dt="2026-09-14T15:05:18.670" v="299" actId="47"/>
        <pc:sldMkLst>
          <pc:docMk/>
          <pc:sldMk cId="2585724587" sldId="27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DBA5-90D3-435F-1B03-C1EBA8B354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005CDD-02D0-4A27-2E35-8E1C5735AB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B4CF04-5AAC-7EE9-C904-64E352F5F9C5}"/>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5" name="Footer Placeholder 4">
            <a:extLst>
              <a:ext uri="{FF2B5EF4-FFF2-40B4-BE49-F238E27FC236}">
                <a16:creationId xmlns:a16="http://schemas.microsoft.com/office/drawing/2014/main" id="{848104E2-E7A6-1B2F-7CE5-7E134EF3F3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881EDD-BE54-4107-7423-149B41589AEE}"/>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487655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A534C-5FC3-BA55-49EF-12A2037D665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BFD0E0-E684-494C-EF8C-B236AC8738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26B1BB-EE10-40B5-5304-128592D127C8}"/>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5" name="Footer Placeholder 4">
            <a:extLst>
              <a:ext uri="{FF2B5EF4-FFF2-40B4-BE49-F238E27FC236}">
                <a16:creationId xmlns:a16="http://schemas.microsoft.com/office/drawing/2014/main" id="{FECDF2B7-A52E-A4A4-93D6-BF6AAEF01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C5315-7ADC-C5FA-25BC-478E18C75D5B}"/>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999426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FB3E6-3A37-EA5B-984B-E1DE37B9CB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6767296-1E27-CB1E-0ADB-2C0847B111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A396CE-8163-00B8-D856-DDF2DBAAFBDF}"/>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5" name="Footer Placeholder 4">
            <a:extLst>
              <a:ext uri="{FF2B5EF4-FFF2-40B4-BE49-F238E27FC236}">
                <a16:creationId xmlns:a16="http://schemas.microsoft.com/office/drawing/2014/main" id="{85802DE7-8A1B-62BA-5821-7A3B549D81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909B3A-6007-019C-568E-3C85884EDB36}"/>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1574985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EE54B-313C-13B0-F00A-E128F03E89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A7AFC0-57C9-382F-B61A-940BB58A4C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C3BBF3-F025-35F1-8535-1C888ED6A2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3A8FD8-CF58-118A-4818-C1F4A4FD5BFC}"/>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6" name="Footer Placeholder 5">
            <a:extLst>
              <a:ext uri="{FF2B5EF4-FFF2-40B4-BE49-F238E27FC236}">
                <a16:creationId xmlns:a16="http://schemas.microsoft.com/office/drawing/2014/main" id="{95CFB36B-CB48-AB49-DC02-14BCEAFA1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62E653-11A6-DFA0-CC11-F49358F83784}"/>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3567943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35763-8177-91C4-D280-E8119476C3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94CC3A5-0061-7490-7FE3-FB058F8173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6CB75D-106E-2561-F534-907EE3C855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DCA6BB-A549-5DD8-7AEE-966BAFC5A2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62C139-0EEE-B7FC-63C0-E6698A4DA5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91289-AA04-D334-1A75-E94E6BDCE4E2}"/>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8" name="Footer Placeholder 7">
            <a:extLst>
              <a:ext uri="{FF2B5EF4-FFF2-40B4-BE49-F238E27FC236}">
                <a16:creationId xmlns:a16="http://schemas.microsoft.com/office/drawing/2014/main" id="{80CB2C7F-9EFC-3064-B88B-DB8EAE7E53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7996C9-44DE-3944-FFD7-370D8A6AD4DA}"/>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234534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31A49-7BD1-4121-7954-2F99D1B7DD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846D6B-DC44-160C-8B0B-1F6E32C4EF7A}"/>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4" name="Footer Placeholder 3">
            <a:extLst>
              <a:ext uri="{FF2B5EF4-FFF2-40B4-BE49-F238E27FC236}">
                <a16:creationId xmlns:a16="http://schemas.microsoft.com/office/drawing/2014/main" id="{34F88215-B541-E756-3FAA-E2F58DDCD5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2460AA-039E-A5CC-7680-85C8FDA22547}"/>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4236297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68738B-DC83-213C-BB5A-E5E109724000}"/>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3" name="Footer Placeholder 2">
            <a:extLst>
              <a:ext uri="{FF2B5EF4-FFF2-40B4-BE49-F238E27FC236}">
                <a16:creationId xmlns:a16="http://schemas.microsoft.com/office/drawing/2014/main" id="{286FF9D5-106E-6291-D5C4-B2ACEC5D1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665801-8380-3A4A-DAE3-E197BA1391D8}"/>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1188653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1F825-BA0D-B719-DECD-1E6732C912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D9D99A-A624-ED64-7C7E-2CA55AA1E5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9177AE-650C-300D-E87F-118717C93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6A04FC-3A4D-26E0-52D7-79389F822DB8}"/>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6" name="Footer Placeholder 5">
            <a:extLst>
              <a:ext uri="{FF2B5EF4-FFF2-40B4-BE49-F238E27FC236}">
                <a16:creationId xmlns:a16="http://schemas.microsoft.com/office/drawing/2014/main" id="{792AFF5A-576A-779C-D77C-FAFD78B75F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0A831E-6CA8-5519-85FD-C4A58B118702}"/>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126124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DFAEC-1A32-FBFC-474B-8DD27FA1FC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49B886-6E1E-77E2-0358-C9491F9C07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50671E-7127-E850-FA8D-6AFB3E3F0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BA6F75-9F38-CB24-9C4E-423EDE7349B3}"/>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6" name="Footer Placeholder 5">
            <a:extLst>
              <a:ext uri="{FF2B5EF4-FFF2-40B4-BE49-F238E27FC236}">
                <a16:creationId xmlns:a16="http://schemas.microsoft.com/office/drawing/2014/main" id="{2DBEF404-EB5D-005F-2918-74011092C2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EBFB97-4DC2-D004-662E-9DF01AEFFB57}"/>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4138429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EF17A-6C4F-DC2E-D72F-F08CBAF5C0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2523A2-E6A4-B5AA-D907-E09971E54D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19710D-0260-A0E4-7E4B-56BCE16B79D9}"/>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5" name="Footer Placeholder 4">
            <a:extLst>
              <a:ext uri="{FF2B5EF4-FFF2-40B4-BE49-F238E27FC236}">
                <a16:creationId xmlns:a16="http://schemas.microsoft.com/office/drawing/2014/main" id="{E8203A5E-CE97-7A39-5482-57C8970FE5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2E61B-E693-4129-3FF9-4B18C576DA03}"/>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33926166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519F9C-D201-817A-4E25-0001C6FC841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31E244-7373-5D34-6E84-48CDF8AB553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F27C2D-D696-6BAF-B5A2-CFC424E56F82}"/>
              </a:ext>
            </a:extLst>
          </p:cNvPr>
          <p:cNvSpPr>
            <a:spLocks noGrp="1"/>
          </p:cNvSpPr>
          <p:nvPr>
            <p:ph type="dt" sz="half" idx="10"/>
          </p:nvPr>
        </p:nvSpPr>
        <p:spPr/>
        <p:txBody>
          <a:bodyPr/>
          <a:lstStyle/>
          <a:p>
            <a:fld id="{3BA92177-C66C-4794-923F-3399363D66E3}" type="datetimeFigureOut">
              <a:rPr lang="en-US" smtClean="0"/>
              <a:t>9/14/2026</a:t>
            </a:fld>
            <a:endParaRPr lang="en-US"/>
          </a:p>
        </p:txBody>
      </p:sp>
      <p:sp>
        <p:nvSpPr>
          <p:cNvPr id="5" name="Footer Placeholder 4">
            <a:extLst>
              <a:ext uri="{FF2B5EF4-FFF2-40B4-BE49-F238E27FC236}">
                <a16:creationId xmlns:a16="http://schemas.microsoft.com/office/drawing/2014/main" id="{1DCAF4FB-2F33-D2FA-6F0A-6653361F3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6363FF-148E-574B-593D-8D9D1319A00B}"/>
              </a:ext>
            </a:extLst>
          </p:cNvPr>
          <p:cNvSpPr>
            <a:spLocks noGrp="1"/>
          </p:cNvSpPr>
          <p:nvPr>
            <p:ph type="sldNum" sz="quarter" idx="12"/>
          </p:nvPr>
        </p:nvSpPr>
        <p:spPr/>
        <p:txBody>
          <a:bodyPr/>
          <a:lstStyle/>
          <a:p>
            <a:fld id="{C72A0B94-195C-4348-843D-C4A0DA431843}" type="slidenum">
              <a:rPr lang="en-US" smtClean="0"/>
              <a:t>‹#›</a:t>
            </a:fld>
            <a:endParaRPr lang="en-US"/>
          </a:p>
        </p:txBody>
      </p:sp>
    </p:spTree>
    <p:extLst>
      <p:ext uri="{BB962C8B-B14F-4D97-AF65-F5344CB8AC3E}">
        <p14:creationId xmlns:p14="http://schemas.microsoft.com/office/powerpoint/2010/main" val="3467790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4FB2B7-A2A9-2EEE-04AD-6B820C4BCF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C64E9-51E9-0D88-0BEF-D1C09C04D3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D09F3C-EA7E-08F1-C70E-5C08EC9B5B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A92177-C66C-4794-923F-3399363D66E3}" type="datetimeFigureOut">
              <a:rPr lang="en-US" smtClean="0"/>
              <a:t>9/14/2026</a:t>
            </a:fld>
            <a:endParaRPr lang="en-US"/>
          </a:p>
        </p:txBody>
      </p:sp>
      <p:sp>
        <p:nvSpPr>
          <p:cNvPr id="5" name="Footer Placeholder 4">
            <a:extLst>
              <a:ext uri="{FF2B5EF4-FFF2-40B4-BE49-F238E27FC236}">
                <a16:creationId xmlns:a16="http://schemas.microsoft.com/office/drawing/2014/main" id="{708E75F8-5234-D83D-154D-E35FB042F2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FD438B-A60C-3FDA-9D3C-0CF19BAB3B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2A0B94-195C-4348-843D-C4A0DA431843}" type="slidenum">
              <a:rPr lang="en-US" smtClean="0"/>
              <a:t>‹#›</a:t>
            </a:fld>
            <a:endParaRPr lang="en-US"/>
          </a:p>
        </p:txBody>
      </p:sp>
    </p:spTree>
    <p:extLst>
      <p:ext uri="{BB962C8B-B14F-4D97-AF65-F5344CB8AC3E}">
        <p14:creationId xmlns:p14="http://schemas.microsoft.com/office/powerpoint/2010/main" val="688483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7F6F1-1858-DFCD-23E3-93A2D5847BDF}"/>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17BBDCC-C8E9-92A4-EB21-7B37DCF4A65B}"/>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5B70E972-1DD2-EC29-F7B4-6D3283557E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Tree>
    <p:extLst>
      <p:ext uri="{BB962C8B-B14F-4D97-AF65-F5344CB8AC3E}">
        <p14:creationId xmlns:p14="http://schemas.microsoft.com/office/powerpoint/2010/main" val="3882908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11B483-D7A9-56C9-D830-F00225E20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3" y="0"/>
            <a:ext cx="12188977" cy="5943612"/>
          </a:xfrm>
          <a:prstGeom prst="rect">
            <a:avLst/>
          </a:prstGeom>
        </p:spPr>
      </p:pic>
      <p:sp>
        <p:nvSpPr>
          <p:cNvPr id="8" name="TextBox 7">
            <a:extLst>
              <a:ext uri="{FF2B5EF4-FFF2-40B4-BE49-F238E27FC236}">
                <a16:creationId xmlns:a16="http://schemas.microsoft.com/office/drawing/2014/main" id="{0D39625E-42F1-B5C3-ED36-A2251F5A1E2A}"/>
              </a:ext>
            </a:extLst>
          </p:cNvPr>
          <p:cNvSpPr txBox="1"/>
          <p:nvPr/>
        </p:nvSpPr>
        <p:spPr>
          <a:xfrm>
            <a:off x="216310" y="6096000"/>
            <a:ext cx="11680722" cy="830997"/>
          </a:xfrm>
          <a:prstGeom prst="rect">
            <a:avLst/>
          </a:prstGeom>
          <a:noFill/>
        </p:spPr>
        <p:txBody>
          <a:bodyPr wrap="square" rtlCol="0">
            <a:spAutoFit/>
          </a:bodyPr>
          <a:lstStyle/>
          <a:p>
            <a:r>
              <a:rPr lang="en-US" sz="1200" b="1" dirty="0"/>
              <a:t>Daily mean </a:t>
            </a:r>
            <a:r>
              <a:rPr lang="en-US" sz="1200" b="1" dirty="0" err="1"/>
              <a:t>springflow</a:t>
            </a:r>
            <a:r>
              <a:rPr lang="en-US" sz="1200" b="1" dirty="0"/>
              <a:t> (</a:t>
            </a:r>
            <a:r>
              <a:rPr lang="en-US" sz="1200" b="1" dirty="0" err="1"/>
              <a:t>cfs</a:t>
            </a:r>
            <a:r>
              <a:rPr lang="en-US" sz="1200" b="1" dirty="0"/>
              <a:t>) at Comal (USGS 08168710) and San Marcos (USGS 08170000) springs during 2026 (through 2026-09-08). The shaded region represents the historical 25th–75th percentile range for each calendar day, with the gray line showing the historical median. Historical statistics are based on available pre-2026 observations from December 19, 1927–December 31, 2025 for Comal Springs and May 26, 1956–December 31, 2025 for San Marcos Springs.</a:t>
            </a:r>
          </a:p>
          <a:p>
            <a:endParaRPr lang="en-US" sz="1200" b="1" dirty="0"/>
          </a:p>
        </p:txBody>
      </p:sp>
    </p:spTree>
    <p:extLst>
      <p:ext uri="{BB962C8B-B14F-4D97-AF65-F5344CB8AC3E}">
        <p14:creationId xmlns:p14="http://schemas.microsoft.com/office/powerpoint/2010/main" val="3807137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C533E9-5DD5-1E61-6825-B462422035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 y="14746"/>
            <a:ext cx="12188977" cy="5943612"/>
          </a:xfrm>
          <a:prstGeom prst="rect">
            <a:avLst/>
          </a:prstGeom>
        </p:spPr>
      </p:pic>
      <p:sp>
        <p:nvSpPr>
          <p:cNvPr id="7" name="TextBox 6">
            <a:extLst>
              <a:ext uri="{FF2B5EF4-FFF2-40B4-BE49-F238E27FC236}">
                <a16:creationId xmlns:a16="http://schemas.microsoft.com/office/drawing/2014/main" id="{26B1C4F2-BFE2-8E79-6390-248A518CD39C}"/>
              </a:ext>
            </a:extLst>
          </p:cNvPr>
          <p:cNvSpPr txBox="1"/>
          <p:nvPr/>
        </p:nvSpPr>
        <p:spPr>
          <a:xfrm>
            <a:off x="216309" y="6096000"/>
            <a:ext cx="11728555" cy="646331"/>
          </a:xfrm>
          <a:prstGeom prst="rect">
            <a:avLst/>
          </a:prstGeom>
          <a:noFill/>
        </p:spPr>
        <p:txBody>
          <a:bodyPr wrap="square" rtlCol="0">
            <a:spAutoFit/>
          </a:bodyPr>
          <a:lstStyle/>
          <a:p>
            <a:r>
              <a:rPr lang="en-US" sz="1200" b="1" dirty="0"/>
              <a:t>Daily high water levels at the Bexar J-17 and Uvalde J-27 index wells during 2026. The shaded region represents the historical 25th–75th percentile range for each calendar day, and the gray line represents the historical median. Historical statistics are based on available pre-2026 observations from November 12, 1932–December 31, 2025 for J-17 and October 24, 1940–December 31, 2025 for J-27.</a:t>
            </a:r>
          </a:p>
        </p:txBody>
      </p:sp>
    </p:spTree>
    <p:extLst>
      <p:ext uri="{BB962C8B-B14F-4D97-AF65-F5344CB8AC3E}">
        <p14:creationId xmlns:p14="http://schemas.microsoft.com/office/powerpoint/2010/main" val="1533592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36DFD-EB5D-E6BC-374F-340A1E098E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85ACAEA-DA0F-9E1C-EA81-56C395227585}"/>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67D6A66-AD63-7E60-DB19-1F2B6CBDE55E}"/>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6CE5EEB3-4D85-0FF3-C028-8ABCEB1E77C3}"/>
              </a:ext>
            </a:extLst>
          </p:cNvPr>
          <p:cNvSpPr txBox="1"/>
          <p:nvPr/>
        </p:nvSpPr>
        <p:spPr>
          <a:xfrm>
            <a:off x="383458" y="417204"/>
            <a:ext cx="5378245" cy="523220"/>
          </a:xfrm>
          <a:prstGeom prst="rect">
            <a:avLst/>
          </a:prstGeom>
          <a:solidFill>
            <a:schemeClr val="bg2"/>
          </a:solidFill>
        </p:spPr>
        <p:txBody>
          <a:bodyPr wrap="square" rtlCol="0">
            <a:spAutoFit/>
          </a:bodyPr>
          <a:lstStyle/>
          <a:p>
            <a:r>
              <a:rPr lang="en-US" sz="2800" b="1" dirty="0"/>
              <a:t>Edwards Aquifer Region</a:t>
            </a:r>
          </a:p>
        </p:txBody>
      </p:sp>
    </p:spTree>
    <p:extLst>
      <p:ext uri="{BB962C8B-B14F-4D97-AF65-F5344CB8AC3E}">
        <p14:creationId xmlns:p14="http://schemas.microsoft.com/office/powerpoint/2010/main" val="752512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74024-D127-1B97-08C0-BC01D7ECF4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0C0D90-276E-BEF3-3EFE-C3CFF39493D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A27FCCB-CAD5-2977-6E2A-7BDE93619A85}"/>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97ABF11D-B86A-B82E-6C5C-A4AFC17F553B}"/>
              </a:ext>
            </a:extLst>
          </p:cNvPr>
          <p:cNvSpPr txBox="1"/>
          <p:nvPr/>
        </p:nvSpPr>
        <p:spPr>
          <a:xfrm>
            <a:off x="280085" y="436605"/>
            <a:ext cx="3641125" cy="400110"/>
          </a:xfrm>
          <a:prstGeom prst="rect">
            <a:avLst/>
          </a:prstGeom>
          <a:solidFill>
            <a:schemeClr val="bg1"/>
          </a:solidFill>
        </p:spPr>
        <p:txBody>
          <a:bodyPr wrap="square" rtlCol="0">
            <a:spAutoFit/>
          </a:bodyPr>
          <a:lstStyle/>
          <a:p>
            <a:r>
              <a:rPr lang="en-US" sz="2000" b="1" dirty="0"/>
              <a:t>Edwards Aquifer Region</a:t>
            </a:r>
          </a:p>
        </p:txBody>
      </p:sp>
    </p:spTree>
    <p:extLst>
      <p:ext uri="{BB962C8B-B14F-4D97-AF65-F5344CB8AC3E}">
        <p14:creationId xmlns:p14="http://schemas.microsoft.com/office/powerpoint/2010/main" val="142194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A72F9-930E-3F20-EA67-097423C5A7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E13719-7A43-CBBB-0F31-D4AA5454378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76F90B5-97D5-9E48-766F-CF7440FBBFA1}"/>
              </a:ext>
            </a:extLst>
          </p:cNvPr>
          <p:cNvPicPr>
            <a:picLocks noChangeAspect="1"/>
          </p:cNvPicPr>
          <p:nvPr/>
        </p:nvPicPr>
        <p:blipFill>
          <a:blip r:embed="rId2"/>
          <a:stretch>
            <a:fillRect/>
          </a:stretch>
        </p:blipFill>
        <p:spPr>
          <a:xfrm>
            <a:off x="1669782" y="44245"/>
            <a:ext cx="8852436" cy="6769510"/>
          </a:xfrm>
          <a:prstGeom prst="rect">
            <a:avLst/>
          </a:prstGeom>
        </p:spPr>
      </p:pic>
    </p:spTree>
    <p:extLst>
      <p:ext uri="{BB962C8B-B14F-4D97-AF65-F5344CB8AC3E}">
        <p14:creationId xmlns:p14="http://schemas.microsoft.com/office/powerpoint/2010/main" val="3544599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9A839CD-124A-9DB7-7787-2889E0EB5D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 y="228593"/>
            <a:ext cx="12188977" cy="6400813"/>
          </a:xfrm>
          <a:prstGeom prst="rect">
            <a:avLst/>
          </a:prstGeom>
        </p:spPr>
      </p:pic>
    </p:spTree>
    <p:extLst>
      <p:ext uri="{BB962C8B-B14F-4D97-AF65-F5344CB8AC3E}">
        <p14:creationId xmlns:p14="http://schemas.microsoft.com/office/powerpoint/2010/main" val="2295184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A034317-BE2A-829E-AC03-3AB78D897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1" y="228593"/>
            <a:ext cx="12188977" cy="6400813"/>
          </a:xfrm>
          <a:prstGeom prst="rect">
            <a:avLst/>
          </a:prstGeom>
        </p:spPr>
      </p:pic>
    </p:spTree>
    <p:extLst>
      <p:ext uri="{BB962C8B-B14F-4D97-AF65-F5344CB8AC3E}">
        <p14:creationId xmlns:p14="http://schemas.microsoft.com/office/powerpoint/2010/main" val="1013387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60742-FA59-6056-DEAB-3309A81A40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C20E0-135D-75C3-A994-03BB94B38664}"/>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76F337F0-D83A-9340-19B2-6553988FEDD6}"/>
              </a:ext>
            </a:extLst>
          </p:cNvPr>
          <p:cNvPicPr>
            <a:picLocks noChangeAspect="1"/>
          </p:cNvPicPr>
          <p:nvPr/>
        </p:nvPicPr>
        <p:blipFill>
          <a:blip r:embed="rId2"/>
          <a:stretch>
            <a:fillRect/>
          </a:stretch>
        </p:blipFill>
        <p:spPr>
          <a:xfrm>
            <a:off x="-81840" y="0"/>
            <a:ext cx="8875059" cy="6858000"/>
          </a:xfrm>
          <a:prstGeom prst="rect">
            <a:avLst/>
          </a:prstGeom>
        </p:spPr>
      </p:pic>
      <p:sp>
        <p:nvSpPr>
          <p:cNvPr id="4" name="Content Placeholder 3">
            <a:extLst>
              <a:ext uri="{FF2B5EF4-FFF2-40B4-BE49-F238E27FC236}">
                <a16:creationId xmlns:a16="http://schemas.microsoft.com/office/drawing/2014/main" id="{B10F3154-6855-FBCB-A2DF-A467E031A7A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861276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7BAB-102C-9C77-67A1-F8986AFB59ED}"/>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0C3F6054-A52C-12E6-8797-057D346BE146}"/>
              </a:ext>
            </a:extLst>
          </p:cNvPr>
          <p:cNvPicPr>
            <a:picLocks noChangeAspect="1"/>
          </p:cNvPicPr>
          <p:nvPr/>
        </p:nvPicPr>
        <p:blipFill>
          <a:blip r:embed="rId2"/>
          <a:stretch>
            <a:fillRect/>
          </a:stretch>
        </p:blipFill>
        <p:spPr>
          <a:xfrm>
            <a:off x="-81840" y="0"/>
            <a:ext cx="8875059" cy="6858000"/>
          </a:xfrm>
          <a:prstGeom prst="rect">
            <a:avLst/>
          </a:prstGeom>
        </p:spPr>
      </p:pic>
      <p:pic>
        <p:nvPicPr>
          <p:cNvPr id="6" name="Content Placeholder 5">
            <a:extLst>
              <a:ext uri="{FF2B5EF4-FFF2-40B4-BE49-F238E27FC236}">
                <a16:creationId xmlns:a16="http://schemas.microsoft.com/office/drawing/2014/main" id="{EBD18C5A-1EC7-10F9-2DAB-1A022A4B6872}"/>
              </a:ext>
            </a:extLst>
          </p:cNvPr>
          <p:cNvPicPr>
            <a:picLocks noGrp="1" noChangeAspect="1"/>
          </p:cNvPicPr>
          <p:nvPr>
            <p:ph idx="1"/>
          </p:nvPr>
        </p:nvPicPr>
        <p:blipFill>
          <a:blip r:embed="rId3"/>
          <a:srcRect l="24682" t="54077" r="41015" b="21519"/>
          <a:stretch>
            <a:fillRect/>
          </a:stretch>
        </p:blipFill>
        <p:spPr>
          <a:xfrm>
            <a:off x="6195440" y="2387348"/>
            <a:ext cx="3789668" cy="20833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453499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046D8B2-B514-CCEC-5533-9B23FB88A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19923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0A3D2-F301-FAC0-D3F5-0B9E95A090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E9B529-10AA-EAA2-DD43-CD40DEE55061}"/>
              </a:ext>
            </a:extLst>
          </p:cNvPr>
          <p:cNvPicPr>
            <a:picLocks noChangeAspect="1"/>
          </p:cNvPicPr>
          <p:nvPr/>
        </p:nvPicPr>
        <p:blipFill>
          <a:blip r:embed="rId2"/>
          <a:stretch>
            <a:fillRect/>
          </a:stretch>
        </p:blipFill>
        <p:spPr>
          <a:xfrm>
            <a:off x="0" y="227799"/>
            <a:ext cx="12192000" cy="6402401"/>
          </a:xfrm>
          <a:prstGeom prst="rect">
            <a:avLst/>
          </a:prstGeom>
        </p:spPr>
      </p:pic>
      <p:pic>
        <p:nvPicPr>
          <p:cNvPr id="7" name="Picture 6">
            <a:extLst>
              <a:ext uri="{FF2B5EF4-FFF2-40B4-BE49-F238E27FC236}">
                <a16:creationId xmlns:a16="http://schemas.microsoft.com/office/drawing/2014/main" id="{861CB374-87DE-B934-A8D6-7B000CA7A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1" y="228593"/>
            <a:ext cx="12188977" cy="6400813"/>
          </a:xfrm>
          <a:prstGeom prst="rect">
            <a:avLst/>
          </a:prstGeom>
        </p:spPr>
      </p:pic>
    </p:spTree>
    <p:extLst>
      <p:ext uri="{BB962C8B-B14F-4D97-AF65-F5344CB8AC3E}">
        <p14:creationId xmlns:p14="http://schemas.microsoft.com/office/powerpoint/2010/main" val="4159839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182</TotalTime>
  <Words>167</Words>
  <Application>Microsoft Office PowerPoint</Application>
  <PresentationFormat>Widescreen</PresentationFormat>
  <Paragraphs>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Furl</dc:creator>
  <cp:lastModifiedBy>Chad Furl</cp:lastModifiedBy>
  <cp:revision>1</cp:revision>
  <dcterms:created xsi:type="dcterms:W3CDTF">2026-09-09T18:34:37Z</dcterms:created>
  <dcterms:modified xsi:type="dcterms:W3CDTF">2026-09-14T15:17:34Z</dcterms:modified>
</cp:coreProperties>
</file>