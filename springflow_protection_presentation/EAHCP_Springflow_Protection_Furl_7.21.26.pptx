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7" r:id="rId3"/>
    <p:sldId id="268" r:id="rId4"/>
    <p:sldId id="271" r:id="rId5"/>
    <p:sldId id="269" r:id="rId6"/>
    <p:sldId id="270" r:id="rId7"/>
    <p:sldId id="258" r:id="rId8"/>
    <p:sldId id="272" r:id="rId9"/>
    <p:sldId id="273" r:id="rId10"/>
    <p:sldId id="274" r:id="rId11"/>
    <p:sldId id="275" r:id="rId12"/>
    <p:sldId id="289" r:id="rId13"/>
    <p:sldId id="277" r:id="rId14"/>
    <p:sldId id="279" r:id="rId15"/>
    <p:sldId id="286" r:id="rId16"/>
    <p:sldId id="281" r:id="rId17"/>
    <p:sldId id="282" r:id="rId18"/>
    <p:sldId id="280" r:id="rId19"/>
    <p:sldId id="284" r:id="rId20"/>
    <p:sldId id="285" r:id="rId21"/>
    <p:sldId id="283" r:id="rId22"/>
    <p:sldId id="26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C5D"/>
    <a:srgbClr val="F7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93B18-2376-477A-B2CD-B18FD55B2892}" v="2" dt="2026-08-25T20:42:42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5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Furl" userId="e1f063c0-f891-481e-b162-0b825299f031" providerId="ADAL" clId="{6ADDB542-7708-4E33-BA5D-95E7728F0CE2}"/>
    <pc:docChg chg="undo custSel addSld delSld modSld sldOrd">
      <pc:chgData name="Chad Furl" userId="e1f063c0-f891-481e-b162-0b825299f031" providerId="ADAL" clId="{6ADDB542-7708-4E33-BA5D-95E7728F0CE2}" dt="2026-07-27T13:51:04.393" v="418" actId="20577"/>
      <pc:docMkLst>
        <pc:docMk/>
      </pc:docMkLst>
      <pc:sldChg chg="modSp add mod">
        <pc:chgData name="Chad Furl" userId="e1f063c0-f891-481e-b162-0b825299f031" providerId="ADAL" clId="{6ADDB542-7708-4E33-BA5D-95E7728F0CE2}" dt="2026-07-27T13:50:16.141" v="352" actId="20577"/>
        <pc:sldMkLst>
          <pc:docMk/>
          <pc:sldMk cId="2561491626" sldId="280"/>
        </pc:sldMkLst>
        <pc:spChg chg="mod">
          <ac:chgData name="Chad Furl" userId="e1f063c0-f891-481e-b162-0b825299f031" providerId="ADAL" clId="{6ADDB542-7708-4E33-BA5D-95E7728F0CE2}" dt="2026-07-27T13:50:16.141" v="352" actId="20577"/>
          <ac:spMkLst>
            <pc:docMk/>
            <pc:sldMk cId="2561491626" sldId="280"/>
            <ac:spMk id="3" creationId="{6E961769-B521-F127-DBD7-EEE3093FEFAC}"/>
          </ac:spMkLst>
        </pc:spChg>
      </pc:sldChg>
      <pc:sldChg chg="delSp modSp add mod">
        <pc:chgData name="Chad Furl" userId="e1f063c0-f891-481e-b162-0b825299f031" providerId="ADAL" clId="{6ADDB542-7708-4E33-BA5D-95E7728F0CE2}" dt="2026-07-27T13:49:02.800" v="269" actId="1076"/>
        <pc:sldMkLst>
          <pc:docMk/>
          <pc:sldMk cId="530675565" sldId="281"/>
        </pc:sldMkLst>
        <pc:spChg chg="mod">
          <ac:chgData name="Chad Furl" userId="e1f063c0-f891-481e-b162-0b825299f031" providerId="ADAL" clId="{6ADDB542-7708-4E33-BA5D-95E7728F0CE2}" dt="2026-07-27T13:42:55.365" v="37" actId="20577"/>
          <ac:spMkLst>
            <pc:docMk/>
            <pc:sldMk cId="530675565" sldId="281"/>
            <ac:spMk id="3" creationId="{0AC5EA63-82AA-3649-BEA0-7ED3FACD90F0}"/>
          </ac:spMkLst>
        </pc:spChg>
        <pc:spChg chg="mod">
          <ac:chgData name="Chad Furl" userId="e1f063c0-f891-481e-b162-0b825299f031" providerId="ADAL" clId="{6ADDB542-7708-4E33-BA5D-95E7728F0CE2}" dt="2026-07-27T13:44:44.124" v="172" actId="20577"/>
          <ac:spMkLst>
            <pc:docMk/>
            <pc:sldMk cId="530675565" sldId="281"/>
            <ac:spMk id="4" creationId="{54AE35C7-5A7F-E762-7FC7-1E8D84B5C6EA}"/>
          </ac:spMkLst>
        </pc:spChg>
        <pc:spChg chg="mod">
          <ac:chgData name="Chad Furl" userId="e1f063c0-f891-481e-b162-0b825299f031" providerId="ADAL" clId="{6ADDB542-7708-4E33-BA5D-95E7728F0CE2}" dt="2026-07-27T13:45:49.328" v="208" actId="20577"/>
          <ac:spMkLst>
            <pc:docMk/>
            <pc:sldMk cId="530675565" sldId="281"/>
            <ac:spMk id="16" creationId="{BEA05F96-9FE5-B9EC-8661-8F3FE1C6F913}"/>
          </ac:spMkLst>
        </pc:spChg>
        <pc:spChg chg="mod">
          <ac:chgData name="Chad Furl" userId="e1f063c0-f891-481e-b162-0b825299f031" providerId="ADAL" clId="{6ADDB542-7708-4E33-BA5D-95E7728F0CE2}" dt="2026-07-27T13:45:24.749" v="175" actId="1076"/>
          <ac:spMkLst>
            <pc:docMk/>
            <pc:sldMk cId="530675565" sldId="281"/>
            <ac:spMk id="17" creationId="{F4E6C53A-0BB8-99C2-5EC4-79ED2B4F04F6}"/>
          </ac:spMkLst>
        </pc:spChg>
        <pc:spChg chg="mod">
          <ac:chgData name="Chad Furl" userId="e1f063c0-f891-481e-b162-0b825299f031" providerId="ADAL" clId="{6ADDB542-7708-4E33-BA5D-95E7728F0CE2}" dt="2026-07-27T13:47:39.258" v="267" actId="27636"/>
          <ac:spMkLst>
            <pc:docMk/>
            <pc:sldMk cId="530675565" sldId="281"/>
            <ac:spMk id="19" creationId="{C1FD248B-AEFD-5A26-DA0E-4CCF0442E602}"/>
          </ac:spMkLst>
        </pc:spChg>
        <pc:spChg chg="mod">
          <ac:chgData name="Chad Furl" userId="e1f063c0-f891-481e-b162-0b825299f031" providerId="ADAL" clId="{6ADDB542-7708-4E33-BA5D-95E7728F0CE2}" dt="2026-07-27T13:49:02.800" v="269" actId="1076"/>
          <ac:spMkLst>
            <pc:docMk/>
            <pc:sldMk cId="530675565" sldId="281"/>
            <ac:spMk id="20" creationId="{90629266-FDB0-BA1B-3B08-4118753A5598}"/>
          </ac:spMkLst>
        </pc:spChg>
      </pc:sldChg>
      <pc:sldChg chg="modSp add mod">
        <pc:chgData name="Chad Furl" userId="e1f063c0-f891-481e-b162-0b825299f031" providerId="ADAL" clId="{6ADDB542-7708-4E33-BA5D-95E7728F0CE2}" dt="2026-07-27T13:49:58.874" v="329" actId="20577"/>
        <pc:sldMkLst>
          <pc:docMk/>
          <pc:sldMk cId="2950022952" sldId="282"/>
        </pc:sldMkLst>
        <pc:spChg chg="mod">
          <ac:chgData name="Chad Furl" userId="e1f063c0-f891-481e-b162-0b825299f031" providerId="ADAL" clId="{6ADDB542-7708-4E33-BA5D-95E7728F0CE2}" dt="2026-07-27T13:49:58.874" v="329" actId="20577"/>
          <ac:spMkLst>
            <pc:docMk/>
            <pc:sldMk cId="2950022952" sldId="282"/>
            <ac:spMk id="3" creationId="{08FB2688-C35A-FF41-8432-024B00C84D64}"/>
          </ac:spMkLst>
        </pc:spChg>
      </pc:sldChg>
      <pc:sldChg chg="modSp add mod">
        <pc:chgData name="Chad Furl" userId="e1f063c0-f891-481e-b162-0b825299f031" providerId="ADAL" clId="{6ADDB542-7708-4E33-BA5D-95E7728F0CE2}" dt="2026-07-27T13:51:04.393" v="418" actId="20577"/>
        <pc:sldMkLst>
          <pc:docMk/>
          <pc:sldMk cId="1010918233" sldId="283"/>
        </pc:sldMkLst>
        <pc:spChg chg="mod">
          <ac:chgData name="Chad Furl" userId="e1f063c0-f891-481e-b162-0b825299f031" providerId="ADAL" clId="{6ADDB542-7708-4E33-BA5D-95E7728F0CE2}" dt="2026-07-27T13:51:04.393" v="418" actId="20577"/>
          <ac:spMkLst>
            <pc:docMk/>
            <pc:sldMk cId="1010918233" sldId="283"/>
            <ac:spMk id="3" creationId="{EA101CB9-8EFC-4902-7898-30AE7EB55660}"/>
          </ac:spMkLst>
        </pc:spChg>
      </pc:sldChg>
    </pc:docChg>
  </pc:docChgLst>
  <pc:docChgLst>
    <pc:chgData name="Chad Furl" userId="e1f063c0-f891-481e-b162-0b825299f031" providerId="ADAL" clId="{3E978C21-B3D0-4285-96BE-5AD851B5E1C0}"/>
    <pc:docChg chg="undo custSel addSld delSld modSld sldOrd">
      <pc:chgData name="Chad Furl" userId="e1f063c0-f891-481e-b162-0b825299f031" providerId="ADAL" clId="{3E978C21-B3D0-4285-96BE-5AD851B5E1C0}" dt="2026-08-25T20:55:39.330" v="8337" actId="47"/>
      <pc:docMkLst>
        <pc:docMk/>
      </pc:docMkLst>
      <pc:sldChg chg="delSp modSp mod">
        <pc:chgData name="Chad Furl" userId="e1f063c0-f891-481e-b162-0b825299f031" providerId="ADAL" clId="{3E978C21-B3D0-4285-96BE-5AD851B5E1C0}" dt="2026-07-28T14:56:45.822" v="8224" actId="20577"/>
        <pc:sldMkLst>
          <pc:docMk/>
          <pc:sldMk cId="0" sldId="256"/>
        </pc:sldMkLst>
        <pc:spChg chg="mod">
          <ac:chgData name="Chad Furl" userId="e1f063c0-f891-481e-b162-0b825299f031" providerId="ADAL" clId="{3E978C21-B3D0-4285-96BE-5AD851B5E1C0}" dt="2026-07-28T14:56:45.822" v="8224" actId="20577"/>
          <ac:spMkLst>
            <pc:docMk/>
            <pc:sldMk cId="0" sldId="256"/>
            <ac:spMk id="9" creationId="{00000000-0000-0000-0000-000000000000}"/>
          </ac:spMkLst>
        </pc:spChg>
      </pc:sldChg>
      <pc:sldChg chg="del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57"/>
        </pc:sldMkLst>
      </pc:sldChg>
      <pc:sldChg chg="del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59"/>
        </pc:sldMkLst>
      </pc:sldChg>
      <pc:sldChg chg="del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60"/>
        </pc:sldMkLst>
      </pc:sldChg>
      <pc:sldChg chg="delSp del mod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61"/>
        </pc:sldMkLst>
      </pc:sldChg>
      <pc:sldChg chg="del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62"/>
        </pc:sldMkLst>
      </pc:sldChg>
      <pc:sldChg chg="del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63"/>
        </pc:sldMkLst>
      </pc:sldChg>
      <pc:sldChg chg="del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64"/>
        </pc:sldMkLst>
      </pc:sldChg>
      <pc:sldChg chg="del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65"/>
        </pc:sldMkLst>
      </pc:sldChg>
      <pc:sldChg chg="del">
        <pc:chgData name="Chad Furl" userId="e1f063c0-f891-481e-b162-0b825299f031" providerId="ADAL" clId="{3E978C21-B3D0-4285-96BE-5AD851B5E1C0}" dt="2026-08-25T20:55:39.330" v="8337" actId="47"/>
        <pc:sldMkLst>
          <pc:docMk/>
          <pc:sldMk cId="0" sldId="266"/>
        </pc:sldMkLst>
      </pc:sldChg>
      <pc:sldChg chg="addSp delSp modSp mod ord">
        <pc:chgData name="Chad Furl" userId="e1f063c0-f891-481e-b162-0b825299f031" providerId="ADAL" clId="{3E978C21-B3D0-4285-96BE-5AD851B5E1C0}" dt="2026-07-28T14:56:37.795" v="8223" actId="20577"/>
        <pc:sldMkLst>
          <pc:docMk/>
          <pc:sldMk cId="0" sldId="267"/>
        </pc:sldMkLst>
        <pc:spChg chg="add mod">
          <ac:chgData name="Chad Furl" userId="e1f063c0-f891-481e-b162-0b825299f031" providerId="ADAL" clId="{3E978C21-B3D0-4285-96BE-5AD851B5E1C0}" dt="2026-07-28T14:56:29.613" v="8222" actId="207"/>
          <ac:spMkLst>
            <pc:docMk/>
            <pc:sldMk cId="0" sldId="267"/>
            <ac:spMk id="14" creationId="{989F8C85-5B70-2F43-BF56-CDBEBA783BE0}"/>
          </ac:spMkLst>
        </pc:spChg>
        <pc:spChg chg="add mod">
          <ac:chgData name="Chad Furl" userId="e1f063c0-f891-481e-b162-0b825299f031" providerId="ADAL" clId="{3E978C21-B3D0-4285-96BE-5AD851B5E1C0}" dt="2026-07-28T14:56:37.795" v="8223" actId="20577"/>
          <ac:spMkLst>
            <pc:docMk/>
            <pc:sldMk cId="0" sldId="267"/>
            <ac:spMk id="16" creationId="{25B27595-38A1-4691-443C-A7EFD79AD741}"/>
          </ac:spMkLst>
        </pc:spChg>
      </pc:sldChg>
      <pc:sldChg chg="addSp delSp modSp add mod">
        <pc:chgData name="Chad Furl" userId="e1f063c0-f891-481e-b162-0b825299f031" providerId="ADAL" clId="{3E978C21-B3D0-4285-96BE-5AD851B5E1C0}" dt="2026-07-28T15:17:20.899" v="8249" actId="404"/>
        <pc:sldMkLst>
          <pc:docMk/>
          <pc:sldMk cId="2270720204" sldId="269"/>
        </pc:sldMkLst>
        <pc:spChg chg="mod">
          <ac:chgData name="Chad Furl" userId="e1f063c0-f891-481e-b162-0b825299f031" providerId="ADAL" clId="{3E978C21-B3D0-4285-96BE-5AD851B5E1C0}" dt="2026-07-28T15:16:43.926" v="8246" actId="27636"/>
          <ac:spMkLst>
            <pc:docMk/>
            <pc:sldMk cId="2270720204" sldId="269"/>
            <ac:spMk id="3" creationId="{9F819CD2-9BB6-D646-66DD-B6EA04C2D723}"/>
          </ac:spMkLst>
        </pc:spChg>
        <pc:spChg chg="mod">
          <ac:chgData name="Chad Furl" userId="e1f063c0-f891-481e-b162-0b825299f031" providerId="ADAL" clId="{3E978C21-B3D0-4285-96BE-5AD851B5E1C0}" dt="2026-07-28T15:17:20.899" v="8249" actId="404"/>
          <ac:spMkLst>
            <pc:docMk/>
            <pc:sldMk cId="2270720204" sldId="269"/>
            <ac:spMk id="21" creationId="{472DB391-70C9-17EF-DA3E-08A422B24C65}"/>
          </ac:spMkLst>
        </pc:spChg>
      </pc:sldChg>
      <pc:sldChg chg="addSp delSp modSp add mod">
        <pc:chgData name="Chad Furl" userId="e1f063c0-f891-481e-b162-0b825299f031" providerId="ADAL" clId="{3E978C21-B3D0-4285-96BE-5AD851B5E1C0}" dt="2026-07-28T15:16:34.832" v="8244" actId="20577"/>
        <pc:sldMkLst>
          <pc:docMk/>
          <pc:sldMk cId="3427202569" sldId="270"/>
        </pc:sldMkLst>
        <pc:spChg chg="mod">
          <ac:chgData name="Chad Furl" userId="e1f063c0-f891-481e-b162-0b825299f031" providerId="ADAL" clId="{3E978C21-B3D0-4285-96BE-5AD851B5E1C0}" dt="2026-07-28T15:16:34.832" v="8244" actId="20577"/>
          <ac:spMkLst>
            <pc:docMk/>
            <pc:sldMk cId="3427202569" sldId="270"/>
            <ac:spMk id="3" creationId="{82851CCF-24C9-8636-3BF7-02DB8B7969AA}"/>
          </ac:spMkLst>
        </pc:spChg>
        <pc:spChg chg="mod">
          <ac:chgData name="Chad Furl" userId="e1f063c0-f891-481e-b162-0b825299f031" providerId="ADAL" clId="{3E978C21-B3D0-4285-96BE-5AD851B5E1C0}" dt="2026-07-27T20:21:07.949" v="6170" actId="20577"/>
          <ac:spMkLst>
            <pc:docMk/>
            <pc:sldMk cId="3427202569" sldId="270"/>
            <ac:spMk id="25" creationId="{F1E7F10B-95E5-DE23-375F-EB79937F3945}"/>
          </ac:spMkLst>
        </pc:spChg>
      </pc:sldChg>
      <pc:sldChg chg="addSp delSp modSp add mod">
        <pc:chgData name="Chad Furl" userId="e1f063c0-f891-481e-b162-0b825299f031" providerId="ADAL" clId="{3E978C21-B3D0-4285-96BE-5AD851B5E1C0}" dt="2026-07-28T15:19:22.665" v="8260" actId="1036"/>
        <pc:sldMkLst>
          <pc:docMk/>
          <pc:sldMk cId="176559583" sldId="272"/>
        </pc:sldMkLst>
        <pc:spChg chg="add mod">
          <ac:chgData name="Chad Furl" userId="e1f063c0-f891-481e-b162-0b825299f031" providerId="ADAL" clId="{3E978C21-B3D0-4285-96BE-5AD851B5E1C0}" dt="2026-07-28T15:15:10.885" v="8230" actId="20577"/>
          <ac:spMkLst>
            <pc:docMk/>
            <pc:sldMk cId="176559583" sldId="272"/>
            <ac:spMk id="4" creationId="{5E5C4F1B-1CFD-3079-E8AB-F3248A69D66E}"/>
          </ac:spMkLst>
        </pc:spChg>
        <pc:spChg chg="add mod">
          <ac:chgData name="Chad Furl" userId="e1f063c0-f891-481e-b162-0b825299f031" providerId="ADAL" clId="{3E978C21-B3D0-4285-96BE-5AD851B5E1C0}" dt="2026-07-28T15:18:17.570" v="8252" actId="20577"/>
          <ac:spMkLst>
            <pc:docMk/>
            <pc:sldMk cId="176559583" sldId="272"/>
            <ac:spMk id="13" creationId="{172E07DB-4C03-535F-0AF5-E0DD885392DD}"/>
          </ac:spMkLst>
        </pc:spChg>
        <pc:spChg chg="add mod">
          <ac:chgData name="Chad Furl" userId="e1f063c0-f891-481e-b162-0b825299f031" providerId="ADAL" clId="{3E978C21-B3D0-4285-96BE-5AD851B5E1C0}" dt="2026-07-28T15:19:22.665" v="8260" actId="1036"/>
          <ac:spMkLst>
            <pc:docMk/>
            <pc:sldMk cId="176559583" sldId="272"/>
            <ac:spMk id="15" creationId="{9AFB1B04-493C-4980-2FF1-D5FD90141DF3}"/>
          </ac:spMkLst>
        </pc:spChg>
        <pc:spChg chg="add mod">
          <ac:chgData name="Chad Furl" userId="e1f063c0-f891-481e-b162-0b825299f031" providerId="ADAL" clId="{3E978C21-B3D0-4285-96BE-5AD851B5E1C0}" dt="2026-07-28T15:18:49.762" v="8255" actId="20577"/>
          <ac:spMkLst>
            <pc:docMk/>
            <pc:sldMk cId="176559583" sldId="272"/>
            <ac:spMk id="18" creationId="{2545D50F-098D-5A32-3825-9B2B54DA5DD1}"/>
          </ac:spMkLst>
        </pc:spChg>
      </pc:sldChg>
      <pc:sldChg chg="addSp delSp modSp add mod">
        <pc:chgData name="Chad Furl" userId="e1f063c0-f891-481e-b162-0b825299f031" providerId="ADAL" clId="{3E978C21-B3D0-4285-96BE-5AD851B5E1C0}" dt="2026-08-25T20:32:48.545" v="8290" actId="1037"/>
        <pc:sldMkLst>
          <pc:docMk/>
          <pc:sldMk cId="756848099" sldId="275"/>
        </pc:sldMkLst>
        <pc:picChg chg="add del mod">
          <ac:chgData name="Chad Furl" userId="e1f063c0-f891-481e-b162-0b825299f031" providerId="ADAL" clId="{3E978C21-B3D0-4285-96BE-5AD851B5E1C0}" dt="2026-08-25T20:28:58.634" v="8270" actId="478"/>
          <ac:picMkLst>
            <pc:docMk/>
            <pc:sldMk cId="756848099" sldId="275"/>
            <ac:picMk id="4" creationId="{21E7BB8E-91E8-9F1B-CBE3-DED89A9A6728}"/>
          </ac:picMkLst>
        </pc:picChg>
        <pc:picChg chg="add del mod">
          <ac:chgData name="Chad Furl" userId="e1f063c0-f891-481e-b162-0b825299f031" providerId="ADAL" clId="{3E978C21-B3D0-4285-96BE-5AD851B5E1C0}" dt="2026-08-25T20:32:34.967" v="8275" actId="478"/>
          <ac:picMkLst>
            <pc:docMk/>
            <pc:sldMk cId="756848099" sldId="275"/>
            <ac:picMk id="5" creationId="{6244E4E9-AE2B-41E3-66DB-16882ECB2F83}"/>
          </ac:picMkLst>
        </pc:picChg>
        <pc:picChg chg="add mod">
          <ac:chgData name="Chad Furl" userId="e1f063c0-f891-481e-b162-0b825299f031" providerId="ADAL" clId="{3E978C21-B3D0-4285-96BE-5AD851B5E1C0}" dt="2026-08-25T20:32:48.545" v="8290" actId="1037"/>
          <ac:picMkLst>
            <pc:docMk/>
            <pc:sldMk cId="756848099" sldId="275"/>
            <ac:picMk id="7" creationId="{2A4645D7-5E0C-0C84-3E98-6CE1F26D9A08}"/>
          </ac:picMkLst>
        </pc:picChg>
      </pc:sldChg>
      <pc:sldChg chg="addSp delSp modSp del mod">
        <pc:chgData name="Chad Furl" userId="e1f063c0-f891-481e-b162-0b825299f031" providerId="ADAL" clId="{3E978C21-B3D0-4285-96BE-5AD851B5E1C0}" dt="2026-08-25T20:43:36.820" v="8322" actId="47"/>
        <pc:sldMkLst>
          <pc:docMk/>
          <pc:sldMk cId="2807261502" sldId="276"/>
        </pc:sldMkLst>
        <pc:picChg chg="add del mod">
          <ac:chgData name="Chad Furl" userId="e1f063c0-f891-481e-b162-0b825299f031" providerId="ADAL" clId="{3E978C21-B3D0-4285-96BE-5AD851B5E1C0}" dt="2026-08-25T20:40:06.256" v="8293" actId="478"/>
          <ac:picMkLst>
            <pc:docMk/>
            <pc:sldMk cId="2807261502" sldId="276"/>
            <ac:picMk id="4" creationId="{89194FB3-0DAE-5794-4AAC-469296056887}"/>
          </ac:picMkLst>
        </pc:picChg>
        <pc:picChg chg="add mod">
          <ac:chgData name="Chad Furl" userId="e1f063c0-f891-481e-b162-0b825299f031" providerId="ADAL" clId="{3E978C21-B3D0-4285-96BE-5AD851B5E1C0}" dt="2026-08-25T20:41:18.254" v="8298" actId="14100"/>
          <ac:picMkLst>
            <pc:docMk/>
            <pc:sldMk cId="2807261502" sldId="276"/>
            <ac:picMk id="9" creationId="{200DB36E-3EB8-DCA4-B6A7-5E08B7D989AA}"/>
          </ac:picMkLst>
        </pc:picChg>
        <pc:picChg chg="add del">
          <ac:chgData name="Chad Furl" userId="e1f063c0-f891-481e-b162-0b825299f031" providerId="ADAL" clId="{3E978C21-B3D0-4285-96BE-5AD851B5E1C0}" dt="2026-08-25T20:42:34.025" v="8312" actId="22"/>
          <ac:picMkLst>
            <pc:docMk/>
            <pc:sldMk cId="2807261502" sldId="276"/>
            <ac:picMk id="11" creationId="{791CEB9F-942C-7133-8022-488970EFFEB8}"/>
          </ac:picMkLst>
        </pc:picChg>
        <pc:picChg chg="del">
          <ac:chgData name="Chad Furl" userId="e1f063c0-f891-481e-b162-0b825299f031" providerId="ADAL" clId="{3E978C21-B3D0-4285-96BE-5AD851B5E1C0}" dt="2026-08-25T20:41:09.217" v="8296" actId="478"/>
          <ac:picMkLst>
            <pc:docMk/>
            <pc:sldMk cId="2807261502" sldId="276"/>
            <ac:picMk id="26" creationId="{A0CA4946-C8A3-B185-0A6B-38A9B74B3240}"/>
          </ac:picMkLst>
        </pc:picChg>
      </pc:sldChg>
      <pc:sldChg chg="addSp delSp modSp mod">
        <pc:chgData name="Chad Furl" userId="e1f063c0-f891-481e-b162-0b825299f031" providerId="ADAL" clId="{3E978C21-B3D0-4285-96BE-5AD851B5E1C0}" dt="2026-08-25T20:42:15.345" v="8309" actId="14100"/>
        <pc:sldMkLst>
          <pc:docMk/>
          <pc:sldMk cId="4259639059" sldId="277"/>
        </pc:sldMkLst>
        <pc:spChg chg="mod">
          <ac:chgData name="Chad Furl" userId="e1f063c0-f891-481e-b162-0b825299f031" providerId="ADAL" clId="{3E978C21-B3D0-4285-96BE-5AD851B5E1C0}" dt="2026-08-25T20:42:15.345" v="8309" actId="14100"/>
          <ac:spMkLst>
            <pc:docMk/>
            <pc:sldMk cId="4259639059" sldId="277"/>
            <ac:spMk id="20" creationId="{32248B0F-CBDD-DDE3-344A-BA4438747353}"/>
          </ac:spMkLst>
        </pc:spChg>
        <pc:spChg chg="mod">
          <ac:chgData name="Chad Furl" userId="e1f063c0-f891-481e-b162-0b825299f031" providerId="ADAL" clId="{3E978C21-B3D0-4285-96BE-5AD851B5E1C0}" dt="2026-08-25T20:42:05.558" v="8306" actId="1076"/>
          <ac:spMkLst>
            <pc:docMk/>
            <pc:sldMk cId="4259639059" sldId="277"/>
            <ac:spMk id="21" creationId="{72ADC453-7266-F6C4-36C1-423608A01AE0}"/>
          </ac:spMkLst>
        </pc:spChg>
        <pc:picChg chg="del">
          <ac:chgData name="Chad Furl" userId="e1f063c0-f891-481e-b162-0b825299f031" providerId="ADAL" clId="{3E978C21-B3D0-4285-96BE-5AD851B5E1C0}" dt="2026-08-25T20:41:35.075" v="8299" actId="478"/>
          <ac:picMkLst>
            <pc:docMk/>
            <pc:sldMk cId="4259639059" sldId="277"/>
            <ac:picMk id="4" creationId="{14098F59-1202-6EC9-F0B9-B978BABC3036}"/>
          </ac:picMkLst>
        </pc:picChg>
        <pc:picChg chg="add mod">
          <ac:chgData name="Chad Furl" userId="e1f063c0-f891-481e-b162-0b825299f031" providerId="ADAL" clId="{3E978C21-B3D0-4285-96BE-5AD851B5E1C0}" dt="2026-08-25T20:41:58.021" v="8304" actId="1076"/>
          <ac:picMkLst>
            <pc:docMk/>
            <pc:sldMk cId="4259639059" sldId="277"/>
            <ac:picMk id="5" creationId="{8FEE3A5A-9EE8-BB07-1931-84B3B6480B95}"/>
          </ac:picMkLst>
        </pc:picChg>
      </pc:sldChg>
      <pc:sldChg chg="addSp delSp modSp add mod">
        <pc:chgData name="Chad Furl" userId="e1f063c0-f891-481e-b162-0b825299f031" providerId="ADAL" clId="{3E978C21-B3D0-4285-96BE-5AD851B5E1C0}" dt="2026-08-25T20:44:41.063" v="8336" actId="14100"/>
        <pc:sldMkLst>
          <pc:docMk/>
          <pc:sldMk cId="2720698694" sldId="279"/>
        </pc:sldMkLst>
        <pc:spChg chg="mod">
          <ac:chgData name="Chad Furl" userId="e1f063c0-f891-481e-b162-0b825299f031" providerId="ADAL" clId="{3E978C21-B3D0-4285-96BE-5AD851B5E1C0}" dt="2026-08-25T20:44:28.746" v="8333" actId="14100"/>
          <ac:spMkLst>
            <pc:docMk/>
            <pc:sldMk cId="2720698694" sldId="279"/>
            <ac:spMk id="3" creationId="{415A1E38-49DD-5DB9-A103-60E8741FDCE7}"/>
          </ac:spMkLst>
        </pc:spChg>
        <pc:spChg chg="mod">
          <ac:chgData name="Chad Furl" userId="e1f063c0-f891-481e-b162-0b825299f031" providerId="ADAL" clId="{3E978C21-B3D0-4285-96BE-5AD851B5E1C0}" dt="2026-08-25T20:44:06.480" v="8328" actId="1076"/>
          <ac:spMkLst>
            <pc:docMk/>
            <pc:sldMk cId="2720698694" sldId="279"/>
            <ac:spMk id="6" creationId="{2346E797-AE57-B8D6-8A5E-B5FA3EE3F5CA}"/>
          </ac:spMkLst>
        </pc:spChg>
        <pc:spChg chg="mod">
          <ac:chgData name="Chad Furl" userId="e1f063c0-f891-481e-b162-0b825299f031" providerId="ADAL" clId="{3E978C21-B3D0-4285-96BE-5AD851B5E1C0}" dt="2026-08-25T20:44:04.630" v="8327" actId="1076"/>
          <ac:spMkLst>
            <pc:docMk/>
            <pc:sldMk cId="2720698694" sldId="279"/>
            <ac:spMk id="7" creationId="{E96F49EE-5EF1-53D0-5494-F0CF56EBFDB6}"/>
          </ac:spMkLst>
        </pc:spChg>
        <pc:spChg chg="mod">
          <ac:chgData name="Chad Furl" userId="e1f063c0-f891-481e-b162-0b825299f031" providerId="ADAL" clId="{3E978C21-B3D0-4285-96BE-5AD851B5E1C0}" dt="2026-08-25T20:44:38.840" v="8335" actId="14100"/>
          <ac:spMkLst>
            <pc:docMk/>
            <pc:sldMk cId="2720698694" sldId="279"/>
            <ac:spMk id="20" creationId="{97D1CEC3-D3B8-AF39-2012-27BDAC81D0F4}"/>
          </ac:spMkLst>
        </pc:spChg>
        <pc:spChg chg="mod">
          <ac:chgData name="Chad Furl" userId="e1f063c0-f891-481e-b162-0b825299f031" providerId="ADAL" clId="{3E978C21-B3D0-4285-96BE-5AD851B5E1C0}" dt="2026-08-25T20:44:41.063" v="8336" actId="14100"/>
          <ac:spMkLst>
            <pc:docMk/>
            <pc:sldMk cId="2720698694" sldId="279"/>
            <ac:spMk id="21" creationId="{5EC6A81E-27B6-ADEC-70E9-3A368AB7E8AF}"/>
          </ac:spMkLst>
        </pc:spChg>
        <pc:picChg chg="add mod">
          <ac:chgData name="Chad Furl" userId="e1f063c0-f891-481e-b162-0b825299f031" providerId="ADAL" clId="{3E978C21-B3D0-4285-96BE-5AD851B5E1C0}" dt="2026-08-25T20:44:32.837" v="8334" actId="14100"/>
          <ac:picMkLst>
            <pc:docMk/>
            <pc:sldMk cId="2720698694" sldId="279"/>
            <ac:picMk id="5" creationId="{A89C796B-6820-2A08-84E9-26BF13CFAF55}"/>
          </ac:picMkLst>
        </pc:picChg>
      </pc:sldChg>
      <pc:sldChg chg="delSp modSp mod">
        <pc:chgData name="Chad Furl" userId="e1f063c0-f891-481e-b162-0b825299f031" providerId="ADAL" clId="{3E978C21-B3D0-4285-96BE-5AD851B5E1C0}" dt="2026-07-28T15:26:55.554" v="8262" actId="20577"/>
        <pc:sldMkLst>
          <pc:docMk/>
          <pc:sldMk cId="2561491626" sldId="280"/>
        </pc:sldMkLst>
        <pc:spChg chg="mod">
          <ac:chgData name="Chad Furl" userId="e1f063c0-f891-481e-b162-0b825299f031" providerId="ADAL" clId="{3E978C21-B3D0-4285-96BE-5AD851B5E1C0}" dt="2026-07-27T18:47:05.891" v="5483"/>
          <ac:spMkLst>
            <pc:docMk/>
            <pc:sldMk cId="2561491626" sldId="280"/>
            <ac:spMk id="3" creationId="{6E961769-B521-F127-DBD7-EEE3093FEFAC}"/>
          </ac:spMkLst>
        </pc:spChg>
        <pc:spChg chg="mod">
          <ac:chgData name="Chad Furl" userId="e1f063c0-f891-481e-b162-0b825299f031" providerId="ADAL" clId="{3E978C21-B3D0-4285-96BE-5AD851B5E1C0}" dt="2026-07-28T15:26:55.554" v="8262" actId="20577"/>
          <ac:spMkLst>
            <pc:docMk/>
            <pc:sldMk cId="2561491626" sldId="280"/>
            <ac:spMk id="4" creationId="{9CFBA368-E7E8-2B7D-B4D0-042E0DBC8B21}"/>
          </ac:spMkLst>
        </pc:spChg>
        <pc:spChg chg="mod">
          <ac:chgData name="Chad Furl" userId="e1f063c0-f891-481e-b162-0b825299f031" providerId="ADAL" clId="{3E978C21-B3D0-4285-96BE-5AD851B5E1C0}" dt="2026-07-27T20:55:14.936" v="6759" actId="1076"/>
          <ac:spMkLst>
            <pc:docMk/>
            <pc:sldMk cId="2561491626" sldId="280"/>
            <ac:spMk id="5" creationId="{EF16BABF-6F9B-AC38-727D-1F9D07151E65}"/>
          </ac:spMkLst>
        </pc:spChg>
        <pc:spChg chg="mod">
          <ac:chgData name="Chad Furl" userId="e1f063c0-f891-481e-b162-0b825299f031" providerId="ADAL" clId="{3E978C21-B3D0-4285-96BE-5AD851B5E1C0}" dt="2026-07-27T20:31:02.894" v="6522" actId="1036"/>
          <ac:spMkLst>
            <pc:docMk/>
            <pc:sldMk cId="2561491626" sldId="280"/>
            <ac:spMk id="6" creationId="{D43A2A13-5354-B1FE-EF4C-98C50F144DFE}"/>
          </ac:spMkLst>
        </pc:spChg>
        <pc:spChg chg="mod">
          <ac:chgData name="Chad Furl" userId="e1f063c0-f891-481e-b162-0b825299f031" providerId="ADAL" clId="{3E978C21-B3D0-4285-96BE-5AD851B5E1C0}" dt="2026-07-27T20:55:51.002" v="6767" actId="1035"/>
          <ac:spMkLst>
            <pc:docMk/>
            <pc:sldMk cId="2561491626" sldId="280"/>
            <ac:spMk id="7" creationId="{2DC60E82-F7E9-8CD7-8047-55C6ECB83731}"/>
          </ac:spMkLst>
        </pc:spChg>
        <pc:spChg chg="mod">
          <ac:chgData name="Chad Furl" userId="e1f063c0-f891-481e-b162-0b825299f031" providerId="ADAL" clId="{3E978C21-B3D0-4285-96BE-5AD851B5E1C0}" dt="2026-07-27T20:55:51.002" v="6767" actId="1035"/>
          <ac:spMkLst>
            <pc:docMk/>
            <pc:sldMk cId="2561491626" sldId="280"/>
            <ac:spMk id="8" creationId="{7824543D-2A3D-11D3-4059-630A10655471}"/>
          </ac:spMkLst>
        </pc:spChg>
        <pc:spChg chg="mod">
          <ac:chgData name="Chad Furl" userId="e1f063c0-f891-481e-b162-0b825299f031" providerId="ADAL" clId="{3E978C21-B3D0-4285-96BE-5AD851B5E1C0}" dt="2026-07-27T20:55:25.634" v="6762" actId="1036"/>
          <ac:spMkLst>
            <pc:docMk/>
            <pc:sldMk cId="2561491626" sldId="280"/>
            <ac:spMk id="9" creationId="{A29DC7A7-3450-D4D2-312D-E4CE70980200}"/>
          </ac:spMkLst>
        </pc:spChg>
        <pc:spChg chg="mod">
          <ac:chgData name="Chad Furl" userId="e1f063c0-f891-481e-b162-0b825299f031" providerId="ADAL" clId="{3E978C21-B3D0-4285-96BE-5AD851B5E1C0}" dt="2026-07-27T20:31:02.894" v="6522" actId="1036"/>
          <ac:spMkLst>
            <pc:docMk/>
            <pc:sldMk cId="2561491626" sldId="280"/>
            <ac:spMk id="12" creationId="{684D43BE-0AFD-BED7-90F4-A84B8E07DAFD}"/>
          </ac:spMkLst>
        </pc:spChg>
        <pc:spChg chg="mod">
          <ac:chgData name="Chad Furl" userId="e1f063c0-f891-481e-b162-0b825299f031" providerId="ADAL" clId="{3E978C21-B3D0-4285-96BE-5AD851B5E1C0}" dt="2026-07-27T20:55:51.002" v="6767" actId="1035"/>
          <ac:spMkLst>
            <pc:docMk/>
            <pc:sldMk cId="2561491626" sldId="280"/>
            <ac:spMk id="13" creationId="{983EAE42-2A4F-57C7-2876-D9D038A6C312}"/>
          </ac:spMkLst>
        </pc:spChg>
        <pc:spChg chg="mod">
          <ac:chgData name="Chad Furl" userId="e1f063c0-f891-481e-b162-0b825299f031" providerId="ADAL" clId="{3E978C21-B3D0-4285-96BE-5AD851B5E1C0}" dt="2026-07-27T20:55:51.002" v="6767" actId="1035"/>
          <ac:spMkLst>
            <pc:docMk/>
            <pc:sldMk cId="2561491626" sldId="280"/>
            <ac:spMk id="14" creationId="{37D1E979-00C1-1F38-8AC6-978060E03BCA}"/>
          </ac:spMkLst>
        </pc:spChg>
        <pc:spChg chg="mod">
          <ac:chgData name="Chad Furl" userId="e1f063c0-f891-481e-b162-0b825299f031" providerId="ADAL" clId="{3E978C21-B3D0-4285-96BE-5AD851B5E1C0}" dt="2026-07-27T20:55:05.409" v="6755" actId="1076"/>
          <ac:spMkLst>
            <pc:docMk/>
            <pc:sldMk cId="2561491626" sldId="280"/>
            <ac:spMk id="15" creationId="{5CBA2121-F3E8-9F10-0928-1BBDA0EE2B25}"/>
          </ac:spMkLst>
        </pc:spChg>
        <pc:spChg chg="mod">
          <ac:chgData name="Chad Furl" userId="e1f063c0-f891-481e-b162-0b825299f031" providerId="ADAL" clId="{3E978C21-B3D0-4285-96BE-5AD851B5E1C0}" dt="2026-07-27T20:31:02.894" v="6522" actId="1036"/>
          <ac:spMkLst>
            <pc:docMk/>
            <pc:sldMk cId="2561491626" sldId="280"/>
            <ac:spMk id="18" creationId="{EA5E8DE2-AFA7-A8FF-BF90-0639EA08E984}"/>
          </ac:spMkLst>
        </pc:spChg>
        <pc:spChg chg="mod">
          <ac:chgData name="Chad Furl" userId="e1f063c0-f891-481e-b162-0b825299f031" providerId="ADAL" clId="{3E978C21-B3D0-4285-96BE-5AD851B5E1C0}" dt="2026-07-27T20:55:51.002" v="6767" actId="1035"/>
          <ac:spMkLst>
            <pc:docMk/>
            <pc:sldMk cId="2561491626" sldId="280"/>
            <ac:spMk id="19" creationId="{3603E3A7-68CC-5D01-28A6-3FC2932296B8}"/>
          </ac:spMkLst>
        </pc:spChg>
        <pc:spChg chg="mod">
          <ac:chgData name="Chad Furl" userId="e1f063c0-f891-481e-b162-0b825299f031" providerId="ADAL" clId="{3E978C21-B3D0-4285-96BE-5AD851B5E1C0}" dt="2026-07-27T20:55:51.002" v="6767" actId="1035"/>
          <ac:spMkLst>
            <pc:docMk/>
            <pc:sldMk cId="2561491626" sldId="280"/>
            <ac:spMk id="20" creationId="{F716BA4A-F0F3-E5A3-B642-F01805648789}"/>
          </ac:spMkLst>
        </pc:spChg>
        <pc:spChg chg="mod">
          <ac:chgData name="Chad Furl" userId="e1f063c0-f891-481e-b162-0b825299f031" providerId="ADAL" clId="{3E978C21-B3D0-4285-96BE-5AD851B5E1C0}" dt="2026-07-27T20:54:21.186" v="6738" actId="20577"/>
          <ac:spMkLst>
            <pc:docMk/>
            <pc:sldMk cId="2561491626" sldId="280"/>
            <ac:spMk id="21" creationId="{601760F6-E344-D95D-1ADF-BA1681A97631}"/>
          </ac:spMkLst>
        </pc:spChg>
        <pc:spChg chg="mod">
          <ac:chgData name="Chad Furl" userId="e1f063c0-f891-481e-b162-0b825299f031" providerId="ADAL" clId="{3E978C21-B3D0-4285-96BE-5AD851B5E1C0}" dt="2026-07-27T20:31:02.894" v="6522" actId="1036"/>
          <ac:spMkLst>
            <pc:docMk/>
            <pc:sldMk cId="2561491626" sldId="280"/>
            <ac:spMk id="24" creationId="{0D5FF24F-5D90-7A9C-C4F5-3858E112CA73}"/>
          </ac:spMkLst>
        </pc:spChg>
        <pc:spChg chg="mod">
          <ac:chgData name="Chad Furl" userId="e1f063c0-f891-481e-b162-0b825299f031" providerId="ADAL" clId="{3E978C21-B3D0-4285-96BE-5AD851B5E1C0}" dt="2026-07-27T20:55:51.002" v="6767" actId="1035"/>
          <ac:spMkLst>
            <pc:docMk/>
            <pc:sldMk cId="2561491626" sldId="280"/>
            <ac:spMk id="25" creationId="{DA76F1A4-06D9-9CD0-7A1E-879152D3D800}"/>
          </ac:spMkLst>
        </pc:spChg>
        <pc:spChg chg="mod">
          <ac:chgData name="Chad Furl" userId="e1f063c0-f891-481e-b162-0b825299f031" providerId="ADAL" clId="{3E978C21-B3D0-4285-96BE-5AD851B5E1C0}" dt="2026-07-27T20:55:51.002" v="6767" actId="1035"/>
          <ac:spMkLst>
            <pc:docMk/>
            <pc:sldMk cId="2561491626" sldId="280"/>
            <ac:spMk id="26" creationId="{70BFE93B-3EBF-7BBC-707D-C7587E515671}"/>
          </ac:spMkLst>
        </pc:spChg>
        <pc:spChg chg="mod">
          <ac:chgData name="Chad Furl" userId="e1f063c0-f891-481e-b162-0b825299f031" providerId="ADAL" clId="{3E978C21-B3D0-4285-96BE-5AD851B5E1C0}" dt="2026-07-27T20:55:36.327" v="6763" actId="1076"/>
          <ac:spMkLst>
            <pc:docMk/>
            <pc:sldMk cId="2561491626" sldId="280"/>
            <ac:spMk id="27" creationId="{B914B770-F36A-AF1A-DE5B-3B083164BC12}"/>
          </ac:spMkLst>
        </pc:spChg>
      </pc:sldChg>
      <pc:sldChg chg="addSp delSp modSp mod">
        <pc:chgData name="Chad Furl" userId="e1f063c0-f891-481e-b162-0b825299f031" providerId="ADAL" clId="{3E978C21-B3D0-4285-96BE-5AD851B5E1C0}" dt="2026-07-27T18:28:41.101" v="5074" actId="1076"/>
        <pc:sldMkLst>
          <pc:docMk/>
          <pc:sldMk cId="530675565" sldId="281"/>
        </pc:sldMkLst>
        <pc:spChg chg="mod">
          <ac:chgData name="Chad Furl" userId="e1f063c0-f891-481e-b162-0b825299f031" providerId="ADAL" clId="{3E978C21-B3D0-4285-96BE-5AD851B5E1C0}" dt="2026-07-27T18:04:15.234" v="4491" actId="20577"/>
          <ac:spMkLst>
            <pc:docMk/>
            <pc:sldMk cId="530675565" sldId="281"/>
            <ac:spMk id="4" creationId="{54AE35C7-5A7F-E762-7FC7-1E8D84B5C6EA}"/>
          </ac:spMkLst>
        </pc:spChg>
        <pc:spChg chg="mod">
          <ac:chgData name="Chad Furl" userId="e1f063c0-f891-481e-b162-0b825299f031" providerId="ADAL" clId="{3E978C21-B3D0-4285-96BE-5AD851B5E1C0}" dt="2026-07-27T18:04:45.710" v="4513" actId="20577"/>
          <ac:spMkLst>
            <pc:docMk/>
            <pc:sldMk cId="530675565" sldId="281"/>
            <ac:spMk id="16" creationId="{BEA05F96-9FE5-B9EC-8661-8F3FE1C6F913}"/>
          </ac:spMkLst>
        </pc:spChg>
        <pc:spChg chg="mod">
          <ac:chgData name="Chad Furl" userId="e1f063c0-f891-481e-b162-0b825299f031" providerId="ADAL" clId="{3E978C21-B3D0-4285-96BE-5AD851B5E1C0}" dt="2026-07-27T18:06:08.453" v="4874" actId="313"/>
          <ac:spMkLst>
            <pc:docMk/>
            <pc:sldMk cId="530675565" sldId="281"/>
            <ac:spMk id="17" creationId="{F4E6C53A-0BB8-99C2-5EC4-79ED2B4F04F6}"/>
          </ac:spMkLst>
        </pc:spChg>
        <pc:spChg chg="mod">
          <ac:chgData name="Chad Furl" userId="e1f063c0-f891-481e-b162-0b825299f031" providerId="ADAL" clId="{3E978C21-B3D0-4285-96BE-5AD851B5E1C0}" dt="2026-07-27T18:08:17.908" v="5066" actId="1036"/>
          <ac:spMkLst>
            <pc:docMk/>
            <pc:sldMk cId="530675565" sldId="281"/>
            <ac:spMk id="19" creationId="{C1FD248B-AEFD-5A26-DA0E-4CCF0442E602}"/>
          </ac:spMkLst>
        </pc:spChg>
        <pc:spChg chg="mod">
          <ac:chgData name="Chad Furl" userId="e1f063c0-f891-481e-b162-0b825299f031" providerId="ADAL" clId="{3E978C21-B3D0-4285-96BE-5AD851B5E1C0}" dt="2026-07-27T18:07:59.158" v="5044" actId="14100"/>
          <ac:spMkLst>
            <pc:docMk/>
            <pc:sldMk cId="530675565" sldId="281"/>
            <ac:spMk id="20" creationId="{90629266-FDB0-BA1B-3B08-4118753A5598}"/>
          </ac:spMkLst>
        </pc:spChg>
        <pc:picChg chg="add mod">
          <ac:chgData name="Chad Furl" userId="e1f063c0-f891-481e-b162-0b825299f031" providerId="ADAL" clId="{3E978C21-B3D0-4285-96BE-5AD851B5E1C0}" dt="2026-07-27T18:28:41.101" v="5074" actId="1076"/>
          <ac:picMkLst>
            <pc:docMk/>
            <pc:sldMk cId="530675565" sldId="281"/>
            <ac:picMk id="8" creationId="{A3ED7D0B-C094-5F87-B348-7858F681EBAB}"/>
          </ac:picMkLst>
        </pc:picChg>
      </pc:sldChg>
      <pc:sldChg chg="addSp delSp modSp mod">
        <pc:chgData name="Chad Furl" userId="e1f063c0-f891-481e-b162-0b825299f031" providerId="ADAL" clId="{3E978C21-B3D0-4285-96BE-5AD851B5E1C0}" dt="2026-07-27T21:07:06.284" v="6802" actId="20577"/>
        <pc:sldMkLst>
          <pc:docMk/>
          <pc:sldMk cId="2950022952" sldId="282"/>
        </pc:sldMkLst>
        <pc:spChg chg="mod">
          <ac:chgData name="Chad Furl" userId="e1f063c0-f891-481e-b162-0b825299f031" providerId="ADAL" clId="{3E978C21-B3D0-4285-96BE-5AD851B5E1C0}" dt="2026-07-27T18:40:43.041" v="5105" actId="20577"/>
          <ac:spMkLst>
            <pc:docMk/>
            <pc:sldMk cId="2950022952" sldId="282"/>
            <ac:spMk id="3" creationId="{08FB2688-C35A-FF41-8432-024B00C84D64}"/>
          </ac:spMkLst>
        </pc:spChg>
        <pc:spChg chg="mod">
          <ac:chgData name="Chad Furl" userId="e1f063c0-f891-481e-b162-0b825299f031" providerId="ADAL" clId="{3E978C21-B3D0-4285-96BE-5AD851B5E1C0}" dt="2026-07-27T20:16:44.841" v="6025" actId="207"/>
          <ac:spMkLst>
            <pc:docMk/>
            <pc:sldMk cId="2950022952" sldId="282"/>
            <ac:spMk id="20" creationId="{DE70C874-E13D-8DD9-1378-898CF61C50AC}"/>
          </ac:spMkLst>
        </pc:spChg>
        <pc:spChg chg="mod">
          <ac:chgData name="Chad Furl" userId="e1f063c0-f891-481e-b162-0b825299f031" providerId="ADAL" clId="{3E978C21-B3D0-4285-96BE-5AD851B5E1C0}" dt="2026-07-27T18:41:04.216" v="5110" actId="20577"/>
          <ac:spMkLst>
            <pc:docMk/>
            <pc:sldMk cId="2950022952" sldId="282"/>
            <ac:spMk id="21" creationId="{0658F7C2-6A7D-5207-E4DE-ACBB919D8247}"/>
          </ac:spMkLst>
        </pc:spChg>
        <pc:spChg chg="mod">
          <ac:chgData name="Chad Furl" userId="e1f063c0-f891-481e-b162-0b825299f031" providerId="ADAL" clId="{3E978C21-B3D0-4285-96BE-5AD851B5E1C0}" dt="2026-07-27T18:41:54.250" v="5167" actId="1035"/>
          <ac:spMkLst>
            <pc:docMk/>
            <pc:sldMk cId="2950022952" sldId="282"/>
            <ac:spMk id="22" creationId="{5B135F07-0D76-A22B-58E0-D842A5D006F6}"/>
          </ac:spMkLst>
        </pc:spChg>
        <pc:spChg chg="mod">
          <ac:chgData name="Chad Furl" userId="e1f063c0-f891-481e-b162-0b825299f031" providerId="ADAL" clId="{3E978C21-B3D0-4285-96BE-5AD851B5E1C0}" dt="2026-07-27T18:44:01.702" v="5302" actId="6549"/>
          <ac:spMkLst>
            <pc:docMk/>
            <pc:sldMk cId="2950022952" sldId="282"/>
            <ac:spMk id="23" creationId="{130FE826-C4EB-1340-F185-33A5F81D0305}"/>
          </ac:spMkLst>
        </pc:spChg>
        <pc:spChg chg="mod">
          <ac:chgData name="Chad Furl" userId="e1f063c0-f891-481e-b162-0b825299f031" providerId="ADAL" clId="{3E978C21-B3D0-4285-96BE-5AD851B5E1C0}" dt="2026-07-27T18:44:57.766" v="5318" actId="20577"/>
          <ac:spMkLst>
            <pc:docMk/>
            <pc:sldMk cId="2950022952" sldId="282"/>
            <ac:spMk id="25" creationId="{6F100EA2-3FD1-19B5-ED7A-983215B08725}"/>
          </ac:spMkLst>
        </pc:spChg>
        <pc:spChg chg="mod">
          <ac:chgData name="Chad Furl" userId="e1f063c0-f891-481e-b162-0b825299f031" providerId="ADAL" clId="{3E978C21-B3D0-4285-96BE-5AD851B5E1C0}" dt="2026-07-27T20:16:18.351" v="6024" actId="20577"/>
          <ac:spMkLst>
            <pc:docMk/>
            <pc:sldMk cId="2950022952" sldId="282"/>
            <ac:spMk id="26" creationId="{416F8B0F-A077-C98E-510D-139C0EC07CD9}"/>
          </ac:spMkLst>
        </pc:spChg>
        <pc:spChg chg="add mod">
          <ac:chgData name="Chad Furl" userId="e1f063c0-f891-481e-b162-0b825299f031" providerId="ADAL" clId="{3E978C21-B3D0-4285-96BE-5AD851B5E1C0}" dt="2026-07-27T20:16:53.389" v="6027" actId="14100"/>
          <ac:spMkLst>
            <pc:docMk/>
            <pc:sldMk cId="2950022952" sldId="282"/>
            <ac:spMk id="42" creationId="{F262FEF3-AA9E-FAEF-7D40-0DAC3B22F3E7}"/>
          </ac:spMkLst>
        </pc:spChg>
        <pc:spChg chg="add mod">
          <ac:chgData name="Chad Furl" userId="e1f063c0-f891-481e-b162-0b825299f031" providerId="ADAL" clId="{3E978C21-B3D0-4285-96BE-5AD851B5E1C0}" dt="2026-07-27T21:07:06.284" v="6802" actId="20577"/>
          <ac:spMkLst>
            <pc:docMk/>
            <pc:sldMk cId="2950022952" sldId="282"/>
            <ac:spMk id="43" creationId="{5724CE17-F305-D401-5A3B-6203639F355F}"/>
          </ac:spMkLst>
        </pc:spChg>
        <pc:picChg chg="add mod">
          <ac:chgData name="Chad Furl" userId="e1f063c0-f891-481e-b162-0b825299f031" providerId="ADAL" clId="{3E978C21-B3D0-4285-96BE-5AD851B5E1C0}" dt="2026-07-27T20:15:15.188" v="6008" actId="1035"/>
          <ac:picMkLst>
            <pc:docMk/>
            <pc:sldMk cId="2950022952" sldId="282"/>
            <ac:picMk id="37" creationId="{C254CBFD-500C-BAEB-89DD-B4E0273F0AC5}"/>
          </ac:picMkLst>
        </pc:picChg>
      </pc:sldChg>
      <pc:sldChg chg="addSp delSp modSp mod">
        <pc:chgData name="Chad Furl" userId="e1f063c0-f891-481e-b162-0b825299f031" providerId="ADAL" clId="{3E978C21-B3D0-4285-96BE-5AD851B5E1C0}" dt="2026-07-28T14:55:09.809" v="8213" actId="1076"/>
        <pc:sldMkLst>
          <pc:docMk/>
          <pc:sldMk cId="1010918233" sldId="283"/>
        </pc:sldMkLst>
        <pc:spChg chg="mod">
          <ac:chgData name="Chad Furl" userId="e1f063c0-f891-481e-b162-0b825299f031" providerId="ADAL" clId="{3E978C21-B3D0-4285-96BE-5AD851B5E1C0}" dt="2026-07-28T14:52:41.832" v="8069"/>
          <ac:spMkLst>
            <pc:docMk/>
            <pc:sldMk cId="1010918233" sldId="283"/>
            <ac:spMk id="3" creationId="{EA101CB9-8EFC-4902-7898-30AE7EB55660}"/>
          </ac:spMkLst>
        </pc:spChg>
        <pc:spChg chg="mod">
          <ac:chgData name="Chad Furl" userId="e1f063c0-f891-481e-b162-0b825299f031" providerId="ADAL" clId="{3E978C21-B3D0-4285-96BE-5AD851B5E1C0}" dt="2026-07-28T14:52:21.779" v="8068" actId="14100"/>
          <ac:spMkLst>
            <pc:docMk/>
            <pc:sldMk cId="1010918233" sldId="283"/>
            <ac:spMk id="20" creationId="{0A4B3143-5494-6D21-E139-33776C670876}"/>
          </ac:spMkLst>
        </pc:spChg>
        <pc:spChg chg="add mod">
          <ac:chgData name="Chad Furl" userId="e1f063c0-f891-481e-b162-0b825299f031" providerId="ADAL" clId="{3E978C21-B3D0-4285-96BE-5AD851B5E1C0}" dt="2026-07-28T14:55:09.809" v="8213" actId="1076"/>
          <ac:spMkLst>
            <pc:docMk/>
            <pc:sldMk cId="1010918233" sldId="283"/>
            <ac:spMk id="36" creationId="{49327E82-2D43-2A1E-9B0A-F1EEEC8DADBA}"/>
          </ac:spMkLst>
        </pc:spChg>
        <pc:picChg chg="add mod">
          <ac:chgData name="Chad Furl" userId="e1f063c0-f891-481e-b162-0b825299f031" providerId="ADAL" clId="{3E978C21-B3D0-4285-96BE-5AD851B5E1C0}" dt="2026-07-28T14:51:58.554" v="8040" actId="1035"/>
          <ac:picMkLst>
            <pc:docMk/>
            <pc:sldMk cId="1010918233" sldId="283"/>
            <ac:picMk id="35" creationId="{F84F2CFB-159F-19A1-6F6A-03ED7753A44D}"/>
          </ac:picMkLst>
        </pc:picChg>
      </pc:sldChg>
      <pc:sldChg chg="addSp delSp modSp add mod">
        <pc:chgData name="Chad Furl" userId="e1f063c0-f891-481e-b162-0b825299f031" providerId="ADAL" clId="{3E978C21-B3D0-4285-96BE-5AD851B5E1C0}" dt="2026-07-27T21:18:18.952" v="7077" actId="22"/>
        <pc:sldMkLst>
          <pc:docMk/>
          <pc:sldMk cId="2724402312" sldId="284"/>
        </pc:sldMkLst>
        <pc:spChg chg="mod">
          <ac:chgData name="Chad Furl" userId="e1f063c0-f891-481e-b162-0b825299f031" providerId="ADAL" clId="{3E978C21-B3D0-4285-96BE-5AD851B5E1C0}" dt="2026-07-27T21:07:33.062" v="6823" actId="1035"/>
          <ac:spMkLst>
            <pc:docMk/>
            <pc:sldMk cId="2724402312" sldId="284"/>
            <ac:spMk id="21" creationId="{2BEC1F49-3AA6-221D-3564-B6FD72BE7F52}"/>
          </ac:spMkLst>
        </pc:spChg>
        <pc:spChg chg="mod">
          <ac:chgData name="Chad Furl" userId="e1f063c0-f891-481e-b162-0b825299f031" providerId="ADAL" clId="{3E978C21-B3D0-4285-96BE-5AD851B5E1C0}" dt="2026-07-27T21:09:49.552" v="6880" actId="27636"/>
          <ac:spMkLst>
            <pc:docMk/>
            <pc:sldMk cId="2724402312" sldId="284"/>
            <ac:spMk id="23" creationId="{023D4C50-067A-29D0-CDCC-A8B8C3C8483A}"/>
          </ac:spMkLst>
        </pc:spChg>
        <pc:spChg chg="mod">
          <ac:chgData name="Chad Furl" userId="e1f063c0-f891-481e-b162-0b825299f031" providerId="ADAL" clId="{3E978C21-B3D0-4285-96BE-5AD851B5E1C0}" dt="2026-07-27T21:14:36.668" v="6917" actId="20577"/>
          <ac:spMkLst>
            <pc:docMk/>
            <pc:sldMk cId="2724402312" sldId="284"/>
            <ac:spMk id="25" creationId="{71A2BAB2-3EE6-DD41-838E-990BA07AD61B}"/>
          </ac:spMkLst>
        </pc:spChg>
        <pc:spChg chg="mod">
          <ac:chgData name="Chad Furl" userId="e1f063c0-f891-481e-b162-0b825299f031" providerId="ADAL" clId="{3E978C21-B3D0-4285-96BE-5AD851B5E1C0}" dt="2026-07-27T21:17:43.048" v="7075" actId="20577"/>
          <ac:spMkLst>
            <pc:docMk/>
            <pc:sldMk cId="2724402312" sldId="284"/>
            <ac:spMk id="26" creationId="{37FE140A-470F-B6EE-3BE4-FA08040FC727}"/>
          </ac:spMkLst>
        </pc:spChg>
        <pc:spChg chg="mod">
          <ac:chgData name="Chad Furl" userId="e1f063c0-f891-481e-b162-0b825299f031" providerId="ADAL" clId="{3E978C21-B3D0-4285-96BE-5AD851B5E1C0}" dt="2026-07-27T21:07:02.393" v="6801" actId="20577"/>
          <ac:spMkLst>
            <pc:docMk/>
            <pc:sldMk cId="2724402312" sldId="284"/>
            <ac:spMk id="43" creationId="{ACF9EF35-2015-1EA6-0B4E-E0F4C2C77525}"/>
          </ac:spMkLst>
        </pc:spChg>
        <pc:picChg chg="add mod modCrop">
          <ac:chgData name="Chad Furl" userId="e1f063c0-f891-481e-b162-0b825299f031" providerId="ADAL" clId="{3E978C21-B3D0-4285-96BE-5AD851B5E1C0}" dt="2026-07-27T21:06:47.686" v="6800" actId="1076"/>
          <ac:picMkLst>
            <pc:docMk/>
            <pc:sldMk cId="2724402312" sldId="284"/>
            <ac:picMk id="4" creationId="{0E53E4DF-A621-772C-62DE-9D3FDA66079E}"/>
          </ac:picMkLst>
        </pc:picChg>
      </pc:sldChg>
      <pc:sldChg chg="addSp delSp modSp add mod">
        <pc:chgData name="Chad Furl" userId="e1f063c0-f891-481e-b162-0b825299f031" providerId="ADAL" clId="{3E978C21-B3D0-4285-96BE-5AD851B5E1C0}" dt="2026-07-28T15:28:29.005" v="8269" actId="20577"/>
        <pc:sldMkLst>
          <pc:docMk/>
          <pc:sldMk cId="669081388" sldId="285"/>
        </pc:sldMkLst>
        <pc:spChg chg="mod">
          <ac:chgData name="Chad Furl" userId="e1f063c0-f891-481e-b162-0b825299f031" providerId="ADAL" clId="{3E978C21-B3D0-4285-96BE-5AD851B5E1C0}" dt="2026-07-27T21:29:42.468" v="7128"/>
          <ac:spMkLst>
            <pc:docMk/>
            <pc:sldMk cId="669081388" sldId="285"/>
            <ac:spMk id="3" creationId="{2C3FEE55-B7F3-D93D-3997-F273632B813C}"/>
          </ac:spMkLst>
        </pc:spChg>
        <pc:spChg chg="mod">
          <ac:chgData name="Chad Furl" userId="e1f063c0-f891-481e-b162-0b825299f031" providerId="ADAL" clId="{3E978C21-B3D0-4285-96BE-5AD851B5E1C0}" dt="2026-07-27T21:39:30.273" v="7411" actId="20577"/>
          <ac:spMkLst>
            <pc:docMk/>
            <pc:sldMk cId="669081388" sldId="285"/>
            <ac:spMk id="6" creationId="{601F56EB-F287-2877-28FD-3491055810DF}"/>
          </ac:spMkLst>
        </pc:spChg>
        <pc:spChg chg="mod">
          <ac:chgData name="Chad Furl" userId="e1f063c0-f891-481e-b162-0b825299f031" providerId="ADAL" clId="{3E978C21-B3D0-4285-96BE-5AD851B5E1C0}" dt="2026-07-27T21:32:13.352" v="7221" actId="20577"/>
          <ac:spMkLst>
            <pc:docMk/>
            <pc:sldMk cId="669081388" sldId="285"/>
            <ac:spMk id="7" creationId="{C1DC8F12-EDE4-E985-BE5E-43EFE9338D6A}"/>
          </ac:spMkLst>
        </pc:spChg>
        <pc:spChg chg="mod">
          <ac:chgData name="Chad Furl" userId="e1f063c0-f891-481e-b162-0b825299f031" providerId="ADAL" clId="{3E978C21-B3D0-4285-96BE-5AD851B5E1C0}" dt="2026-07-28T15:28:29.005" v="8269" actId="20577"/>
          <ac:spMkLst>
            <pc:docMk/>
            <pc:sldMk cId="669081388" sldId="285"/>
            <ac:spMk id="9" creationId="{B414ABAC-89A9-78F5-9748-5BBAA1598B98}"/>
          </ac:spMkLst>
        </pc:spChg>
        <pc:spChg chg="mod">
          <ac:chgData name="Chad Furl" userId="e1f063c0-f891-481e-b162-0b825299f031" providerId="ADAL" clId="{3E978C21-B3D0-4285-96BE-5AD851B5E1C0}" dt="2026-07-27T21:32:54.451" v="7269" actId="20577"/>
          <ac:spMkLst>
            <pc:docMk/>
            <pc:sldMk cId="669081388" sldId="285"/>
            <ac:spMk id="10" creationId="{C16E459D-BF51-79BE-A420-00C77EED8321}"/>
          </ac:spMkLst>
        </pc:spChg>
        <pc:spChg chg="mod">
          <ac:chgData name="Chad Furl" userId="e1f063c0-f891-481e-b162-0b825299f031" providerId="ADAL" clId="{3E978C21-B3D0-4285-96BE-5AD851B5E1C0}" dt="2026-07-27T21:32:31.015" v="7242" actId="20577"/>
          <ac:spMkLst>
            <pc:docMk/>
            <pc:sldMk cId="669081388" sldId="285"/>
            <ac:spMk id="12" creationId="{E360325F-BBBB-CF82-D5BA-D11DCF650F16}"/>
          </ac:spMkLst>
        </pc:spChg>
        <pc:spChg chg="mod">
          <ac:chgData name="Chad Furl" userId="e1f063c0-f891-481e-b162-0b825299f031" providerId="ADAL" clId="{3E978C21-B3D0-4285-96BE-5AD851B5E1C0}" dt="2026-07-27T21:31:02.751" v="7161" actId="20577"/>
          <ac:spMkLst>
            <pc:docMk/>
            <pc:sldMk cId="669081388" sldId="285"/>
            <ac:spMk id="14" creationId="{8267E2F5-0B7A-2D75-BF39-BEE00D7B4717}"/>
          </ac:spMkLst>
        </pc:spChg>
        <pc:spChg chg="mod">
          <ac:chgData name="Chad Furl" userId="e1f063c0-f891-481e-b162-0b825299f031" providerId="ADAL" clId="{3E978C21-B3D0-4285-96BE-5AD851B5E1C0}" dt="2026-07-28T13:51:40.801" v="7480" actId="20577"/>
          <ac:spMkLst>
            <pc:docMk/>
            <pc:sldMk cId="669081388" sldId="285"/>
            <ac:spMk id="15" creationId="{5782B221-F5F5-D54F-019B-693E6E9ED990}"/>
          </ac:spMkLst>
        </pc:spChg>
        <pc:spChg chg="mod">
          <ac:chgData name="Chad Furl" userId="e1f063c0-f891-481e-b162-0b825299f031" providerId="ADAL" clId="{3E978C21-B3D0-4285-96BE-5AD851B5E1C0}" dt="2026-07-27T21:36:43.602" v="7293" actId="20577"/>
          <ac:spMkLst>
            <pc:docMk/>
            <pc:sldMk cId="669081388" sldId="285"/>
            <ac:spMk id="17" creationId="{3FA547B9-8CA5-1256-6E71-9B8F3884DA7B}"/>
          </ac:spMkLst>
        </pc:spChg>
        <pc:spChg chg="mod">
          <ac:chgData name="Chad Furl" userId="e1f063c0-f891-481e-b162-0b825299f031" providerId="ADAL" clId="{3E978C21-B3D0-4285-96BE-5AD851B5E1C0}" dt="2026-07-27T21:31:13.234" v="7172" actId="20577"/>
          <ac:spMkLst>
            <pc:docMk/>
            <pc:sldMk cId="669081388" sldId="285"/>
            <ac:spMk id="19" creationId="{39D76CBF-B12C-04F2-26A3-60BEF681B49B}"/>
          </ac:spMkLst>
        </pc:spChg>
        <pc:spChg chg="mod">
          <ac:chgData name="Chad Furl" userId="e1f063c0-f891-481e-b162-0b825299f031" providerId="ADAL" clId="{3E978C21-B3D0-4285-96BE-5AD851B5E1C0}" dt="2026-07-27T21:38:04.532" v="7361" actId="20577"/>
          <ac:spMkLst>
            <pc:docMk/>
            <pc:sldMk cId="669081388" sldId="285"/>
            <ac:spMk id="20" creationId="{940D0C84-7156-C411-D6F6-F963200EECC8}"/>
          </ac:spMkLst>
        </pc:spChg>
        <pc:spChg chg="mod">
          <ac:chgData name="Chad Furl" userId="e1f063c0-f891-481e-b162-0b825299f031" providerId="ADAL" clId="{3E978C21-B3D0-4285-96BE-5AD851B5E1C0}" dt="2026-07-27T21:31:25.310" v="7195" actId="20577"/>
          <ac:spMkLst>
            <pc:docMk/>
            <pc:sldMk cId="669081388" sldId="285"/>
            <ac:spMk id="24" creationId="{0F841764-EACE-9D96-18F2-FAC52ADEF0A2}"/>
          </ac:spMkLst>
        </pc:spChg>
        <pc:spChg chg="mod">
          <ac:chgData name="Chad Furl" userId="e1f063c0-f891-481e-b162-0b825299f031" providerId="ADAL" clId="{3E978C21-B3D0-4285-96BE-5AD851B5E1C0}" dt="2026-07-27T21:39:20.719" v="7401" actId="20577"/>
          <ac:spMkLst>
            <pc:docMk/>
            <pc:sldMk cId="669081388" sldId="285"/>
            <ac:spMk id="25" creationId="{A28E21F8-5A61-323E-D3BB-9820238E8948}"/>
          </ac:spMkLst>
        </pc:spChg>
        <pc:spChg chg="add mod">
          <ac:chgData name="Chad Furl" userId="e1f063c0-f891-481e-b162-0b825299f031" providerId="ADAL" clId="{3E978C21-B3D0-4285-96BE-5AD851B5E1C0}" dt="2026-07-28T13:54:24.216" v="7577" actId="14100"/>
          <ac:spMkLst>
            <pc:docMk/>
            <pc:sldMk cId="669081388" sldId="285"/>
            <ac:spMk id="26" creationId="{483AA1B7-69AD-02C8-23C0-7270D072DE72}"/>
          </ac:spMkLst>
        </pc:spChg>
        <pc:spChg chg="mod">
          <ac:chgData name="Chad Furl" userId="e1f063c0-f891-481e-b162-0b825299f031" providerId="ADAL" clId="{3E978C21-B3D0-4285-96BE-5AD851B5E1C0}" dt="2026-07-27T21:39:48.485" v="7412" actId="14100"/>
          <ac:spMkLst>
            <pc:docMk/>
            <pc:sldMk cId="669081388" sldId="285"/>
            <ac:spMk id="28" creationId="{21E9A996-1E67-3F63-3FFF-51F56245F42F}"/>
          </ac:spMkLst>
        </pc:spChg>
        <pc:spChg chg="mod">
          <ac:chgData name="Chad Furl" userId="e1f063c0-f891-481e-b162-0b825299f031" providerId="ADAL" clId="{3E978C21-B3D0-4285-96BE-5AD851B5E1C0}" dt="2026-07-28T13:54:05.490" v="7569" actId="1076"/>
          <ac:spMkLst>
            <pc:docMk/>
            <pc:sldMk cId="669081388" sldId="285"/>
            <ac:spMk id="29" creationId="{E88EE2D9-B0BC-07B5-9713-DAB20E099459}"/>
          </ac:spMkLst>
        </pc:spChg>
        <pc:spChg chg="mod">
          <ac:chgData name="Chad Furl" userId="e1f063c0-f891-481e-b162-0b825299f031" providerId="ADAL" clId="{3E978C21-B3D0-4285-96BE-5AD851B5E1C0}" dt="2026-07-28T13:54:01.085" v="7568" actId="14100"/>
          <ac:spMkLst>
            <pc:docMk/>
            <pc:sldMk cId="669081388" sldId="285"/>
            <ac:spMk id="30" creationId="{EBF6A1E6-9BDE-54BE-A7DB-C50AA0A66F16}"/>
          </ac:spMkLst>
        </pc:spChg>
        <pc:spChg chg="add mod">
          <ac:chgData name="Chad Furl" userId="e1f063c0-f891-481e-b162-0b825299f031" providerId="ADAL" clId="{3E978C21-B3D0-4285-96BE-5AD851B5E1C0}" dt="2026-07-28T13:56:29.254" v="7708" actId="947"/>
          <ac:spMkLst>
            <pc:docMk/>
            <pc:sldMk cId="669081388" sldId="285"/>
            <ac:spMk id="34" creationId="{FE4ED51D-6D0B-DF6F-7BAB-0DC1AAA7D2BC}"/>
          </ac:spMkLst>
        </pc:spChg>
        <pc:spChg chg="add mod">
          <ac:chgData name="Chad Furl" userId="e1f063c0-f891-481e-b162-0b825299f031" providerId="ADAL" clId="{3E978C21-B3D0-4285-96BE-5AD851B5E1C0}" dt="2026-07-27T21:41:15.273" v="7416" actId="1076"/>
          <ac:spMkLst>
            <pc:docMk/>
            <pc:sldMk cId="669081388" sldId="285"/>
            <ac:spMk id="35" creationId="{CD9B1E4B-1C80-5C10-DF02-755BFFB240BC}"/>
          </ac:spMkLst>
        </pc:spChg>
        <pc:spChg chg="add mod">
          <ac:chgData name="Chad Furl" userId="e1f063c0-f891-481e-b162-0b825299f031" providerId="ADAL" clId="{3E978C21-B3D0-4285-96BE-5AD851B5E1C0}" dt="2026-07-27T21:41:15.273" v="7416" actId="1076"/>
          <ac:spMkLst>
            <pc:docMk/>
            <pc:sldMk cId="669081388" sldId="285"/>
            <ac:spMk id="37" creationId="{1AA25CFF-92C8-D6C2-83C0-382661B458B1}"/>
          </ac:spMkLst>
        </pc:spChg>
      </pc:sldChg>
      <pc:sldChg chg="modSp add mod">
        <pc:chgData name="Chad Furl" userId="e1f063c0-f891-481e-b162-0b825299f031" providerId="ADAL" clId="{3E978C21-B3D0-4285-96BE-5AD851B5E1C0}" dt="2026-07-27T21:19:21.518" v="7127" actId="20577"/>
        <pc:sldMkLst>
          <pc:docMk/>
          <pc:sldMk cId="1491919421" sldId="286"/>
        </pc:sldMkLst>
        <pc:spChg chg="mod">
          <ac:chgData name="Chad Furl" userId="e1f063c0-f891-481e-b162-0b825299f031" providerId="ADAL" clId="{3E978C21-B3D0-4285-96BE-5AD851B5E1C0}" dt="2026-07-27T21:19:21.518" v="7127" actId="20577"/>
          <ac:spMkLst>
            <pc:docMk/>
            <pc:sldMk cId="1491919421" sldId="286"/>
            <ac:spMk id="4" creationId="{A36D6E5B-75EA-57F8-1BC1-EB0C6CE1470B}"/>
          </ac:spMkLst>
        </pc:spChg>
        <pc:spChg chg="mod">
          <ac:chgData name="Chad Furl" userId="e1f063c0-f891-481e-b162-0b825299f031" providerId="ADAL" clId="{3E978C21-B3D0-4285-96BE-5AD851B5E1C0}" dt="2026-07-27T21:19:12.560" v="7125" actId="20577"/>
          <ac:spMkLst>
            <pc:docMk/>
            <pc:sldMk cId="1491919421" sldId="286"/>
            <ac:spMk id="5" creationId="{CEEA35C8-89AD-0B9B-524F-F5CE81B955EA}"/>
          </ac:spMkLst>
        </pc:spChg>
      </pc:sldChg>
      <pc:sldChg chg="addSp delSp modSp add mod">
        <pc:chgData name="Chad Furl" userId="e1f063c0-f891-481e-b162-0b825299f031" providerId="ADAL" clId="{3E978C21-B3D0-4285-96BE-5AD851B5E1C0}" dt="2026-07-28T15:16:13.456" v="8231"/>
        <pc:sldMkLst>
          <pc:docMk/>
          <pc:sldMk cId="99494152" sldId="287"/>
        </pc:sldMkLst>
        <pc:spChg chg="mod">
          <ac:chgData name="Chad Furl" userId="e1f063c0-f891-481e-b162-0b825299f031" providerId="ADAL" clId="{3E978C21-B3D0-4285-96BE-5AD851B5E1C0}" dt="2026-07-28T14:49:01.556" v="8019" actId="1076"/>
          <ac:spMkLst>
            <pc:docMk/>
            <pc:sldMk cId="99494152" sldId="287"/>
            <ac:spMk id="3" creationId="{C6F467FC-C4CA-967A-1B38-386BBC4A23AB}"/>
          </ac:spMkLst>
        </pc:spChg>
        <pc:spChg chg="add del">
          <ac:chgData name="Chad Furl" userId="e1f063c0-f891-481e-b162-0b825299f031" providerId="ADAL" clId="{3E978C21-B3D0-4285-96BE-5AD851B5E1C0}" dt="2026-07-28T14:43:17.004" v="7905" actId="478"/>
          <ac:spMkLst>
            <pc:docMk/>
            <pc:sldMk cId="99494152" sldId="287"/>
            <ac:spMk id="20" creationId="{B0C6F086-BA00-07F7-FE48-A20F496BD251}"/>
          </ac:spMkLst>
        </pc:spChg>
        <pc:spChg chg="mod">
          <ac:chgData name="Chad Furl" userId="e1f063c0-f891-481e-b162-0b825299f031" providerId="ADAL" clId="{3E978C21-B3D0-4285-96BE-5AD851B5E1C0}" dt="2026-07-28T14:45:19.764" v="7975" actId="1035"/>
          <ac:spMkLst>
            <pc:docMk/>
            <pc:sldMk cId="99494152" sldId="287"/>
            <ac:spMk id="21" creationId="{1D947F57-9DD6-CE9E-297A-F07C1E34315F}"/>
          </ac:spMkLst>
        </pc:spChg>
        <pc:spChg chg="mod">
          <ac:chgData name="Chad Furl" userId="e1f063c0-f891-481e-b162-0b825299f031" providerId="ADAL" clId="{3E978C21-B3D0-4285-96BE-5AD851B5E1C0}" dt="2026-07-28T14:49:00.077" v="8018" actId="1035"/>
          <ac:spMkLst>
            <pc:docMk/>
            <pc:sldMk cId="99494152" sldId="287"/>
            <ac:spMk id="22" creationId="{3BF84AAF-CB4E-F254-A760-19F27169B002}"/>
          </ac:spMkLst>
        </pc:spChg>
        <pc:spChg chg="mod">
          <ac:chgData name="Chad Furl" userId="e1f063c0-f891-481e-b162-0b825299f031" providerId="ADAL" clId="{3E978C21-B3D0-4285-96BE-5AD851B5E1C0}" dt="2026-07-28T14:40:29.596" v="7852" actId="14100"/>
          <ac:spMkLst>
            <pc:docMk/>
            <pc:sldMk cId="99494152" sldId="287"/>
            <ac:spMk id="23" creationId="{A5D3C15B-DC29-FB20-AC8B-CB1CCF03F4E7}"/>
          </ac:spMkLst>
        </pc:spChg>
        <pc:spChg chg="mod">
          <ac:chgData name="Chad Furl" userId="e1f063c0-f891-481e-b162-0b825299f031" providerId="ADAL" clId="{3E978C21-B3D0-4285-96BE-5AD851B5E1C0}" dt="2026-07-28T14:43:42.041" v="7909" actId="1076"/>
          <ac:spMkLst>
            <pc:docMk/>
            <pc:sldMk cId="99494152" sldId="287"/>
            <ac:spMk id="25" creationId="{A205E92E-E41E-FE69-D2D3-D4E0350175D4}"/>
          </ac:spMkLst>
        </pc:spChg>
        <pc:spChg chg="mod">
          <ac:chgData name="Chad Furl" userId="e1f063c0-f891-481e-b162-0b825299f031" providerId="ADAL" clId="{3E978C21-B3D0-4285-96BE-5AD851B5E1C0}" dt="2026-07-28T14:46:42.798" v="8005" actId="20577"/>
          <ac:spMkLst>
            <pc:docMk/>
            <pc:sldMk cId="99494152" sldId="287"/>
            <ac:spMk id="26" creationId="{D40E5D1D-F29C-6A43-D00E-6E5587A7514C}"/>
          </ac:spMkLst>
        </pc:spChg>
        <pc:spChg chg="mod">
          <ac:chgData name="Chad Furl" userId="e1f063c0-f891-481e-b162-0b825299f031" providerId="ADAL" clId="{3E978C21-B3D0-4285-96BE-5AD851B5E1C0}" dt="2026-07-28T15:16:13.456" v="8231"/>
          <ac:spMkLst>
            <pc:docMk/>
            <pc:sldMk cId="99494152" sldId="287"/>
            <ac:spMk id="32" creationId="{40A4495F-30DD-CD38-FD88-D7C704B6E182}"/>
          </ac:spMkLst>
        </pc:spChg>
        <pc:spChg chg="add mod">
          <ac:chgData name="Chad Furl" userId="e1f063c0-f891-481e-b162-0b825299f031" providerId="ADAL" clId="{3E978C21-B3D0-4285-96BE-5AD851B5E1C0}" dt="2026-07-28T14:37:18.622" v="7788" actId="20577"/>
          <ac:spMkLst>
            <pc:docMk/>
            <pc:sldMk cId="99494152" sldId="287"/>
            <ac:spMk id="37" creationId="{7B572E63-F3BC-1B37-6D8A-97A08A8F0AC3}"/>
          </ac:spMkLst>
        </pc:spChg>
        <pc:spChg chg="add mod">
          <ac:chgData name="Chad Furl" userId="e1f063c0-f891-481e-b162-0b825299f031" providerId="ADAL" clId="{3E978C21-B3D0-4285-96BE-5AD851B5E1C0}" dt="2026-07-28T14:45:03.903" v="7964" actId="1036"/>
          <ac:spMkLst>
            <pc:docMk/>
            <pc:sldMk cId="99494152" sldId="287"/>
            <ac:spMk id="39" creationId="{AA3C8E01-B881-EC52-DBA2-419A3466C8D0}"/>
          </ac:spMkLst>
        </pc:spChg>
        <pc:spChg chg="add mod">
          <ac:chgData name="Chad Furl" userId="e1f063c0-f891-481e-b162-0b825299f031" providerId="ADAL" clId="{3E978C21-B3D0-4285-96BE-5AD851B5E1C0}" dt="2026-07-28T14:45:03.903" v="7964" actId="1036"/>
          <ac:spMkLst>
            <pc:docMk/>
            <pc:sldMk cId="99494152" sldId="287"/>
            <ac:spMk id="41" creationId="{AE93A827-7709-7B87-7FD1-1D56C14977BB}"/>
          </ac:spMkLst>
        </pc:spChg>
        <pc:spChg chg="add mod">
          <ac:chgData name="Chad Furl" userId="e1f063c0-f891-481e-b162-0b825299f031" providerId="ADAL" clId="{3E978C21-B3D0-4285-96BE-5AD851B5E1C0}" dt="2026-07-28T14:44:59.674" v="7955" actId="1036"/>
          <ac:spMkLst>
            <pc:docMk/>
            <pc:sldMk cId="99494152" sldId="287"/>
            <ac:spMk id="43" creationId="{C15843D7-86B1-4917-DF33-5F45C30FBE4D}"/>
          </ac:spMkLst>
        </pc:spChg>
        <pc:spChg chg="add mod">
          <ac:chgData name="Chad Furl" userId="e1f063c0-f891-481e-b162-0b825299f031" providerId="ADAL" clId="{3E978C21-B3D0-4285-96BE-5AD851B5E1C0}" dt="2026-07-28T14:44:59.674" v="7955" actId="1036"/>
          <ac:spMkLst>
            <pc:docMk/>
            <pc:sldMk cId="99494152" sldId="287"/>
            <ac:spMk id="45" creationId="{028344C2-C778-E924-6194-F853DE393DF8}"/>
          </ac:spMkLst>
        </pc:spChg>
        <pc:picChg chg="add mod">
          <ac:chgData name="Chad Furl" userId="e1f063c0-f891-481e-b162-0b825299f031" providerId="ADAL" clId="{3E978C21-B3D0-4285-96BE-5AD851B5E1C0}" dt="2026-07-28T14:19:13.418" v="7725" actId="14100"/>
          <ac:picMkLst>
            <pc:docMk/>
            <pc:sldMk cId="99494152" sldId="287"/>
            <ac:picMk id="35" creationId="{0334D2EA-42B2-9C31-317D-B51C17CEC8E4}"/>
          </ac:picMkLst>
        </pc:picChg>
      </pc:sldChg>
      <pc:sldChg chg="add del setBg">
        <pc:chgData name="Chad Furl" userId="e1f063c0-f891-481e-b162-0b825299f031" providerId="ADAL" clId="{3E978C21-B3D0-4285-96BE-5AD851B5E1C0}" dt="2026-08-25T20:42:44.247" v="8314" actId="47"/>
        <pc:sldMkLst>
          <pc:docMk/>
          <pc:sldMk cId="827474300" sldId="288"/>
        </pc:sldMkLst>
      </pc:sldChg>
      <pc:sldChg chg="addSp delSp modSp add mod">
        <pc:chgData name="Chad Furl" userId="e1f063c0-f891-481e-b162-0b825299f031" providerId="ADAL" clId="{3E978C21-B3D0-4285-96BE-5AD851B5E1C0}" dt="2026-08-25T20:43:21.413" v="8321" actId="14100"/>
        <pc:sldMkLst>
          <pc:docMk/>
          <pc:sldMk cId="3672380108" sldId="289"/>
        </pc:sldMkLst>
        <pc:picChg chg="add mod">
          <ac:chgData name="Chad Furl" userId="e1f063c0-f891-481e-b162-0b825299f031" providerId="ADAL" clId="{3E978C21-B3D0-4285-96BE-5AD851B5E1C0}" dt="2026-08-25T20:43:21.413" v="8321" actId="14100"/>
          <ac:picMkLst>
            <pc:docMk/>
            <pc:sldMk cId="3672380108" sldId="289"/>
            <ac:picMk id="4" creationId="{4AB2CE20-657D-E02E-484D-9C57BA8C163C}"/>
          </ac:picMkLst>
        </pc:picChg>
        <pc:picChg chg="del">
          <ac:chgData name="Chad Furl" userId="e1f063c0-f891-481e-b162-0b825299f031" providerId="ADAL" clId="{3E978C21-B3D0-4285-96BE-5AD851B5E1C0}" dt="2026-08-25T20:43:11.625" v="8319" actId="478"/>
          <ac:picMkLst>
            <pc:docMk/>
            <pc:sldMk cId="3672380108" sldId="289"/>
            <ac:picMk id="5" creationId="{EF6EA99B-0329-2DDA-DE4B-52A60FB16A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72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1CCD-C9DC-5500-CCA8-59E14533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4BA2E-05E8-BA4F-95A2-7114C9467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3DBF0-E1E3-8A31-23FF-BB35A618B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03A9-0131-37CB-1443-0983BD398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482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6C17-F1F2-64DE-1F9A-03355518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65AEB-BA7E-E8E3-8E96-2ADBF4C30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21F8C-AD51-3F1C-94C6-B21403BD8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4A5A5-DC0B-43C4-F94E-66E03BC457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51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6A2A-C058-B61B-69CA-289E2649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520B7-C72B-AD7A-EE25-2D01AFE2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1C26B-83E4-66EA-5C29-A4B3AE43D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6D2E9-011D-56BC-5288-F5C65320FA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666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0B12-60BF-06CC-5547-3777395C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0F293-5E55-3494-B5BF-B18F18AA8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CB597-4FE2-DCCD-9A93-FB6679B27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7CB9-900A-FA55-4402-D26F1AB9C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263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BA16-292A-4811-014E-D2995712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5D6C4-9234-51C1-AFF9-59EDA7729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93845-EE07-1CB4-E57D-F6F8A1C14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33E60-B104-991F-6E61-12BC52900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902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CD3A-98AD-01B2-C44F-B4637BD57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B8542-CC05-B229-0796-A1C852572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EEB5A-3544-926C-0ACD-0D1AB0F79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474D9-6A97-657C-D27B-08D6AB059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008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260B-8C08-639B-1988-C62DEC53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2FB64-3D02-676B-FA81-563E1FDCC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3503D-2E14-86BF-752F-F1B45E2F3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CD78-D260-385F-CBF4-B0CBE8993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10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8CB4C-020C-1D8D-F2ED-E96AB1EE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9347C-66EB-E147-65F2-1E1119026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86D79-D3D9-7380-324B-E4592F9A3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B163D-A1F7-05B5-5788-AB264EDF9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307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667C4-04E3-D4C0-DD5C-81A54BEB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6362E-4144-E755-A0F3-D7F6F341B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ACEC2-08E6-C0AB-1444-32D87F450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1FC9C-31E3-EEB8-C420-8B22451FB6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09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27DF-CB37-554B-D951-9EC01936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3764C-49A2-E7E8-5B8A-BAE569C2C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99F4E-5DE9-A60B-ABBD-F511AC303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97316-1B8C-A4F8-E961-0DAAFC10DF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2853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B542-E448-34BA-93CF-CE8A8484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44359-8C49-EC9A-A764-C97665303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0CA6A-E971-66A0-55A9-F746EBE9C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717C-BDC8-7259-CC4A-4B2080F10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7713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3DFA8-71AF-B100-FD8D-6EC65B6E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5F002-692A-3209-7CF6-2C0A9DDF1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430B9-E97A-E4B6-A8A3-786AB4EA1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3C0E-24A4-6936-0D9C-54BDC7A36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953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CEF8-FFE0-983A-BD42-D05489E4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47E70-85AB-149A-8922-17EC20181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E5484-D0D5-FB12-74DF-82D6BDAA2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E4D8A-9EE2-A32E-EEA4-36F4333F2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148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2938-3C93-AD23-97C5-0856E0FA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6A8CB-311E-BEED-787C-0E4C45C2A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21799-1BC3-558E-BFBA-39608B443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2F4D-F921-DF22-7898-F06DC9179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918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C5B0-F06A-25EA-2951-F1F4B824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5AC41-6F8F-7EB1-1112-0EEE55334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3D437-7FE9-2B8D-3231-4AB26AD7B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33FF1-3525-D7C4-DA28-5E32398D9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756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B0C8-919F-D8C4-D2B3-9540144D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C316D-20DE-736C-E09E-83520AF8A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ADB67-3DF9-8587-17DD-B8B9F1F7E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80E36-2600-FEBA-C923-590255BFC2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986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6C71-7E62-4FA4-6C41-25817FEE9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9452B-5805-EC28-8874-658B517E0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791D1-017E-D79C-0F7E-E8D3E528D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281C-BEF2-B4D6-92A5-00DB358856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6703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C07A-8C8B-2D52-18F1-1283D3D0C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7398A-897C-E706-30EC-A0ACF1EB5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CC01E-CB1F-8A30-C63E-64EA66519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4DABD-F2BC-3E62-C63C-C522AF062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583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E48F4-D9E6-966C-9AFE-7249CD8E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87551-3ACF-B83A-339B-CF178EACD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C94B2-3972-1383-4E63-C528A26F2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4CB80-6C0E-788B-E49A-013AE7E9E9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006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315968"/>
            <a:ext cx="12188952" cy="2240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-594360"/>
            <a:ext cx="4800600" cy="4800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49808" y="658368"/>
            <a:ext cx="960120" cy="0"/>
          </a:xfrm>
          <a:prstGeom prst="line">
            <a:avLst/>
          </a:prstGeom>
          <a:noFill/>
          <a:ln w="508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749808" y="1261872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</a:t>
            </a:r>
            <a:r>
              <a:rPr lang="en-US" sz="43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Protection Programs</a:t>
            </a:r>
            <a:endParaRPr lang="en-US" sz="4300" dirty="0"/>
          </a:p>
        </p:txBody>
      </p:sp>
      <p:sp>
        <p:nvSpPr>
          <p:cNvPr id="8" name="Text 4"/>
          <p:cNvSpPr txBox="1"/>
          <p:nvPr/>
        </p:nvSpPr>
        <p:spPr>
          <a:xfrm>
            <a:off x="512064" y="580034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 SCIENCE COMMITTEE MEETING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12064" y="61661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 16, 2026·  Star Park San Marcos, Tx  ·  Chad Furl PhD PE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71923-097F-7B27-3726-F9C7D419B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6F467FC-C4CA-967A-1B38-386BBC4A23AB}"/>
              </a:ext>
            </a:extLst>
          </p:cNvPr>
          <p:cNvSpPr txBox="1"/>
          <p:nvPr/>
        </p:nvSpPr>
        <p:spPr>
          <a:xfrm>
            <a:off x="685800" y="736629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</a:t>
            </a:r>
            <a:r>
              <a:rPr lang="en-US" sz="3000" b="1" dirty="0" err="1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Programs</a:t>
            </a:r>
            <a:endParaRPr lang="en-US" sz="30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0C6F086-BA00-07F7-FE48-A20F496BD251}"/>
              </a:ext>
            </a:extLst>
          </p:cNvPr>
          <p:cNvSpPr/>
          <p:nvPr/>
        </p:nvSpPr>
        <p:spPr>
          <a:xfrm>
            <a:off x="8558784" y="1719072"/>
            <a:ext cx="2944368" cy="4343400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D947F57-9DD6-CE9E-297A-F07C1E34315F}"/>
              </a:ext>
            </a:extLst>
          </p:cNvPr>
          <p:cNvSpPr txBox="1"/>
          <p:nvPr/>
        </p:nvSpPr>
        <p:spPr>
          <a:xfrm>
            <a:off x="8869680" y="200361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SPRINGFLOW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BF84AAF-CB4E-F254-A760-19F27169B002}"/>
              </a:ext>
            </a:extLst>
          </p:cNvPr>
          <p:cNvSpPr txBox="1"/>
          <p:nvPr/>
        </p:nvSpPr>
        <p:spPr>
          <a:xfrm>
            <a:off x="8869680" y="223435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 Conditions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5D3C15B-DC29-FB20-AC8B-CB1CCF03F4E7}"/>
              </a:ext>
            </a:extLst>
          </p:cNvPr>
          <p:cNvSpPr txBox="1"/>
          <p:nvPr/>
        </p:nvSpPr>
        <p:spPr>
          <a:xfrm>
            <a:off x="8869680" y="299008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Comal Springs – 83.6 </a:t>
            </a:r>
            <a:r>
              <a:rPr lang="en-US" sz="13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cfs</a:t>
            </a:r>
            <a:endParaRPr lang="en-US" sz="1300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lvl="0">
              <a:defRPr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Marcos Springs – 89.4</a:t>
            </a:r>
          </a:p>
          <a:p>
            <a:pPr lvl="0">
              <a:defRPr/>
            </a:pP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205E92E-E41E-FE69-D2D3-D4E0350175D4}"/>
              </a:ext>
            </a:extLst>
          </p:cNvPr>
          <p:cNvSpPr txBox="1"/>
          <p:nvPr/>
        </p:nvSpPr>
        <p:spPr>
          <a:xfrm>
            <a:off x="8869680" y="5212527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b="1" dirty="0">
                <a:solidFill>
                  <a:srgbClr val="6DB6C4"/>
                </a:solidFill>
                <a:latin typeface="Aptos" pitchFamily="34" charset="0"/>
              </a:rPr>
              <a:t>SPRINGFLOW RECORD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40E5D1D-F29C-6A43-D00E-6E5587A7514C}"/>
              </a:ext>
            </a:extLst>
          </p:cNvPr>
          <p:cNvSpPr txBox="1"/>
          <p:nvPr/>
        </p:nvSpPr>
        <p:spPr>
          <a:xfrm>
            <a:off x="8869680" y="5378014"/>
            <a:ext cx="2148840" cy="45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Comal – USGS 08168710</a:t>
            </a:r>
          </a:p>
          <a:p>
            <a:pPr lvl="0">
              <a:defRPr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Marcos – USGS 08170000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A3A6904-2C16-1C56-5057-1CD8EBFEB9CD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0A4495F-30DD-CD38-FD88-D7C704B6E182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lang="en-US" sz="8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31C2959-DD0C-A922-CEDD-CC4A3A1B6000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334D2EA-42B2-9C31-317D-B51C17CEC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39" y="1719072"/>
            <a:ext cx="7742247" cy="4343400"/>
          </a:xfrm>
          <a:prstGeom prst="rect">
            <a:avLst/>
          </a:prstGeom>
        </p:spPr>
      </p:pic>
      <p:sp>
        <p:nvSpPr>
          <p:cNvPr id="37" name="Text 18">
            <a:extLst>
              <a:ext uri="{FF2B5EF4-FFF2-40B4-BE49-F238E27FC236}">
                <a16:creationId xmlns:a16="http://schemas.microsoft.com/office/drawing/2014/main" id="{7B572E63-F3BC-1B37-6D8A-97A08A8F0AC3}"/>
              </a:ext>
            </a:extLst>
          </p:cNvPr>
          <p:cNvSpPr txBox="1"/>
          <p:nvPr/>
        </p:nvSpPr>
        <p:spPr>
          <a:xfrm>
            <a:off x="8869680" y="281169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ANNUAL AVERAGE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AA3C8E01-B881-EC52-DBA2-419A3466C8D0}"/>
              </a:ext>
            </a:extLst>
          </p:cNvPr>
          <p:cNvSpPr txBox="1"/>
          <p:nvPr/>
        </p:nvSpPr>
        <p:spPr>
          <a:xfrm>
            <a:off x="8869680" y="3591981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b="1" dirty="0">
                <a:solidFill>
                  <a:srgbClr val="6DB6C4"/>
                </a:solidFill>
                <a:latin typeface="Aptos" pitchFamily="34" charset="0"/>
              </a:rPr>
              <a:t>DAILY MINIMUMS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AE93A827-7709-7B87-7FD1-1D56C14977BB}"/>
              </a:ext>
            </a:extLst>
          </p:cNvPr>
          <p:cNvSpPr txBox="1"/>
          <p:nvPr/>
        </p:nvSpPr>
        <p:spPr>
          <a:xfrm>
            <a:off x="8869680" y="3774503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Comal Springs – 48 </a:t>
            </a:r>
            <a:r>
              <a:rPr lang="en-US" sz="13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cfs</a:t>
            </a:r>
            <a:endParaRPr lang="en-US" sz="1300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lvl="0">
              <a:defRPr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Marcos Springs – 77 </a:t>
            </a:r>
            <a:r>
              <a:rPr lang="en-US" sz="13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cfs</a:t>
            </a:r>
            <a:endParaRPr lang="en-US" sz="1300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lvl="0">
              <a:defRPr/>
            </a:pP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C15843D7-86B1-4917-DF33-5F45C30FBE4D}"/>
              </a:ext>
            </a:extLst>
          </p:cNvPr>
          <p:cNvSpPr txBox="1"/>
          <p:nvPr/>
        </p:nvSpPr>
        <p:spPr>
          <a:xfrm>
            <a:off x="8869680" y="4393429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b="1" dirty="0">
                <a:solidFill>
                  <a:srgbClr val="6DB6C4"/>
                </a:solidFill>
                <a:latin typeface="Aptos" pitchFamily="34" charset="0"/>
              </a:rPr>
              <a:t>LONGTERM AVERAGE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028344C2-C778-E924-6194-F853DE393DF8}"/>
              </a:ext>
            </a:extLst>
          </p:cNvPr>
          <p:cNvSpPr txBox="1"/>
          <p:nvPr/>
        </p:nvSpPr>
        <p:spPr>
          <a:xfrm>
            <a:off x="8869680" y="4575951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Comal Springs – 280 </a:t>
            </a:r>
            <a:r>
              <a:rPr lang="en-US" sz="13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cfs</a:t>
            </a:r>
            <a:endParaRPr lang="en-US" sz="1300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lvl="0">
              <a:defRPr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Marcos Springs – 170 </a:t>
            </a:r>
            <a:r>
              <a:rPr lang="en-US" sz="13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cfs</a:t>
            </a:r>
            <a:endParaRPr lang="en-US" sz="1300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lvl="0">
              <a:defRPr/>
            </a:pPr>
            <a:endParaRPr lang="en-US" sz="13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9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24732-5774-9E8F-58D8-3F7984DD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C8FA14E-E158-7628-9AD7-BF264B4F7621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</a:t>
            </a:r>
            <a:r>
              <a:rPr lang="en-US" sz="3000" b="1" dirty="0" err="1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Programs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CC7BD2-5288-B193-4D4A-FAC91F9FDFDD}"/>
              </a:ext>
            </a:extLst>
          </p:cNvPr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Edwards Aquifer Authority Permitting and Critical Period Management combined with EAHCP specific </a:t>
            </a:r>
            <a:r>
              <a:rPr lang="en-US" sz="1450" dirty="0" err="1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</a:t>
            </a: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protection actions.</a:t>
            </a:r>
            <a:endParaRPr lang="en-US" sz="14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6291EC-612A-ABC1-1DBF-AFD660B75A12}"/>
              </a:ext>
            </a:extLst>
          </p:cNvPr>
          <p:cNvSpPr/>
          <p:nvPr/>
        </p:nvSpPr>
        <p:spPr>
          <a:xfrm>
            <a:off x="2228267" y="1929742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55C3BC-47A0-7237-9AB0-2B6D9C1CF524}"/>
              </a:ext>
            </a:extLst>
          </p:cNvPr>
          <p:cNvSpPr txBox="1"/>
          <p:nvPr/>
        </p:nvSpPr>
        <p:spPr>
          <a:xfrm>
            <a:off x="2502587" y="224063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EAA</a:t>
            </a:r>
            <a:endParaRPr lang="en-US" sz="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A28A72-A177-8F1F-589F-85D1C92B33EA}"/>
              </a:ext>
            </a:extLst>
          </p:cNvPr>
          <p:cNvSpPr txBox="1"/>
          <p:nvPr/>
        </p:nvSpPr>
        <p:spPr>
          <a:xfrm>
            <a:off x="2502587" y="259725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EAA Permitting + CPM</a:t>
            </a:r>
            <a:endParaRPr lang="en-US" sz="2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49E8AE-11E8-A50D-7397-A93E4F95376A}"/>
              </a:ext>
            </a:extLst>
          </p:cNvPr>
          <p:cNvSpPr/>
          <p:nvPr/>
        </p:nvSpPr>
        <p:spPr>
          <a:xfrm>
            <a:off x="2502587" y="3502510"/>
            <a:ext cx="2670048" cy="181929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 through the EAA Act.</a:t>
            </a:r>
          </a:p>
          <a:p>
            <a:pPr>
              <a:buSzPct val="100000"/>
            </a:pP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Pumping limitations established through the issuance of groundwater withdrawal permits.</a:t>
            </a:r>
          </a:p>
          <a:p>
            <a:pPr marL="177800" indent="-177800">
              <a:buSzPct val="100000"/>
              <a:buChar char="•"/>
            </a:pP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Curtailment of groundwater withdrawal established through hydrological indices.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955B4BD-F36A-AA56-AE21-9878CD0534D1}"/>
              </a:ext>
            </a:extLst>
          </p:cNvPr>
          <p:cNvSpPr/>
          <p:nvPr/>
        </p:nvSpPr>
        <p:spPr>
          <a:xfrm>
            <a:off x="5913299" y="1929742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DDECEF"/>
          </a:solidFill>
          <a:ln w="2032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844996-8214-4F03-8F86-A4F01B5A4C8A}"/>
              </a:ext>
            </a:extLst>
          </p:cNvPr>
          <p:cNvSpPr txBox="1"/>
          <p:nvPr/>
        </p:nvSpPr>
        <p:spPr>
          <a:xfrm>
            <a:off x="6187619" y="224063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</a:t>
            </a:r>
            <a:endParaRPr lang="en-US" sz="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7C6B04-D659-EEBC-4FB4-C63785EAB317}"/>
              </a:ext>
            </a:extLst>
          </p:cNvPr>
          <p:cNvSpPr txBox="1"/>
          <p:nvPr/>
        </p:nvSpPr>
        <p:spPr>
          <a:xfrm>
            <a:off x="6187619" y="259725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lang="en-US" sz="2100" b="1" dirty="0" err="1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</a:t>
            </a:r>
            <a:endParaRPr lang="en-US" sz="2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D3B548A-6EEB-C68C-1E92-20059FC56F1F}"/>
              </a:ext>
            </a:extLst>
          </p:cNvPr>
          <p:cNvSpPr/>
          <p:nvPr/>
        </p:nvSpPr>
        <p:spPr>
          <a:xfrm>
            <a:off x="6187619" y="3502510"/>
            <a:ext cx="2670048" cy="192902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 by the acceptance of the HCP and issuance of ITP.</a:t>
            </a:r>
          </a:p>
          <a:p>
            <a:pPr>
              <a:buSzPct val="100000"/>
            </a:pP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multiple activities to reduce groundwater pumping.</a:t>
            </a:r>
          </a:p>
          <a:p>
            <a:pPr>
              <a:buSzPct val="100000"/>
            </a:pP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Curtailment of groundwater withdrawal established through hydrological indices.</a:t>
            </a:r>
            <a:endParaRPr lang="en-US" sz="13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602A2CD-7858-9BF2-2C12-D7192E8DC591}"/>
              </a:ext>
            </a:extLst>
          </p:cNvPr>
          <p:cNvSpPr/>
          <p:nvPr/>
        </p:nvSpPr>
        <p:spPr>
          <a:xfrm>
            <a:off x="713232" y="5751576"/>
            <a:ext cx="10652760" cy="329184"/>
          </a:xfrm>
          <a:prstGeom prst="roundRect">
            <a:avLst>
              <a:gd name="adj" fmla="val 1111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7AF6F14-7316-A8BB-6399-90E4B5D00F59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B26B23A-060A-030C-FC78-C510E723E23C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lang="en-US" sz="8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794CF73-CA11-A07D-64C6-ABA8043E2E14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30387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7F8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B07D2-5A0F-05DC-51D4-EE32E5EAC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5D5C43C-10DB-46FA-BF59-74700550F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108960"/>
            <a:ext cx="12188952" cy="347472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BDF818C-9681-5DF2-CF80-93EBB36D5D57}"/>
              </a:ext>
            </a:extLst>
          </p:cNvPr>
          <p:cNvPicPr>
            <a:picLocks noChangeAspect="1"/>
          </p:cNvPicPr>
          <p:nvPr/>
        </p:nvPicPr>
        <p:blipFill>
          <a:blip>
            <a:alphaModFix amt="2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0" y="-1097280"/>
            <a:ext cx="5852160" cy="585216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5C56662-F077-8B9A-197D-6F6A3515B9E0}"/>
              </a:ext>
            </a:extLst>
          </p:cNvPr>
          <p:cNvSpPr txBox="1"/>
          <p:nvPr/>
        </p:nvSpPr>
        <p:spPr>
          <a:xfrm>
            <a:off x="749808" y="640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DE4E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0F7326-C190-8AD8-88E8-9E6173EFC01E}"/>
              </a:ext>
            </a:extLst>
          </p:cNvPr>
          <p:cNvSpPr txBox="1"/>
          <p:nvPr/>
        </p:nvSpPr>
        <p:spPr>
          <a:xfrm>
            <a:off x="749808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Authority Permitting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E887B8D1-7B2C-C350-61A5-1462AFC36910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5D7E8D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788328E-C3A6-C0D2-72E4-5090C39FD38F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F508CE6-66F6-74FD-3A71-AE63DB6BD754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841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5DDD4-B179-A340-0EE2-D7327B24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F819CD2-9BB6-D646-66DD-B6EA04C2D723}"/>
              </a:ext>
            </a:extLst>
          </p:cNvPr>
          <p:cNvSpPr txBox="1"/>
          <p:nvPr/>
        </p:nvSpPr>
        <p:spPr>
          <a:xfrm>
            <a:off x="594360" y="694944"/>
            <a:ext cx="10643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</a:rPr>
              <a:t>Edwards Aquifer Groundwater Withdrawal Permits</a:t>
            </a:r>
            <a:endParaRPr lang="en-US" sz="3000" dirty="0">
              <a:solidFill>
                <a:prstClr val="black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0D5D4B-E2F9-1ECD-E3AF-AC252C1D630D}"/>
              </a:ext>
            </a:extLst>
          </p:cNvPr>
          <p:cNvSpPr txBox="1"/>
          <p:nvPr/>
        </p:nvSpPr>
        <p:spPr>
          <a:xfrm>
            <a:off x="594360" y="165388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PERMITTING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9C6635-2A14-8963-AFFF-328B1D5BBFA4}"/>
              </a:ext>
            </a:extLst>
          </p:cNvPr>
          <p:cNvSpPr txBox="1"/>
          <p:nvPr/>
        </p:nvSpPr>
        <p:spPr>
          <a:xfrm>
            <a:off x="621792" y="2111133"/>
            <a:ext cx="29557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</a:rPr>
              <a:t>Applications for Initial Regular Permits and Declaration of Historical Use (1973-1993) were completed by Dec1996.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32A11E5-D228-6C97-8936-9F8311A1AC9B}"/>
              </a:ext>
            </a:extLst>
          </p:cNvPr>
          <p:cNvSpPr/>
          <p:nvPr/>
        </p:nvSpPr>
        <p:spPr>
          <a:xfrm>
            <a:off x="3977640" y="5650992"/>
            <a:ext cx="7498080" cy="493776"/>
          </a:xfrm>
          <a:prstGeom prst="roundRect">
            <a:avLst>
              <a:gd name="adj" fmla="val 7407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72DB391-70C9-17EF-DA3E-08A422B24C65}"/>
              </a:ext>
            </a:extLst>
          </p:cNvPr>
          <p:cNvSpPr txBox="1"/>
          <p:nvPr/>
        </p:nvSpPr>
        <p:spPr>
          <a:xfrm>
            <a:off x="4043861" y="5672107"/>
            <a:ext cx="736563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Permitted EA groundwater by County and Use type. 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Permits issued in Atascosa and Guadalupe counties not shown.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C12CEE5-65A5-0B38-6192-EDD6D2DD7080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283A4B-A290-4C17-60BD-A3769F1CB2F6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 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CAB1851-C04C-C544-8F4C-A9041F4D78C5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</a:rPr>
              <a:t>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F2D73782-F603-198B-3F98-C72AEDB9509E}"/>
              </a:ext>
            </a:extLst>
          </p:cNvPr>
          <p:cNvSpPr txBox="1"/>
          <p:nvPr/>
        </p:nvSpPr>
        <p:spPr>
          <a:xfrm>
            <a:off x="633198" y="4522616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 2007, SB3 sets the region’s pumping cap at 572,000 acre-feet per year in acknowledgement of historical use.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89F027D-7C01-A9B8-824A-A881F2404D5C}"/>
              </a:ext>
            </a:extLst>
          </p:cNvPr>
          <p:cNvSpPr txBox="1"/>
          <p:nvPr/>
        </p:nvSpPr>
        <p:spPr>
          <a:xfrm>
            <a:off x="621792" y="3637303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permit issued in 2001 for irrigation use;  881 permits in total approved from 2001-2006.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BAEF6C0-B635-FC57-B442-910BFAC824FF}"/>
              </a:ext>
            </a:extLst>
          </p:cNvPr>
          <p:cNvSpPr txBox="1"/>
          <p:nvPr/>
        </p:nvSpPr>
        <p:spPr>
          <a:xfrm>
            <a:off x="633198" y="5341132"/>
            <a:ext cx="29329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Water can only be attained by leasing or purchasing from a permit holder who has water rights.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AB44F956-6C05-EF62-9C88-412E252C6391}"/>
              </a:ext>
            </a:extLst>
          </p:cNvPr>
          <p:cNvSpPr txBox="1"/>
          <p:nvPr/>
        </p:nvSpPr>
        <p:spPr>
          <a:xfrm>
            <a:off x="621792" y="2945807"/>
            <a:ext cx="2944368" cy="42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GW classified as Municipal, Industrial, Irrigation (Base and Unrestricted)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5300E01-13A8-793D-7AF1-35FBC63A3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432803"/>
            <a:ext cx="7498079" cy="395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2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51CDA-074F-6F7A-24E2-E543D361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A78883-3B80-7862-D650-AFABAF57AFC2}"/>
              </a:ext>
            </a:extLst>
          </p:cNvPr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851CCF-24C9-8636-3BF7-02DB8B7969AA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</a:rPr>
              <a:t>Edwards Aquifer Groundwater Withdrawal Permits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3CA8CED-C01C-23EA-EEC1-1A27598C6164}"/>
              </a:ext>
            </a:extLst>
          </p:cNvPr>
          <p:cNvSpPr/>
          <p:nvPr/>
        </p:nvSpPr>
        <p:spPr>
          <a:xfrm>
            <a:off x="8558784" y="1719072"/>
            <a:ext cx="2944368" cy="4343400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EE764F9-5DAF-B856-6A1D-306AAA444946}"/>
              </a:ext>
            </a:extLst>
          </p:cNvPr>
          <p:cNvSpPr txBox="1"/>
          <p:nvPr/>
        </p:nvSpPr>
        <p:spPr>
          <a:xfrm>
            <a:off x="886968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PERMITTING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A45BF16-3FDC-7774-A28E-D005E627C1DB}"/>
              </a:ext>
            </a:extLst>
          </p:cNvPr>
          <p:cNvSpPr txBox="1"/>
          <p:nvPr/>
        </p:nvSpPr>
        <p:spPr>
          <a:xfrm>
            <a:off x="8869679" y="2395728"/>
            <a:ext cx="24168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</a:rPr>
              <a:t>Permitted Pumping Cap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95A4FE6-CCC6-4410-05B9-CA0C43808A6B}"/>
              </a:ext>
            </a:extLst>
          </p:cNvPr>
          <p:cNvSpPr txBox="1"/>
          <p:nvPr/>
        </p:nvSpPr>
        <p:spPr>
          <a:xfrm>
            <a:off x="8869680" y="284378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572,000 acre-feet per year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DDE8EA"/>
              </a:solidFill>
              <a:latin typeface="Aptos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Prior to any curtailments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434C552-C031-B8DA-65B9-B4D08F3BD909}"/>
              </a:ext>
            </a:extLst>
          </p:cNvPr>
          <p:cNvSpPr/>
          <p:nvPr/>
        </p:nvSpPr>
        <p:spPr>
          <a:xfrm>
            <a:off x="8869680" y="3700989"/>
            <a:ext cx="2011680" cy="0"/>
          </a:xfrm>
          <a:prstGeom prst="line">
            <a:avLst/>
          </a:prstGeom>
          <a:noFill/>
          <a:ln w="12700">
            <a:solidFill>
              <a:srgbClr val="547C8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1E7F10B-95E5-DE23-375F-EB79937F3945}"/>
              </a:ext>
            </a:extLst>
          </p:cNvPr>
          <p:cNvSpPr txBox="1"/>
          <p:nvPr/>
        </p:nvSpPr>
        <p:spPr>
          <a:xfrm>
            <a:off x="8869680" y="3930217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EXEMPT PUMPING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F9BC6A5-8A3E-929E-518B-0D8D2F3F1C89}"/>
              </a:ext>
            </a:extLst>
          </p:cNvPr>
          <p:cNvSpPr txBox="1"/>
          <p:nvPr/>
        </p:nvSpPr>
        <p:spPr>
          <a:xfrm>
            <a:off x="8869680" y="4271233"/>
            <a:ext cx="2148840" cy="16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Domestic and Livestock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Federal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Limited Production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</a:rPr>
              <a:t>~ 21,000 acre-feet in 2024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3EFEE4B-88AD-773A-3C40-A58443471730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448270C-7748-1EE7-E708-0B769D5D4CD5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097E7CE-EEC1-A3F9-D35A-8A93D7323D30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5F447E1-5DB9-068B-136E-DA417FA56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19" b="13648"/>
          <a:stretch>
            <a:fillRect/>
          </a:stretch>
        </p:blipFill>
        <p:spPr>
          <a:xfrm>
            <a:off x="210423" y="1197868"/>
            <a:ext cx="6989023" cy="277977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6DCDAB4-4A6E-E6A7-B9F9-F133058F40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98" t="7167" b="10355"/>
          <a:stretch>
            <a:fillRect/>
          </a:stretch>
        </p:blipFill>
        <p:spPr>
          <a:xfrm>
            <a:off x="309931" y="3611882"/>
            <a:ext cx="5804000" cy="266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02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7F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108960"/>
            <a:ext cx="12188952" cy="34747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2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49808" y="640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DE4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749808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Authority Critical Period Management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5D7E8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B5AF0-C994-1F6D-81C1-217CE7EC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186F761-C2F0-D007-91BA-01F8C023EFCC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Critical Period Management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4130F2-995A-7C3C-83E7-62FA922FB5C3}"/>
              </a:ext>
            </a:extLst>
          </p:cNvPr>
          <p:cNvSpPr/>
          <p:nvPr/>
        </p:nvSpPr>
        <p:spPr>
          <a:xfrm>
            <a:off x="4459224" y="1323211"/>
            <a:ext cx="3273552" cy="4348897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DA43EB-CFED-432C-E655-CAEB54CF1F39}"/>
              </a:ext>
            </a:extLst>
          </p:cNvPr>
          <p:cNvSpPr/>
          <p:nvPr/>
        </p:nvSpPr>
        <p:spPr>
          <a:xfrm>
            <a:off x="8092440" y="1323211"/>
            <a:ext cx="3273552" cy="4348897"/>
          </a:xfrm>
          <a:prstGeom prst="roundRect">
            <a:avLst>
              <a:gd name="adj" fmla="val 2235"/>
            </a:avLst>
          </a:prstGeom>
          <a:solidFill>
            <a:srgbClr val="DDECEF"/>
          </a:solidFill>
          <a:ln w="20320">
            <a:solidFill>
              <a:srgbClr val="6DB6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13824B9-0345-CEDA-8A54-CB83873F145E}"/>
              </a:ext>
            </a:extLst>
          </p:cNvPr>
          <p:cNvSpPr/>
          <p:nvPr/>
        </p:nvSpPr>
        <p:spPr>
          <a:xfrm>
            <a:off x="713232" y="5751576"/>
            <a:ext cx="10652760" cy="329184"/>
          </a:xfrm>
          <a:prstGeom prst="roundRect">
            <a:avLst>
              <a:gd name="adj" fmla="val 1111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CAAAFC3-2628-D08F-AF55-D409DCFD8AFE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2EA40AF-D20B-2CBC-C500-82F893F8D287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8926E41-6FE6-C671-C414-A67287BAFCA1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72E07DB-4C03-535F-0AF5-E0DD885392DD}"/>
              </a:ext>
            </a:extLst>
          </p:cNvPr>
          <p:cNvSpPr txBox="1"/>
          <p:nvPr/>
        </p:nvSpPr>
        <p:spPr>
          <a:xfrm>
            <a:off x="713232" y="152422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Critical Period Management stages are applied separately for the Uvalde Pool (Uvalde County) and San Antonio Pool (all other counties)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AFB1B04-493C-4980-2FF1-D5FD90141DF3}"/>
              </a:ext>
            </a:extLst>
          </p:cNvPr>
          <p:cNvSpPr txBox="1"/>
          <p:nvPr/>
        </p:nvSpPr>
        <p:spPr>
          <a:xfrm>
            <a:off x="713232" y="3984308"/>
            <a:ext cx="31684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Pumping reductions are prorated by the number of days each critical-period stage is in effect.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545D50F-098D-5A32-3825-9B2B54DA5DD1}"/>
              </a:ext>
            </a:extLst>
          </p:cNvPr>
          <p:cNvSpPr txBox="1"/>
          <p:nvPr/>
        </p:nvSpPr>
        <p:spPr>
          <a:xfrm>
            <a:off x="713232" y="2661329"/>
            <a:ext cx="3096768" cy="103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 plan is divided into 5 stages of escalating  reduced pumping requirements, each triggered by declining aquifer levels or </a:t>
            </a:r>
            <a:r>
              <a:rPr lang="en-US" sz="1350" dirty="0" err="1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</a:t>
            </a:r>
            <a:r>
              <a:rPr lang="en-US" sz="13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discharge rates calculated as 10-day averages.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03437B1F-CF85-1078-BD48-E0FD09B60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666"/>
          <a:stretch>
            <a:fillRect/>
          </a:stretch>
        </p:blipFill>
        <p:spPr>
          <a:xfrm>
            <a:off x="4555325" y="1354328"/>
            <a:ext cx="3115465" cy="4285129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6296BAB-28E0-5D7E-8CD2-F6868BCA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5733"/>
          <a:stretch>
            <a:fillRect/>
          </a:stretch>
        </p:blipFill>
        <p:spPr>
          <a:xfrm>
            <a:off x="8187465" y="1356715"/>
            <a:ext cx="3022899" cy="419939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127B17B5-01D0-578A-9C83-3215E568A4EC}"/>
              </a:ext>
            </a:extLst>
          </p:cNvPr>
          <p:cNvSpPr txBox="1"/>
          <p:nvPr/>
        </p:nvSpPr>
        <p:spPr>
          <a:xfrm>
            <a:off x="5273040" y="5837543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SAN ANTONIO POOL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57935C-87EC-8F73-7B81-AD7CDEB5DADD}"/>
              </a:ext>
            </a:extLst>
          </p:cNvPr>
          <p:cNvSpPr txBox="1"/>
          <p:nvPr/>
        </p:nvSpPr>
        <p:spPr>
          <a:xfrm>
            <a:off x="9291828" y="583794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UVALDE POOL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E5C4F1B-1CFD-3079-E8AB-F3248A69D66E}"/>
              </a:ext>
            </a:extLst>
          </p:cNvPr>
          <p:cNvSpPr txBox="1"/>
          <p:nvPr/>
        </p:nvSpPr>
        <p:spPr>
          <a:xfrm>
            <a:off x="713232" y="4916025"/>
            <a:ext cx="31684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</a:rPr>
              <a:t>Stages 1-4 have been in effect since 1998 and Stage 5 in effect 2013.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559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64DBD-9A57-8B4D-9C82-A783FCE2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08563-9D8D-D889-6009-45A5C98334B4}"/>
              </a:ext>
            </a:extLst>
          </p:cNvPr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MAP + EVIDENCE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7FB3E-9C9C-B72E-24F0-0E1E15EDD22C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OF J-17, 27, SAN MARCOS, AND COMAL SPRINGS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9F3502-49B8-5A59-BF39-3D18A15DB932}"/>
              </a:ext>
            </a:extLst>
          </p:cNvPr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Use this layout for wells, service areas, springs, reaches, refugia, or implementation geography.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12C323F-CCE0-41AA-9E24-D39B92C97670}"/>
              </a:ext>
            </a:extLst>
          </p:cNvPr>
          <p:cNvSpPr/>
          <p:nvPr/>
        </p:nvSpPr>
        <p:spPr>
          <a:xfrm>
            <a:off x="685800" y="1673352"/>
            <a:ext cx="7516368" cy="4462272"/>
          </a:xfrm>
          <a:prstGeom prst="roundRect">
            <a:avLst>
              <a:gd name="adj" fmla="val 1639"/>
            </a:avLst>
          </a:prstGeom>
          <a:solidFill>
            <a:srgbClr val="E8ECEA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4903EE0-CB45-8682-6B60-F880AAC3E5F6}"/>
              </a:ext>
            </a:extLst>
          </p:cNvPr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1938528"/>
            <a:ext cx="6931152" cy="3813048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7F7B9371-3929-2C7F-6448-3199B97DA635}"/>
              </a:ext>
            </a:extLst>
          </p:cNvPr>
          <p:cNvSpPr/>
          <p:nvPr/>
        </p:nvSpPr>
        <p:spPr>
          <a:xfrm rot="480000">
            <a:off x="1965960" y="2779776"/>
            <a:ext cx="4434840" cy="1965960"/>
          </a:xfrm>
          <a:prstGeom prst="arc">
            <a:avLst/>
          </a:prstGeom>
          <a:solidFill>
            <a:srgbClr val="E8ECEA">
              <a:alpha val="0"/>
            </a:srgbClr>
          </a:solidFill>
          <a:ln w="63500">
            <a:solidFill>
              <a:srgbClr val="2D7F8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CEAE174-FD9C-8A64-8A7C-5BB83C067EC4}"/>
              </a:ext>
            </a:extLst>
          </p:cNvPr>
          <p:cNvSpPr/>
          <p:nvPr/>
        </p:nvSpPr>
        <p:spPr>
          <a:xfrm>
            <a:off x="2880360" y="2971800"/>
            <a:ext cx="182880" cy="182880"/>
          </a:xfrm>
          <a:prstGeom prst="ellipse">
            <a:avLst/>
          </a:prstGeom>
          <a:solidFill>
            <a:srgbClr val="0B3C5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2DF7E17-BF3F-F12C-97F8-8B14AA3269DB}"/>
              </a:ext>
            </a:extLst>
          </p:cNvPr>
          <p:cNvSpPr/>
          <p:nvPr/>
        </p:nvSpPr>
        <p:spPr>
          <a:xfrm>
            <a:off x="4773168" y="3694176"/>
            <a:ext cx="182880" cy="182880"/>
          </a:xfrm>
          <a:prstGeom prst="ellipse">
            <a:avLst/>
          </a:prstGeom>
          <a:solidFill>
            <a:srgbClr val="C65D4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A46B17A-87FC-AB57-77AA-88021B631235}"/>
              </a:ext>
            </a:extLst>
          </p:cNvPr>
          <p:cNvSpPr/>
          <p:nvPr/>
        </p:nvSpPr>
        <p:spPr>
          <a:xfrm>
            <a:off x="6199632" y="3081528"/>
            <a:ext cx="182880" cy="182880"/>
          </a:xfrm>
          <a:prstGeom prst="ellipse">
            <a:avLst/>
          </a:prstGeom>
          <a:solidFill>
            <a:srgbClr val="0B3C5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18B0506-07F3-1F4E-8989-23DE23F321AF}"/>
              </a:ext>
            </a:extLst>
          </p:cNvPr>
          <p:cNvSpPr/>
          <p:nvPr/>
        </p:nvSpPr>
        <p:spPr>
          <a:xfrm>
            <a:off x="987552" y="5632704"/>
            <a:ext cx="1399032" cy="283464"/>
          </a:xfrm>
          <a:prstGeom prst="roundRect">
            <a:avLst>
              <a:gd name="adj" fmla="val 25806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AA3BD78-004E-6B71-026E-946283DC4AEA}"/>
              </a:ext>
            </a:extLst>
          </p:cNvPr>
          <p:cNvSpPr txBox="1"/>
          <p:nvPr/>
        </p:nvSpPr>
        <p:spPr>
          <a:xfrm>
            <a:off x="1078992" y="5641848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MAP / GIS FIGURE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144EF7C-9301-60D6-D395-38FF3AB24398}"/>
              </a:ext>
            </a:extLst>
          </p:cNvPr>
          <p:cNvSpPr txBox="1"/>
          <p:nvPr/>
        </p:nvSpPr>
        <p:spPr>
          <a:xfrm>
            <a:off x="2532888" y="563270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Replace this placeholder with an exported map. Preserve generous margins and keep legends compact.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A7C8F12-BACF-FFF5-497B-975310C0E840}"/>
              </a:ext>
            </a:extLst>
          </p:cNvPr>
          <p:cNvSpPr txBox="1"/>
          <p:nvPr/>
        </p:nvSpPr>
        <p:spPr>
          <a:xfrm>
            <a:off x="8549640" y="1847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 THE MAP SHOWS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8E795E3-C080-0630-AE63-6B9AD8CC5963}"/>
              </a:ext>
            </a:extLst>
          </p:cNvPr>
          <p:cNvSpPr txBox="1"/>
          <p:nvPr/>
        </p:nvSpPr>
        <p:spPr>
          <a:xfrm>
            <a:off x="854964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C9F7227-2910-4651-EDCF-7A94D0C72B38}"/>
              </a:ext>
            </a:extLst>
          </p:cNvPr>
          <p:cNvSpPr txBox="1"/>
          <p:nvPr/>
        </p:nvSpPr>
        <p:spPr>
          <a:xfrm>
            <a:off x="9052560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Location-specific finding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1FB56B3-5465-997F-97E3-78B641F80FD2}"/>
              </a:ext>
            </a:extLst>
          </p:cNvPr>
          <p:cNvSpPr txBox="1"/>
          <p:nvPr/>
        </p:nvSpPr>
        <p:spPr>
          <a:xfrm>
            <a:off x="9052560" y="258775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One sentence interpreting the first feature or spatial pattern.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CD5B4CB-10FA-A13B-5705-7733BD3EC132}"/>
              </a:ext>
            </a:extLst>
          </p:cNvPr>
          <p:cNvSpPr txBox="1"/>
          <p:nvPr/>
        </p:nvSpPr>
        <p:spPr>
          <a:xfrm>
            <a:off x="854964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AE20B80-87B0-9D89-D7F5-A6C8A3BD0866}"/>
              </a:ext>
            </a:extLst>
          </p:cNvPr>
          <p:cNvSpPr txBox="1"/>
          <p:nvPr/>
        </p:nvSpPr>
        <p:spPr>
          <a:xfrm>
            <a:off x="9052560" y="34381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Implementation connection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8DF24A9-E56E-70D4-F654-04804433584C}"/>
              </a:ext>
            </a:extLst>
          </p:cNvPr>
          <p:cNvSpPr txBox="1"/>
          <p:nvPr/>
        </p:nvSpPr>
        <p:spPr>
          <a:xfrm>
            <a:off x="9052560" y="381304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One sentence connecting geography to program operations or risk.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333143C-EEDF-4A3F-8A8D-E17EBEE1D86A}"/>
              </a:ext>
            </a:extLst>
          </p:cNvPr>
          <p:cNvSpPr txBox="1"/>
          <p:nvPr/>
        </p:nvSpPr>
        <p:spPr>
          <a:xfrm>
            <a:off x="854964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65D4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4928294-7F60-0D10-1687-0C0F21D35B25}"/>
              </a:ext>
            </a:extLst>
          </p:cNvPr>
          <p:cNvSpPr txBox="1"/>
          <p:nvPr/>
        </p:nvSpPr>
        <p:spPr>
          <a:xfrm>
            <a:off x="9052560" y="4663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Point requiring attention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DD2D3BC-78CC-CC6E-3AFF-B335B7E19503}"/>
              </a:ext>
            </a:extLst>
          </p:cNvPr>
          <p:cNvSpPr txBox="1"/>
          <p:nvPr/>
        </p:nvSpPr>
        <p:spPr>
          <a:xfrm>
            <a:off x="9052560" y="503834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Use coral only for an exception, threshold, or discussion item.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F9D6FB5-5A75-1DCE-9F0A-91A9A70E7C17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5B91742-54E8-5208-28A6-747179266D45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SPATIAL EVIDENCE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506971E-5E5E-FF98-D3B5-5016C13AE9BF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662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3E8CD-098E-EF8F-D0F3-1BA63DB1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42B371-832A-CD4A-5066-7C18D55019EC}"/>
              </a:ext>
            </a:extLst>
          </p:cNvPr>
          <p:cNvSpPr txBox="1"/>
          <p:nvPr/>
        </p:nvSpPr>
        <p:spPr>
          <a:xfrm>
            <a:off x="685800" y="694943"/>
            <a:ext cx="4442012" cy="1178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Critical </a:t>
            </a:r>
          </a:p>
          <a:p>
            <a:pPr lvl="0">
              <a:defRPr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Period Management</a:t>
            </a:r>
            <a:endParaRPr lang="en-US" sz="3000" dirty="0">
              <a:solidFill>
                <a:prstClr val="black"/>
              </a:solidFill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879529-E55C-E839-1334-C79DEEBD84F4}"/>
              </a:ext>
            </a:extLst>
          </p:cNvPr>
          <p:cNvSpPr/>
          <p:nvPr/>
        </p:nvSpPr>
        <p:spPr>
          <a:xfrm>
            <a:off x="685800" y="1851032"/>
            <a:ext cx="2944368" cy="4343400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94893B7-F110-C354-3CD6-382788C74FD4}"/>
              </a:ext>
            </a:extLst>
          </p:cNvPr>
          <p:cNvSpPr txBox="1"/>
          <p:nvPr/>
        </p:nvSpPr>
        <p:spPr>
          <a:xfrm>
            <a:off x="996696" y="2189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CPM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02E9DC5-33BD-DF2E-D3D1-AAFD6C8EB2A8}"/>
              </a:ext>
            </a:extLst>
          </p:cNvPr>
          <p:cNvSpPr txBox="1"/>
          <p:nvPr/>
        </p:nvSpPr>
        <p:spPr>
          <a:xfrm>
            <a:off x="996695" y="2527688"/>
            <a:ext cx="2338175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 Critical Period Stages and Annual Pumping Reductions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1F6E437-E93C-E0DE-76AC-F9B6E12B3A05}"/>
              </a:ext>
            </a:extLst>
          </p:cNvPr>
          <p:cNvSpPr/>
          <p:nvPr/>
        </p:nvSpPr>
        <p:spPr>
          <a:xfrm>
            <a:off x="996695" y="3626760"/>
            <a:ext cx="2011680" cy="0"/>
          </a:xfrm>
          <a:prstGeom prst="line">
            <a:avLst/>
          </a:prstGeom>
          <a:noFill/>
          <a:ln w="12700">
            <a:solidFill>
              <a:srgbClr val="547C8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984347D-EFE2-3C83-ABD7-7F9042631D61}"/>
              </a:ext>
            </a:extLst>
          </p:cNvPr>
          <p:cNvSpPr txBox="1"/>
          <p:nvPr/>
        </p:nvSpPr>
        <p:spPr>
          <a:xfrm>
            <a:off x="996695" y="3856976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2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Pumping reductions are prorated by the number of days each critical-period stage is in effect.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1F63E128-FC2D-ED6F-0B1D-2962225E6C13}"/>
              </a:ext>
            </a:extLst>
          </p:cNvPr>
          <p:cNvSpPr/>
          <p:nvPr/>
        </p:nvSpPr>
        <p:spPr>
          <a:xfrm>
            <a:off x="996695" y="4978908"/>
            <a:ext cx="2338174" cy="283464"/>
          </a:xfrm>
          <a:prstGeom prst="roundRect">
            <a:avLst>
              <a:gd name="adj" fmla="val 25806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CBDE2C6-E192-A64C-FA65-5D325469EF81}"/>
              </a:ext>
            </a:extLst>
          </p:cNvPr>
          <p:cNvSpPr txBox="1"/>
          <p:nvPr/>
        </p:nvSpPr>
        <p:spPr>
          <a:xfrm>
            <a:off x="1088135" y="4996568"/>
            <a:ext cx="21750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SAN ANTONIO POOL 39.2% reduction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2B253D74-3B09-B666-DB24-A49C5110D94F}"/>
              </a:ext>
            </a:extLst>
          </p:cNvPr>
          <p:cNvSpPr/>
          <p:nvPr/>
        </p:nvSpPr>
        <p:spPr>
          <a:xfrm>
            <a:off x="996695" y="5559552"/>
            <a:ext cx="2338174" cy="283464"/>
          </a:xfrm>
          <a:prstGeom prst="roundRect">
            <a:avLst>
              <a:gd name="adj" fmla="val 25806"/>
            </a:avLst>
          </a:prstGeom>
          <a:solidFill>
            <a:srgbClr val="C65D4A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A2165604-110D-810E-122D-EC488A04E603}"/>
              </a:ext>
            </a:extLst>
          </p:cNvPr>
          <p:cNvSpPr txBox="1"/>
          <p:nvPr/>
        </p:nvSpPr>
        <p:spPr>
          <a:xfrm>
            <a:off x="1088135" y="5577212"/>
            <a:ext cx="21750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UVALDE POOL 44% reduction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A8443516-BA68-920A-5F38-5634795EEA66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D5FAB20-AAFD-00D1-1218-ED3B52C3FFEE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BCFE184-42B8-1F14-17D0-59AB58B72EB6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04987CA-58D4-B984-9E8E-7684C05BE6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9" t="10386" r="1677" b="9062"/>
          <a:stretch>
            <a:fillRect/>
          </a:stretch>
        </p:blipFill>
        <p:spPr>
          <a:xfrm>
            <a:off x="5552024" y="672592"/>
            <a:ext cx="5420776" cy="567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2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903E8-75B4-B02A-2F05-9DE12507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D50BC65-DDF2-15A3-00BC-5DA7CC825E02}"/>
              </a:ext>
            </a:extLst>
          </p:cNvPr>
          <p:cNvSpPr txBox="1"/>
          <p:nvPr/>
        </p:nvSpPr>
        <p:spPr>
          <a:xfrm>
            <a:off x="685800" y="694943"/>
            <a:ext cx="4442012" cy="1178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Critical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Period Management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1A38BC7-992C-9F10-F540-2E3B264E8694}"/>
              </a:ext>
            </a:extLst>
          </p:cNvPr>
          <p:cNvSpPr/>
          <p:nvPr/>
        </p:nvSpPr>
        <p:spPr>
          <a:xfrm>
            <a:off x="685800" y="1851032"/>
            <a:ext cx="2944368" cy="4343400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F06BCFE-B51D-F8AC-CA17-62F044014EE2}"/>
              </a:ext>
            </a:extLst>
          </p:cNvPr>
          <p:cNvSpPr txBox="1"/>
          <p:nvPr/>
        </p:nvSpPr>
        <p:spPr>
          <a:xfrm>
            <a:off x="996696" y="2189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CPM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CC8B6A2-04FA-2F00-39BB-1C873D33EE4B}"/>
              </a:ext>
            </a:extLst>
          </p:cNvPr>
          <p:cNvSpPr txBox="1"/>
          <p:nvPr/>
        </p:nvSpPr>
        <p:spPr>
          <a:xfrm>
            <a:off x="996695" y="2527688"/>
            <a:ext cx="2338175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 Critical Period Stages and Annual Pumping Reductions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9391D34-9F58-5BD7-AD73-15866F570C72}"/>
              </a:ext>
            </a:extLst>
          </p:cNvPr>
          <p:cNvSpPr/>
          <p:nvPr/>
        </p:nvSpPr>
        <p:spPr>
          <a:xfrm>
            <a:off x="996695" y="3626760"/>
            <a:ext cx="2011680" cy="0"/>
          </a:xfrm>
          <a:prstGeom prst="line">
            <a:avLst/>
          </a:prstGeom>
          <a:noFill/>
          <a:ln w="12700">
            <a:solidFill>
              <a:srgbClr val="547C8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C7A98C8-79A7-8834-13BA-EBA91305F58F}"/>
              </a:ext>
            </a:extLst>
          </p:cNvPr>
          <p:cNvSpPr txBox="1"/>
          <p:nvPr/>
        </p:nvSpPr>
        <p:spPr>
          <a:xfrm>
            <a:off x="996695" y="3856976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Pumping reductions are prorated by the number of days each critical-period stage is in effect.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0F0D68B-A5FA-6B80-12F4-29D5F0248A19}"/>
              </a:ext>
            </a:extLst>
          </p:cNvPr>
          <p:cNvSpPr/>
          <p:nvPr/>
        </p:nvSpPr>
        <p:spPr>
          <a:xfrm>
            <a:off x="996695" y="4978908"/>
            <a:ext cx="2338174" cy="283464"/>
          </a:xfrm>
          <a:prstGeom prst="roundRect">
            <a:avLst>
              <a:gd name="adj" fmla="val 25806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849E2C9-DCA3-8874-4B00-443D358FB5FA}"/>
              </a:ext>
            </a:extLst>
          </p:cNvPr>
          <p:cNvSpPr txBox="1"/>
          <p:nvPr/>
        </p:nvSpPr>
        <p:spPr>
          <a:xfrm>
            <a:off x="1088135" y="4996568"/>
            <a:ext cx="21750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SAN ANTONIO POOL 39.2% reduction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5EF01CA-4F3E-D5E4-434D-162B4C4E88DD}"/>
              </a:ext>
            </a:extLst>
          </p:cNvPr>
          <p:cNvSpPr/>
          <p:nvPr/>
        </p:nvSpPr>
        <p:spPr>
          <a:xfrm>
            <a:off x="996695" y="5559552"/>
            <a:ext cx="2338174" cy="283464"/>
          </a:xfrm>
          <a:prstGeom prst="roundRect">
            <a:avLst>
              <a:gd name="adj" fmla="val 25806"/>
            </a:avLst>
          </a:prstGeom>
          <a:solidFill>
            <a:srgbClr val="C65D4A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FCB18E5-BC37-D35E-431C-18C8526D3BEC}"/>
              </a:ext>
            </a:extLst>
          </p:cNvPr>
          <p:cNvSpPr txBox="1"/>
          <p:nvPr/>
        </p:nvSpPr>
        <p:spPr>
          <a:xfrm>
            <a:off x="1088135" y="5577212"/>
            <a:ext cx="21750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UVALDE POOL 44% reduction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5AD4F82-D8D6-BC61-0B87-B6D915572700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FD9F6FC-8AD7-AB37-D92E-1A117C67B4C8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9702105C-8FD3-AE15-C3C1-04212F5C184A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4645D7-5E0C-0C84-3E98-6CE1F26D9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704" y="1850205"/>
            <a:ext cx="7718967" cy="434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48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1DB37-97C3-6A20-9E3B-E51624B7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C4462DC-E5CC-114E-D208-7AE6927E1FE2}"/>
              </a:ext>
            </a:extLst>
          </p:cNvPr>
          <p:cNvSpPr txBox="1"/>
          <p:nvPr/>
        </p:nvSpPr>
        <p:spPr>
          <a:xfrm>
            <a:off x="685800" y="694944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Critical Period Management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7D0317-33E4-E052-539F-8EFAD3EB726B}"/>
              </a:ext>
            </a:extLst>
          </p:cNvPr>
          <p:cNvSpPr txBox="1"/>
          <p:nvPr/>
        </p:nvSpPr>
        <p:spPr>
          <a:xfrm>
            <a:off x="713232" y="24780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CONNECTED FUNCTIONS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59C3A5-9994-F8DB-6BB8-FED9C695A77D}"/>
              </a:ext>
            </a:extLst>
          </p:cNvPr>
          <p:cNvSpPr txBox="1"/>
          <p:nvPr/>
        </p:nvSpPr>
        <p:spPr>
          <a:xfrm>
            <a:off x="713232" y="2788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Hydrologic monitoring, implementation actions, and biological outcomes should read as one connected story.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7816A80-4B73-73C9-DA63-E3241EE78692}"/>
              </a:ext>
            </a:extLst>
          </p:cNvPr>
          <p:cNvSpPr/>
          <p:nvPr/>
        </p:nvSpPr>
        <p:spPr>
          <a:xfrm>
            <a:off x="3685032" y="5962303"/>
            <a:ext cx="8328394" cy="493776"/>
          </a:xfrm>
          <a:prstGeom prst="roundRect">
            <a:avLst>
              <a:gd name="adj" fmla="val 7407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B135E0B-D31F-C85C-8D4A-5DA398E9AB89}"/>
              </a:ext>
            </a:extLst>
          </p:cNvPr>
          <p:cNvSpPr txBox="1"/>
          <p:nvPr/>
        </p:nvSpPr>
        <p:spPr>
          <a:xfrm>
            <a:off x="4131887" y="6158069"/>
            <a:ext cx="6949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  ·  Explain what changed, why it matters, and what the program is doing about it.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7FD8A50-5E36-413D-F26B-6FB6B3B82825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8BF18DC-E56E-D10D-7C55-3CD9CE14F970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104D22-BE9E-A0E8-A31F-DE050A4E4B16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2CE20-657D-E02E-484D-9C57BA8C1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070" y="1374330"/>
            <a:ext cx="8328393" cy="449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80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FDDD9-C34B-E4A2-E306-88766E9B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EDD45BD-CE53-1FE8-60EE-0DC27498D895}"/>
              </a:ext>
            </a:extLst>
          </p:cNvPr>
          <p:cNvSpPr txBox="1"/>
          <p:nvPr/>
        </p:nvSpPr>
        <p:spPr>
          <a:xfrm>
            <a:off x="685800" y="694944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Critical Period Management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52719F-1E22-7CD9-ECBA-C5ADF641DE8B}"/>
              </a:ext>
            </a:extLst>
          </p:cNvPr>
          <p:cNvSpPr txBox="1"/>
          <p:nvPr/>
        </p:nvSpPr>
        <p:spPr>
          <a:xfrm>
            <a:off x="713232" y="24780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CONNECTED FUNCTIONS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AD7536-F36C-1788-1BDB-E4CAE935E4CB}"/>
              </a:ext>
            </a:extLst>
          </p:cNvPr>
          <p:cNvSpPr txBox="1"/>
          <p:nvPr/>
        </p:nvSpPr>
        <p:spPr>
          <a:xfrm>
            <a:off x="713232" y="2788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Hydrologic monitoring, implementation actions, and biological outcomes should read as one connected story.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2248B0F-CBDD-DDE3-344A-BA4438747353}"/>
              </a:ext>
            </a:extLst>
          </p:cNvPr>
          <p:cNvSpPr/>
          <p:nvPr/>
        </p:nvSpPr>
        <p:spPr>
          <a:xfrm>
            <a:off x="3685032" y="5962303"/>
            <a:ext cx="8328394" cy="493776"/>
          </a:xfrm>
          <a:prstGeom prst="roundRect">
            <a:avLst>
              <a:gd name="adj" fmla="val 7407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2ADC453-7266-F6C4-36C1-423608A01AE0}"/>
              </a:ext>
            </a:extLst>
          </p:cNvPr>
          <p:cNvSpPr txBox="1"/>
          <p:nvPr/>
        </p:nvSpPr>
        <p:spPr>
          <a:xfrm>
            <a:off x="4131887" y="6158069"/>
            <a:ext cx="6949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  ·  Explain what changed, why it matters, and what the program is doing about it.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8B85D1F-C5EF-8FDA-B76C-B77A5D8C74B2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93718BA-B3E8-7C10-F581-0E1227D60664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C57330D-EB00-29DF-AFE0-39B46F825092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E3A5A-9EE8-BB07-1931-84B3B6480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569525"/>
            <a:ext cx="8328394" cy="530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39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AEFD8-76D0-BDE9-8704-2AB97C6B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15A1E38-49DD-5DB9-A103-60E8741FDCE7}"/>
              </a:ext>
            </a:extLst>
          </p:cNvPr>
          <p:cNvSpPr txBox="1"/>
          <p:nvPr/>
        </p:nvSpPr>
        <p:spPr>
          <a:xfrm>
            <a:off x="594358" y="343248"/>
            <a:ext cx="8900623" cy="183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Critical Period Management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346E797-AE57-B8D6-8A5E-B5FA3EE3F5CA}"/>
              </a:ext>
            </a:extLst>
          </p:cNvPr>
          <p:cNvSpPr txBox="1"/>
          <p:nvPr/>
        </p:nvSpPr>
        <p:spPr>
          <a:xfrm>
            <a:off x="713232" y="24804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CONNECTED FUNCTIONS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6F49EE-5EF1-53D0-5494-F0CF56EBFDB6}"/>
              </a:ext>
            </a:extLst>
          </p:cNvPr>
          <p:cNvSpPr txBox="1"/>
          <p:nvPr/>
        </p:nvSpPr>
        <p:spPr>
          <a:xfrm>
            <a:off x="713232" y="3429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CPM by the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7D1CEC3-D3B8-AF39-2012-27BDAC81D0F4}"/>
              </a:ext>
            </a:extLst>
          </p:cNvPr>
          <p:cNvSpPr/>
          <p:nvPr/>
        </p:nvSpPr>
        <p:spPr>
          <a:xfrm>
            <a:off x="2627995" y="5959602"/>
            <a:ext cx="9124734" cy="493776"/>
          </a:xfrm>
          <a:prstGeom prst="roundRect">
            <a:avLst>
              <a:gd name="adj" fmla="val 7407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C6A81E-27B6-ADEC-70E9-3A368AB7E8AF}"/>
              </a:ext>
            </a:extLst>
          </p:cNvPr>
          <p:cNvSpPr txBox="1"/>
          <p:nvPr/>
        </p:nvSpPr>
        <p:spPr>
          <a:xfrm>
            <a:off x="2798619" y="6051042"/>
            <a:ext cx="865952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TAKEAWAY  ·  Explain what changed, why it matters, and what the program is doing about it.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0122558-979D-B999-E660-765B18A47AA1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D81C51C-64FC-FC9A-C4BD-EFBCC5606F8D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5A0D58B-7A29-EB02-8472-143BE589E85C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C796B-6820-2A08-84E9-26BF13CF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994" y="1062185"/>
            <a:ext cx="9226761" cy="484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98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7F8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983B6-A27D-A88F-3629-C7A90B4B5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9C208AE-E52D-B860-1043-E287AFBCC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108960"/>
            <a:ext cx="12188952" cy="347472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F02EE4A-3F1E-1EA9-5D1F-7977FA113296}"/>
              </a:ext>
            </a:extLst>
          </p:cNvPr>
          <p:cNvPicPr>
            <a:picLocks noChangeAspect="1"/>
          </p:cNvPicPr>
          <p:nvPr/>
        </p:nvPicPr>
        <p:blipFill>
          <a:blip>
            <a:alphaModFix amt="2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0" y="-1097280"/>
            <a:ext cx="5852160" cy="585216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36D6E5B-75EA-57F8-1BC1-EB0C6CE1470B}"/>
              </a:ext>
            </a:extLst>
          </p:cNvPr>
          <p:cNvSpPr txBox="1"/>
          <p:nvPr/>
        </p:nvSpPr>
        <p:spPr>
          <a:xfrm>
            <a:off x="749808" y="640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DE4E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EEA35C8-89AD-0B9B-524F-F5CE81B955EA}"/>
              </a:ext>
            </a:extLst>
          </p:cNvPr>
          <p:cNvSpPr txBox="1"/>
          <p:nvPr/>
        </p:nvSpPr>
        <p:spPr>
          <a:xfrm>
            <a:off x="749808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Measures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AE7E93B-692A-A2D6-C3E1-8C39129AE1E8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5D7E8D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8AD8410-1B31-E9BD-A6E1-366A2726130F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103F47D-6273-4043-B01C-4952319FC582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919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79815-81AE-BC77-3F4E-B0B3D399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AC5EA63-82AA-3649-BEA0-7ED3FACD90F0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Measures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AE35C7-5A7F-E762-7FC7-1E8D84B5C6EA}"/>
              </a:ext>
            </a:extLst>
          </p:cNvPr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 2007, the Texas Legislature directed the EAA and  other Permittees to participate in the Edwards Aquifer Recovery and Implementation Program to develop a plan for managing the Edwards that would protect the Covered Species.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EA05F96-9FE5-B9EC-8661-8F3FE1C6F913}"/>
              </a:ext>
            </a:extLst>
          </p:cNvPr>
          <p:cNvSpPr txBox="1"/>
          <p:nvPr/>
        </p:nvSpPr>
        <p:spPr>
          <a:xfrm>
            <a:off x="1188720" y="2112264"/>
            <a:ext cx="3152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SB3 Article 1.14 (h)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4E6C53A-0BB8-99C2-5EC4-79ED2B4F04F6}"/>
              </a:ext>
            </a:extLst>
          </p:cNvPr>
          <p:cNvSpPr txBox="1"/>
          <p:nvPr/>
        </p:nvSpPr>
        <p:spPr>
          <a:xfrm>
            <a:off x="1188719" y="2487167"/>
            <a:ext cx="3822193" cy="1575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“… the authority, through a program,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shal</a:t>
            </a: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implement and enforce water management practices, procedures and methods to ensure that, not later than December 31, 2012, the continuous minimum </a:t>
            </a:r>
            <a:r>
              <a:rPr lang="en-US" sz="1200" dirty="0" err="1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springflows</a:t>
            </a: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the Comal Springs and the San Marcos Springs are maintained…to the extent required by federal law…”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747A"/>
              </a:solidFill>
              <a:effectLst/>
              <a:uLnTx/>
              <a:uFillTx/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63747A"/>
              </a:solidFill>
              <a:latin typeface="Aptos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This was partly a response to SB3 and raising the pumping cap to 572k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af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-yr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1FD248B-AEFD-5A26-DA0E-4CCF0442E602}"/>
              </a:ext>
            </a:extLst>
          </p:cNvPr>
          <p:cNvSpPr txBox="1"/>
          <p:nvPr/>
        </p:nvSpPr>
        <p:spPr>
          <a:xfrm>
            <a:off x="1188720" y="4368760"/>
            <a:ext cx="3152692" cy="457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was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thi</a:t>
            </a: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required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0629266-FDB0-BA1B-3B08-4118753A5598}"/>
              </a:ext>
            </a:extLst>
          </p:cNvPr>
          <p:cNvSpPr txBox="1"/>
          <p:nvPr/>
        </p:nvSpPr>
        <p:spPr>
          <a:xfrm>
            <a:off x="1188720" y="4720634"/>
            <a:ext cx="3822192" cy="128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EARIP was part of a negotiation at the Texas Legislature to raise the pumping cap to 572k ac-ft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19A1631-1004-8720-51CC-B12CD1C6AC83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326E4A3-AF54-3BE2-4D62-0027662B0875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SPATIAL EVIDENCE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2957987-28CA-423F-4E32-2246DF6558D2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3ED7D0B-C094-5F87-B348-7858F681E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0540" y="3393928"/>
            <a:ext cx="6490447" cy="151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7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74062-ACAF-722B-F7F8-CAE0A99D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8FB2688-C35A-FF41-8432-024B00C84D64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Measures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E70C874-E13D-8DD9-1378-898CF61C50AC}"/>
              </a:ext>
            </a:extLst>
          </p:cNvPr>
          <p:cNvSpPr/>
          <p:nvPr/>
        </p:nvSpPr>
        <p:spPr>
          <a:xfrm>
            <a:off x="8558784" y="1481328"/>
            <a:ext cx="2944368" cy="4215382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658F7C2-6A7D-5207-E4DE-ACBB919D8247}"/>
              </a:ext>
            </a:extLst>
          </p:cNvPr>
          <p:cNvSpPr txBox="1"/>
          <p:nvPr/>
        </p:nvSpPr>
        <p:spPr>
          <a:xfrm>
            <a:off x="886968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EARIP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B135F07-0D76-A22B-58E0-D842A5D006F6}"/>
              </a:ext>
            </a:extLst>
          </p:cNvPr>
          <p:cNvSpPr txBox="1"/>
          <p:nvPr/>
        </p:nvSpPr>
        <p:spPr>
          <a:xfrm>
            <a:off x="8869680" y="2243324"/>
            <a:ext cx="2194560" cy="768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DOR MODFLOW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30FE826-C4EB-1340-F185-33A5F81D0305}"/>
              </a:ext>
            </a:extLst>
          </p:cNvPr>
          <p:cNvSpPr txBox="1"/>
          <p:nvPr/>
        </p:nvSpPr>
        <p:spPr>
          <a:xfrm>
            <a:off x="8869680" y="3010258"/>
            <a:ext cx="2148840" cy="768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Stages 1-4 not adequate to achieve minimum flows during a repeat of the Drought of Record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47E0D4A-27CB-700C-613B-71DC10CD3F50}"/>
              </a:ext>
            </a:extLst>
          </p:cNvPr>
          <p:cNvSpPr/>
          <p:nvPr/>
        </p:nvSpPr>
        <p:spPr>
          <a:xfrm>
            <a:off x="8869680" y="4041648"/>
            <a:ext cx="2011680" cy="0"/>
          </a:xfrm>
          <a:prstGeom prst="line">
            <a:avLst/>
          </a:prstGeom>
          <a:noFill/>
          <a:ln w="12700">
            <a:solidFill>
              <a:srgbClr val="547C8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F100EA2-3FD1-19B5-ED7A-983215B08725}"/>
              </a:ext>
            </a:extLst>
          </p:cNvPr>
          <p:cNvSpPr txBox="1"/>
          <p:nvPr/>
        </p:nvSpPr>
        <p:spPr>
          <a:xfrm>
            <a:off x="8869680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EAHCP Appendix 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16F8B0F-A077-C98E-510D-139C0EC07CD9}"/>
              </a:ext>
            </a:extLst>
          </p:cNvPr>
          <p:cNvSpPr txBox="1"/>
          <p:nvPr/>
        </p:nvSpPr>
        <p:spPr>
          <a:xfrm>
            <a:off x="8869680" y="4626864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HDR, et al., Evaluation of Water Management Programs and Alternatives for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Springflow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Protection of Endangered Species at Comal and San Marcos Springs, 2011. 157p.</a:t>
            </a:r>
            <a:endParaRPr kumimoji="0" lang="en-US" sz="13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1760CB08-1C08-F9B2-F8FE-6C7107C5F7E6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80808B9C-4392-D1FC-C807-E64AAC2A9DF6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694DCFE9-FBA5-48FB-83DE-A8ECEF4EF3F3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254CBFD-500C-BAEB-89DD-B4E0273F0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1310"/>
            <a:ext cx="6384484" cy="4788363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262FEF3-AA9E-FAEF-7D40-0DAC3B22F3E7}"/>
              </a:ext>
            </a:extLst>
          </p:cNvPr>
          <p:cNvSpPr/>
          <p:nvPr/>
        </p:nvSpPr>
        <p:spPr>
          <a:xfrm>
            <a:off x="990600" y="5889673"/>
            <a:ext cx="6384484" cy="395914"/>
          </a:xfrm>
          <a:prstGeom prst="roundRect">
            <a:avLst/>
          </a:prstGeom>
          <a:solidFill>
            <a:srgbClr val="0B3C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24CE17-F305-D401-5A3B-6203639F355F}"/>
              </a:ext>
            </a:extLst>
          </p:cNvPr>
          <p:cNvSpPr txBox="1"/>
          <p:nvPr/>
        </p:nvSpPr>
        <p:spPr>
          <a:xfrm>
            <a:off x="990600" y="5910142"/>
            <a:ext cx="63844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Adapted from Figure 3-9, Simulated </a:t>
            </a:r>
            <a:r>
              <a:rPr lang="en-US" sz="1200" dirty="0" err="1">
                <a:solidFill>
                  <a:schemeClr val="bg1"/>
                </a:solidFill>
              </a:rPr>
              <a:t>Springflow</a:t>
            </a:r>
            <a:r>
              <a:rPr lang="en-US" sz="1200" dirty="0">
                <a:solidFill>
                  <a:schemeClr val="bg1"/>
                </a:solidFill>
              </a:rPr>
              <a:t> at Comal Springs (1947-1960).  </a:t>
            </a:r>
          </a:p>
          <a:p>
            <a:r>
              <a:rPr lang="en-US" sz="800" dirty="0">
                <a:solidFill>
                  <a:schemeClr val="bg1"/>
                </a:solidFill>
              </a:rPr>
              <a:t>*AI generated, line values are approximate.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022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B51DD-521A-122E-28E0-044F5960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E961769-B521-F127-DBD7-EEE3093FEFAC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lang="en-US" sz="3000" b="1" dirty="0" err="1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Measures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FBA368-E7E8-2B7D-B4D0-042E0DBC8B21}"/>
              </a:ext>
            </a:extLst>
          </p:cNvPr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</a:rPr>
              <a:t>The EAHCP ‘Bottom-Up’ package charted a way forward to achieve minimum </a:t>
            </a:r>
            <a:r>
              <a:rPr lang="en-US" sz="1450" dirty="0" err="1">
                <a:solidFill>
                  <a:srgbClr val="63747A"/>
                </a:solidFill>
                <a:latin typeface="Aptos" pitchFamily="34" charset="0"/>
              </a:rPr>
              <a:t>springflows</a:t>
            </a:r>
            <a:r>
              <a:rPr lang="en-US" sz="1450" dirty="0">
                <a:solidFill>
                  <a:srgbClr val="63747A"/>
                </a:solidFill>
                <a:latin typeface="Aptos" pitchFamily="34" charset="0"/>
              </a:rPr>
              <a:t> during a repeat of the DOR.  These Programs were put into place starting in 2013 with acceptance of the HCP and issuance of the ITP.</a:t>
            </a:r>
            <a:endParaRPr lang="en-US" sz="14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16BABF-6F9B-AC38-727D-1F9D07151E65}"/>
              </a:ext>
            </a:extLst>
          </p:cNvPr>
          <p:cNvSpPr/>
          <p:nvPr/>
        </p:nvSpPr>
        <p:spPr>
          <a:xfrm>
            <a:off x="71323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DDECE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3A2A13-5354-B1FE-EF4C-98C50F144DFE}"/>
              </a:ext>
            </a:extLst>
          </p:cNvPr>
          <p:cNvSpPr txBox="1"/>
          <p:nvPr/>
        </p:nvSpPr>
        <p:spPr>
          <a:xfrm>
            <a:off x="653367" y="2293163"/>
            <a:ext cx="2431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REGIONAL WATER CONSERVATION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C60E82-F7E9-8CD7-8047-55C6ECB83731}"/>
              </a:ext>
            </a:extLst>
          </p:cNvPr>
          <p:cNvSpPr txBox="1"/>
          <p:nvPr/>
        </p:nvSpPr>
        <p:spPr>
          <a:xfrm>
            <a:off x="941832" y="287461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24543D-2A3D-11D3-4059-630A10655471}"/>
              </a:ext>
            </a:extLst>
          </p:cNvPr>
          <p:cNvSpPr txBox="1"/>
          <p:nvPr/>
        </p:nvSpPr>
        <p:spPr>
          <a:xfrm>
            <a:off x="941832" y="32449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20,000 ac-ft yr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</a:t>
            </a:r>
            <a:endParaRPr kumimoji="0" 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9DC7A7-3450-D4D2-312D-E4CE70980200}"/>
              </a:ext>
            </a:extLst>
          </p:cNvPr>
          <p:cNvSpPr txBox="1"/>
          <p:nvPr/>
        </p:nvSpPr>
        <p:spPr>
          <a:xfrm>
            <a:off x="941832" y="424036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Leak detection, high-efficiency plumbing, water reclamation.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732C1F9-7BF1-3535-429D-08730D0AFB8D}"/>
              </a:ext>
            </a:extLst>
          </p:cNvPr>
          <p:cNvSpPr/>
          <p:nvPr/>
        </p:nvSpPr>
        <p:spPr>
          <a:xfrm>
            <a:off x="307238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AACAE0-2977-ECD6-9E57-691229BC0CA6}"/>
              </a:ext>
            </a:extLst>
          </p:cNvPr>
          <p:cNvSpPr/>
          <p:nvPr/>
        </p:nvSpPr>
        <p:spPr>
          <a:xfrm>
            <a:off x="354787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E5ECE6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4D43BE-0AFD-BED7-90F4-A84B8E07DAFD}"/>
              </a:ext>
            </a:extLst>
          </p:cNvPr>
          <p:cNvSpPr txBox="1"/>
          <p:nvPr/>
        </p:nvSpPr>
        <p:spPr>
          <a:xfrm>
            <a:off x="3602736" y="2293162"/>
            <a:ext cx="2130552" cy="813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VOLUNTARY IRRIGATION SUSPENSION PROGRAM OPTION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83EAE42-2A4F-57C7-2876-D9D038A6C312}"/>
              </a:ext>
            </a:extLst>
          </p:cNvPr>
          <p:cNvSpPr txBox="1"/>
          <p:nvPr/>
        </p:nvSpPr>
        <p:spPr>
          <a:xfrm>
            <a:off x="3776472" y="287461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D1E979-00C1-1F38-8AC6-978060E03BCA}"/>
              </a:ext>
            </a:extLst>
          </p:cNvPr>
          <p:cNvSpPr txBox="1"/>
          <p:nvPr/>
        </p:nvSpPr>
        <p:spPr>
          <a:xfrm>
            <a:off x="3776472" y="32449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41,795 ac-ft yr</a:t>
            </a:r>
            <a:r>
              <a:rPr lang="en-US" b="1" baseline="30000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CBA2121-F3E8-9F10-0928-1BBDA0EE2B25}"/>
              </a:ext>
            </a:extLst>
          </p:cNvPr>
          <p:cNvSpPr txBox="1"/>
          <p:nvPr/>
        </p:nvSpPr>
        <p:spPr>
          <a:xfrm>
            <a:off x="3776472" y="423131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</a:rPr>
              <a:t>Suspends the use of enrolled irrigation water during drought.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002BF81-DCA2-E997-48DC-10C89D0A9C35}"/>
              </a:ext>
            </a:extLst>
          </p:cNvPr>
          <p:cNvSpPr/>
          <p:nvPr/>
        </p:nvSpPr>
        <p:spPr>
          <a:xfrm>
            <a:off x="590702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C6810E2-75A7-57B8-14D8-FED19A7102B6}"/>
              </a:ext>
            </a:extLst>
          </p:cNvPr>
          <p:cNvSpPr/>
          <p:nvPr/>
        </p:nvSpPr>
        <p:spPr>
          <a:xfrm>
            <a:off x="638251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EEEAE2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A5E8DE2-AFA7-A8FF-BF90-0639EA08E984}"/>
              </a:ext>
            </a:extLst>
          </p:cNvPr>
          <p:cNvSpPr txBox="1"/>
          <p:nvPr/>
        </p:nvSpPr>
        <p:spPr>
          <a:xfrm>
            <a:off x="6437376" y="2293163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SAWS AQUIFER STORAGE AND RECOVERY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603E3A7-68CC-5D01-28A6-3FC2932296B8}"/>
              </a:ext>
            </a:extLst>
          </p:cNvPr>
          <p:cNvSpPr txBox="1"/>
          <p:nvPr/>
        </p:nvSpPr>
        <p:spPr>
          <a:xfrm>
            <a:off x="6611112" y="287461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716BA4A-F0F3-E5A3-B642-F01805648789}"/>
              </a:ext>
            </a:extLst>
          </p:cNvPr>
          <p:cNvSpPr txBox="1"/>
          <p:nvPr/>
        </p:nvSpPr>
        <p:spPr>
          <a:xfrm>
            <a:off x="6611112" y="32449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 algn="ctr"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50,000 </a:t>
            </a:r>
            <a:r>
              <a:rPr lang="en-US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ac-ft yr</a:t>
            </a:r>
            <a:r>
              <a:rPr lang="en-US" b="1" baseline="30000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</a:t>
            </a:r>
          </a:p>
          <a:p>
            <a:pPr lvl="0" algn="ctr"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</a:p>
          <a:p>
            <a:pPr lvl="0" algn="ctr"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46,300 </a:t>
            </a:r>
            <a:r>
              <a:rPr lang="en-US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ac-ft yr</a:t>
            </a:r>
            <a:r>
              <a:rPr lang="en-US" b="1" baseline="30000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1760F6-E344-D95D-1ADF-BA1681A97631}"/>
              </a:ext>
            </a:extLst>
          </p:cNvPr>
          <p:cNvSpPr txBox="1"/>
          <p:nvPr/>
        </p:nvSpPr>
        <p:spPr>
          <a:xfrm>
            <a:off x="6611112" y="423131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Permitted lease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forebearance</a:t>
            </a: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agreements plus maximum amount of water delivered from ASR.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D96DD00-5D39-B29E-7CD3-02C51DDB090E}"/>
              </a:ext>
            </a:extLst>
          </p:cNvPr>
          <p:cNvSpPr/>
          <p:nvPr/>
        </p:nvSpPr>
        <p:spPr>
          <a:xfrm>
            <a:off x="874166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108F5E6-B7A8-BC40-D6BD-8F793120C4BD}"/>
              </a:ext>
            </a:extLst>
          </p:cNvPr>
          <p:cNvSpPr/>
          <p:nvPr/>
        </p:nvSpPr>
        <p:spPr>
          <a:xfrm>
            <a:off x="921715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F2E1DC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D5FF24F-5D90-7A9C-C4F5-3858E112CA73}"/>
              </a:ext>
            </a:extLst>
          </p:cNvPr>
          <p:cNvSpPr txBox="1"/>
          <p:nvPr/>
        </p:nvSpPr>
        <p:spPr>
          <a:xfrm>
            <a:off x="9272016" y="2293163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65D4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STAGE V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A76F1A4-06D9-9CD0-7A1E-879152D3D800}"/>
              </a:ext>
            </a:extLst>
          </p:cNvPr>
          <p:cNvSpPr txBox="1"/>
          <p:nvPr/>
        </p:nvSpPr>
        <p:spPr>
          <a:xfrm>
            <a:off x="9445752" y="287461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0BFE93B-3EBF-7BBC-707D-C7587E515671}"/>
              </a:ext>
            </a:extLst>
          </p:cNvPr>
          <p:cNvSpPr txBox="1"/>
          <p:nvPr/>
        </p:nvSpPr>
        <p:spPr>
          <a:xfrm>
            <a:off x="9341963" y="3244988"/>
            <a:ext cx="198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44% Cutback to Permitted Pumping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914B770-F36A-AF1A-DE5B-3B083164BC12}"/>
              </a:ext>
            </a:extLst>
          </p:cNvPr>
          <p:cNvSpPr txBox="1"/>
          <p:nvPr/>
        </p:nvSpPr>
        <p:spPr>
          <a:xfrm>
            <a:off x="9445752" y="424036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Assess hydrologic and biological response.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A0E9096-3BF7-DD3B-7885-34E392CFB5DC}"/>
              </a:ext>
            </a:extLst>
          </p:cNvPr>
          <p:cNvSpPr/>
          <p:nvPr/>
        </p:nvSpPr>
        <p:spPr>
          <a:xfrm>
            <a:off x="713232" y="5422392"/>
            <a:ext cx="10744200" cy="512064"/>
          </a:xfrm>
          <a:prstGeom prst="roundRect">
            <a:avLst>
              <a:gd name="adj" fmla="val 714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A5B4CB4-884A-4DFA-21F4-CD3B1D6192B4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C6DB3A4-30FC-7BF7-063E-4E524A6D0004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PATHWAY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BCD4DF9-232B-12F6-21B3-77EFFB32A0E1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1491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AFAB1-F7DA-F1F1-28D9-A6589637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890AD8F-6DE5-B219-DE77-EDE63A45A7E9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Measures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9882B1F-BAB1-6C67-10EC-1928F5B1A571}"/>
              </a:ext>
            </a:extLst>
          </p:cNvPr>
          <p:cNvSpPr/>
          <p:nvPr/>
        </p:nvSpPr>
        <p:spPr>
          <a:xfrm>
            <a:off x="8558784" y="1481328"/>
            <a:ext cx="2944368" cy="4215382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BEC1F49-3AA6-221D-3564-B6FD72BE7F52}"/>
              </a:ext>
            </a:extLst>
          </p:cNvPr>
          <p:cNvSpPr txBox="1"/>
          <p:nvPr/>
        </p:nvSpPr>
        <p:spPr>
          <a:xfrm>
            <a:off x="8869680" y="1699181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EAHCP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AB7113C-D782-532E-E1C1-DCDD6B2E58A5}"/>
              </a:ext>
            </a:extLst>
          </p:cNvPr>
          <p:cNvSpPr txBox="1"/>
          <p:nvPr/>
        </p:nvSpPr>
        <p:spPr>
          <a:xfrm>
            <a:off x="8869680" y="2243324"/>
            <a:ext cx="2194560" cy="768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DOR MODFLOW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23D4C50-067A-29D0-CDCC-A8B8C3C8483A}"/>
              </a:ext>
            </a:extLst>
          </p:cNvPr>
          <p:cNvSpPr txBox="1"/>
          <p:nvPr/>
        </p:nvSpPr>
        <p:spPr>
          <a:xfrm>
            <a:off x="8869680" y="3010257"/>
            <a:ext cx="2148840" cy="1003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Stages 1-4 plus EAHCP </a:t>
            </a:r>
            <a:r>
              <a:rPr lang="en-US" sz="1300" dirty="0" err="1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</a:t>
            </a:r>
            <a:r>
              <a:rPr lang="en-US" sz="130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r>
              <a:rPr lang="en-US" sz="130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measures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achieve minimum flows during a repeat of the Drought of Record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CB5F65A-10D9-FB24-D198-3DC319E4BEBB}"/>
              </a:ext>
            </a:extLst>
          </p:cNvPr>
          <p:cNvSpPr/>
          <p:nvPr/>
        </p:nvSpPr>
        <p:spPr>
          <a:xfrm>
            <a:off x="8869680" y="4041648"/>
            <a:ext cx="2011680" cy="0"/>
          </a:xfrm>
          <a:prstGeom prst="line">
            <a:avLst/>
          </a:prstGeom>
          <a:noFill/>
          <a:ln w="12700">
            <a:solidFill>
              <a:srgbClr val="547C8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1A2BAB2-3EE6-DD41-838E-990BA07AD61B}"/>
              </a:ext>
            </a:extLst>
          </p:cNvPr>
          <p:cNvSpPr txBox="1"/>
          <p:nvPr/>
        </p:nvSpPr>
        <p:spPr>
          <a:xfrm>
            <a:off x="8869680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EAHCP Strategic Adaptive Management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7FE140A-470F-B6EE-3BE4-FA08040FC727}"/>
              </a:ext>
            </a:extLst>
          </p:cNvPr>
          <p:cNvSpPr txBox="1"/>
          <p:nvPr/>
        </p:nvSpPr>
        <p:spPr>
          <a:xfrm>
            <a:off x="8869680" y="4626864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Blanton and Associates, Transition from Phase I to Phase II. Summary Report and Administrative Record: Process, Activities, and Decisions, 2020. 43p.</a:t>
            </a:r>
            <a:endParaRPr kumimoji="0" lang="en-US" sz="13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D668EC5A-9652-B45F-DF4A-8408866F3680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FE0DC0B2-9047-7E46-7385-77315F52273C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9E63DF9-F0E5-22B8-4FF6-BCACB2909E35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1B4FC12-15C3-8118-82F8-DF8A09606A92}"/>
              </a:ext>
            </a:extLst>
          </p:cNvPr>
          <p:cNvSpPr/>
          <p:nvPr/>
        </p:nvSpPr>
        <p:spPr>
          <a:xfrm>
            <a:off x="990600" y="5889673"/>
            <a:ext cx="6384484" cy="395914"/>
          </a:xfrm>
          <a:prstGeom prst="roundRect">
            <a:avLst/>
          </a:prstGeom>
          <a:solidFill>
            <a:srgbClr val="0B3C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F9EF35-2015-1EA6-0B4E-E0F4C2C77525}"/>
              </a:ext>
            </a:extLst>
          </p:cNvPr>
          <p:cNvSpPr txBox="1"/>
          <p:nvPr/>
        </p:nvSpPr>
        <p:spPr>
          <a:xfrm>
            <a:off x="990600" y="5910142"/>
            <a:ext cx="63844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Adapted from Figure 3-9, Simulated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Springflow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at Comal Springs (1947-1960).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*AI generated, line values are approximate.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3E4DF-A621-772C-62DE-9D3FDA66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19"/>
          <a:stretch>
            <a:fillRect/>
          </a:stretch>
        </p:blipFill>
        <p:spPr>
          <a:xfrm>
            <a:off x="990600" y="1179778"/>
            <a:ext cx="6305746" cy="452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02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5CECE-C248-95DA-058B-5851A6E6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9AA1CB-C45A-9F7F-932E-F6CCF698DA4D}"/>
              </a:ext>
            </a:extLst>
          </p:cNvPr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PROGRAM STATUS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3FEE55-B7F3-D93D-3997-F273632B813C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lang="en-US" sz="3000" b="1" dirty="0" err="1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Measures</a:t>
            </a:r>
            <a:endParaRPr lang="en-US" sz="3000" dirty="0">
              <a:solidFill>
                <a:prstClr val="black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20D2F1-97AE-5BAE-606E-880EDA011A79}"/>
              </a:ext>
            </a:extLst>
          </p:cNvPr>
          <p:cNvSpPr txBox="1"/>
          <p:nvPr/>
        </p:nvSpPr>
        <p:spPr>
          <a:xfrm>
            <a:off x="713232" y="17830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1F56EB-F287-2877-28FD-3491055810DF}"/>
              </a:ext>
            </a:extLst>
          </p:cNvPr>
          <p:cNvSpPr txBox="1"/>
          <p:nvPr/>
        </p:nvSpPr>
        <p:spPr>
          <a:xfrm>
            <a:off x="4078224" y="1783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2013-2026 ACTIVITY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DC8F12-EDE4-E985-BE5E-43EFE9338D6A}"/>
              </a:ext>
            </a:extLst>
          </p:cNvPr>
          <p:cNvSpPr txBox="1"/>
          <p:nvPr/>
        </p:nvSpPr>
        <p:spPr>
          <a:xfrm>
            <a:off x="9857232" y="1783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2027 STATUS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55B4D7D-F999-D1AB-B9E4-58281A4EA5A2}"/>
              </a:ext>
            </a:extLst>
          </p:cNvPr>
          <p:cNvSpPr/>
          <p:nvPr/>
        </p:nvSpPr>
        <p:spPr>
          <a:xfrm>
            <a:off x="713232" y="2688336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14ABAC-89A9-78F5-9748-5BBAA1598B98}"/>
              </a:ext>
            </a:extLst>
          </p:cNvPr>
          <p:cNvSpPr txBox="1"/>
          <p:nvPr/>
        </p:nvSpPr>
        <p:spPr>
          <a:xfrm>
            <a:off x="713232" y="2139696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Regional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Water Conservation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6E459D-BF51-79BE-A420-00C77EED8321}"/>
              </a:ext>
            </a:extLst>
          </p:cNvPr>
          <p:cNvSpPr txBox="1"/>
          <p:nvPr/>
        </p:nvSpPr>
        <p:spPr>
          <a:xfrm>
            <a:off x="4043934" y="2139696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Program has been completed.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04C16B0-CAEB-8A11-91DE-6080D5873042}"/>
              </a:ext>
            </a:extLst>
          </p:cNvPr>
          <p:cNvSpPr/>
          <p:nvPr/>
        </p:nvSpPr>
        <p:spPr>
          <a:xfrm>
            <a:off x="9523476" y="2258568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360325F-BBBB-CF82-D5BA-D11DCF650F16}"/>
              </a:ext>
            </a:extLst>
          </p:cNvPr>
          <p:cNvSpPr txBox="1"/>
          <p:nvPr/>
        </p:nvSpPr>
        <p:spPr>
          <a:xfrm>
            <a:off x="9614916" y="2267712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b="1" dirty="0">
                <a:solidFill>
                  <a:srgbClr val="24343B"/>
                </a:solidFill>
                <a:latin typeface="Aptos" pitchFamily="34" charset="0"/>
              </a:rPr>
              <a:t>Implemented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21A78CB-4E3A-FB9B-F308-36CDF467C27C}"/>
              </a:ext>
            </a:extLst>
          </p:cNvPr>
          <p:cNvSpPr/>
          <p:nvPr/>
        </p:nvSpPr>
        <p:spPr>
          <a:xfrm>
            <a:off x="713232" y="3383280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267E2F5-0B7A-2D75-BF39-BEE00D7B4717}"/>
              </a:ext>
            </a:extLst>
          </p:cNvPr>
          <p:cNvSpPr txBox="1"/>
          <p:nvPr/>
        </p:nvSpPr>
        <p:spPr>
          <a:xfrm>
            <a:off x="713232" y="2834640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VISPO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782B221-F5F5-D54F-019B-693E6E9ED990}"/>
              </a:ext>
            </a:extLst>
          </p:cNvPr>
          <p:cNvSpPr txBox="1"/>
          <p:nvPr/>
        </p:nvSpPr>
        <p:spPr>
          <a:xfrm>
            <a:off x="4043934" y="2834640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VISPO triggered: 2015, 2023, 2024, 2025, 2026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D403207-672D-5F38-B6E5-EFDCCC6D6919}"/>
              </a:ext>
            </a:extLst>
          </p:cNvPr>
          <p:cNvSpPr/>
          <p:nvPr/>
        </p:nvSpPr>
        <p:spPr>
          <a:xfrm>
            <a:off x="9523476" y="2953512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F2E1DC"/>
          </a:solidFill>
          <a:ln w="12700">
            <a:solidFill>
              <a:srgbClr val="F2E1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A547B9-8CA5-1256-6E71-9B8F3884DA7B}"/>
              </a:ext>
            </a:extLst>
          </p:cNvPr>
          <p:cNvSpPr txBox="1"/>
          <p:nvPr/>
        </p:nvSpPr>
        <p:spPr>
          <a:xfrm>
            <a:off x="9614916" y="2962656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9B210A4-AA03-E46D-80FF-963924341318}"/>
              </a:ext>
            </a:extLst>
          </p:cNvPr>
          <p:cNvSpPr/>
          <p:nvPr/>
        </p:nvSpPr>
        <p:spPr>
          <a:xfrm>
            <a:off x="713232" y="4078224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9D76CBF-B12C-04F2-26A3-60BEF681B49B}"/>
              </a:ext>
            </a:extLst>
          </p:cNvPr>
          <p:cNvSpPr txBox="1"/>
          <p:nvPr/>
        </p:nvSpPr>
        <p:spPr>
          <a:xfrm>
            <a:off x="713232" y="3529584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ASR Leasing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40D0C84-7156-C411-D6F6-F963200EECC8}"/>
              </a:ext>
            </a:extLst>
          </p:cNvPr>
          <p:cNvSpPr txBox="1"/>
          <p:nvPr/>
        </p:nvSpPr>
        <p:spPr>
          <a:xfrm>
            <a:off x="4043934" y="3529584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First year of 50,000 ac-ft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forebearance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agreements 2027.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0334D70-9636-B0BA-1B78-2A792F6602CD}"/>
              </a:ext>
            </a:extLst>
          </p:cNvPr>
          <p:cNvSpPr/>
          <p:nvPr/>
        </p:nvSpPr>
        <p:spPr>
          <a:xfrm>
            <a:off x="9523476" y="3648456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70AECC6-D59B-FE7F-DBF8-4AF31AB53278}"/>
              </a:ext>
            </a:extLst>
          </p:cNvPr>
          <p:cNvSpPr txBox="1"/>
          <p:nvPr/>
        </p:nvSpPr>
        <p:spPr>
          <a:xfrm>
            <a:off x="9614916" y="3657600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B3C2AF3-A91B-BA7D-9F33-39E425BA2369}"/>
              </a:ext>
            </a:extLst>
          </p:cNvPr>
          <p:cNvSpPr/>
          <p:nvPr/>
        </p:nvSpPr>
        <p:spPr>
          <a:xfrm>
            <a:off x="713232" y="4773168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F841764-EACE-9D96-18F2-FAC52ADEF0A2}"/>
              </a:ext>
            </a:extLst>
          </p:cNvPr>
          <p:cNvSpPr txBox="1"/>
          <p:nvPr/>
        </p:nvSpPr>
        <p:spPr>
          <a:xfrm>
            <a:off x="713232" y="4224528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Stage V Critical Period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28E21F8-5A61-323E-D3BB-9820238E8948}"/>
              </a:ext>
            </a:extLst>
          </p:cNvPr>
          <p:cNvSpPr txBox="1"/>
          <p:nvPr/>
        </p:nvSpPr>
        <p:spPr>
          <a:xfrm>
            <a:off x="4043934" y="4224528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Stage V has triggered in both pools.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1E9A996-1E67-3F63-3FFF-51F56245F42F}"/>
              </a:ext>
            </a:extLst>
          </p:cNvPr>
          <p:cNvSpPr/>
          <p:nvPr/>
        </p:nvSpPr>
        <p:spPr>
          <a:xfrm>
            <a:off x="713232" y="5138927"/>
            <a:ext cx="10744200" cy="1197863"/>
          </a:xfrm>
          <a:prstGeom prst="roundRect">
            <a:avLst>
              <a:gd name="adj" fmla="val 5952"/>
            </a:avLst>
          </a:prstGeom>
          <a:solidFill>
            <a:srgbClr val="EEEAE2"/>
          </a:solidFill>
          <a:ln w="12700">
            <a:solidFill>
              <a:srgbClr val="EEEA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88EE2D9-B0BC-07B5-9713-DAB20E099459}"/>
              </a:ext>
            </a:extLst>
          </p:cNvPr>
          <p:cNvSpPr txBox="1"/>
          <p:nvPr/>
        </p:nvSpPr>
        <p:spPr>
          <a:xfrm>
            <a:off x="950976" y="54315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ASR LEASING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BF6A1E6-9BDE-54BE-A7DB-C50AA0A66F16}"/>
              </a:ext>
            </a:extLst>
          </p:cNvPr>
          <p:cNvSpPr txBox="1"/>
          <p:nvPr/>
        </p:nvSpPr>
        <p:spPr>
          <a:xfrm>
            <a:off x="2124635" y="5257800"/>
            <a:ext cx="8948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ASR leasing is triggered when the 10-year average aquifer recharge falls below 500,000 ac-ft yr</a:t>
            </a:r>
            <a:r>
              <a:rPr kumimoji="0" lang="en-US" sz="1400" b="1" i="0" u="none" strike="noStrike" kern="1200" cap="none" spc="0" normalizeH="0" baseline="3000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kumimoji="0" 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5945F42-3E2F-D936-A29B-671E4478E89F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874E53-F593-37FD-DFE1-78FDA825CFE6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PROGRAM STATUS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D4D6562-03E5-A30C-52ED-ADE63BD7C998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CD9B1E4B-1C80-5C10-DF02-755BFFB240BC}"/>
              </a:ext>
            </a:extLst>
          </p:cNvPr>
          <p:cNvSpPr/>
          <p:nvPr/>
        </p:nvSpPr>
        <p:spPr>
          <a:xfrm>
            <a:off x="9523476" y="4257249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F2E1DC"/>
          </a:solidFill>
          <a:ln w="12700">
            <a:solidFill>
              <a:srgbClr val="F2E1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1AA25CFF-92C8-D6C2-83C0-382661B458B1}"/>
              </a:ext>
            </a:extLst>
          </p:cNvPr>
          <p:cNvSpPr txBox="1"/>
          <p:nvPr/>
        </p:nvSpPr>
        <p:spPr>
          <a:xfrm>
            <a:off x="9614916" y="4266393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483AA1B7-69AD-02C8-23C0-7270D072DE72}"/>
              </a:ext>
            </a:extLst>
          </p:cNvPr>
          <p:cNvSpPr txBox="1"/>
          <p:nvPr/>
        </p:nvSpPr>
        <p:spPr>
          <a:xfrm>
            <a:off x="950976" y="5824729"/>
            <a:ext cx="117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VISPO LEASING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4ED51D-6D0B-DF6F-7BAB-0DC1AAA7D2BC}"/>
              </a:ext>
            </a:extLst>
          </p:cNvPr>
          <p:cNvSpPr txBox="1"/>
          <p:nvPr/>
        </p:nvSpPr>
        <p:spPr>
          <a:xfrm>
            <a:off x="2124634" y="5696712"/>
            <a:ext cx="8948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VISPO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forebearance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is triggered in the following year when J-17 level is below 635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famsl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on October 1</a:t>
            </a:r>
            <a:r>
              <a:rPr kumimoji="0" lang="en-US" sz="1400" b="1" i="0" u="none" strike="noStrike" kern="1200" cap="none" spc="0" normalizeH="0" baseline="3000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</a:t>
            </a:r>
            <a:endParaRPr kumimoji="0" 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081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81235-37FE-E188-C46F-AFD53254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3674A3-98D2-6543-2409-4570256D8524}"/>
              </a:ext>
            </a:extLst>
          </p:cNvPr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101CB9-8EFC-4902-7898-30AE7EB55660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lang="en-US" sz="3000" b="1" dirty="0" err="1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Measures</a:t>
            </a:r>
            <a:endParaRPr lang="en-US" sz="3000" dirty="0">
              <a:solidFill>
                <a:prstClr val="black"/>
              </a:solidFill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A4B3143-5494-6D21-E139-33776C670876}"/>
              </a:ext>
            </a:extLst>
          </p:cNvPr>
          <p:cNvSpPr/>
          <p:nvPr/>
        </p:nvSpPr>
        <p:spPr>
          <a:xfrm>
            <a:off x="869462" y="6060142"/>
            <a:ext cx="10400518" cy="325062"/>
          </a:xfrm>
          <a:prstGeom prst="roundRect">
            <a:avLst>
              <a:gd name="adj" fmla="val 1882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0BE6FD20-D31D-B3A8-5196-F3E8B913CD61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F8CBA72-5987-3F2D-2202-AAECDD16CBFD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313C54F-71AB-FA42-426B-40FA750EA968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F84F2CFB-159F-19A1-6F6A-03ED7753A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9462" y="1390962"/>
            <a:ext cx="10400518" cy="455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9327E82-2D43-2A1E-9B0A-F1EEEC8DADBA}"/>
              </a:ext>
            </a:extLst>
          </p:cNvPr>
          <p:cNvSpPr txBox="1"/>
          <p:nvPr/>
        </p:nvSpPr>
        <p:spPr>
          <a:xfrm>
            <a:off x="1151965" y="6051177"/>
            <a:ext cx="10049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10-yr average aquifer recharge values below 500,000 ac-ft yr-1 (2016-2025) will begin ASR forbearance in 2027</a:t>
            </a:r>
          </a:p>
        </p:txBody>
      </p:sp>
    </p:spTree>
    <p:extLst>
      <p:ext uri="{BB962C8B-B14F-4D97-AF65-F5344CB8AC3E}">
        <p14:creationId xmlns:p14="http://schemas.microsoft.com/office/powerpoint/2010/main" val="1010918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794760"/>
            <a:ext cx="12188952" cy="2788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5160" y="-1051560"/>
            <a:ext cx="5760720" cy="5760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58952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 · SPRINGFLOW PROTECTION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225296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89F8C85-5B70-2F43-BF56-CDBEBA783BE0}"/>
              </a:ext>
            </a:extLst>
          </p:cNvPr>
          <p:cNvSpPr txBox="1"/>
          <p:nvPr/>
        </p:nvSpPr>
        <p:spPr>
          <a:xfrm>
            <a:off x="512064" y="580034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 SCIENCE COMMITTEE MEETING</a:t>
            </a:r>
            <a:endParaRPr lang="en-US" sz="1200" dirty="0">
              <a:solidFill>
                <a:srgbClr val="0B3C5D"/>
              </a:solidFill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25B27595-38A1-4691-443C-A7EFD79AD741}"/>
              </a:ext>
            </a:extLst>
          </p:cNvPr>
          <p:cNvSpPr txBox="1"/>
          <p:nvPr/>
        </p:nvSpPr>
        <p:spPr>
          <a:xfrm>
            <a:off x="512064" y="61661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 16, 2026·  Star Park San Marcos, Tx  ·  Chad Furl PhD PE</a:t>
            </a:r>
            <a:endParaRPr lang="en-US" sz="1600" dirty="0">
              <a:solidFill>
                <a:srgbClr val="0B3C5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1376</Words>
  <Application>Microsoft Office PowerPoint</Application>
  <PresentationFormat>Widescreen</PresentationFormat>
  <Paragraphs>248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Edwards Aquifer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EAHCP Springflow Protection Programs — Scientific Presentation Template</dc:title>
  <dc:subject>EAHCP Springflow Protection Programs presentation template</dc:subject>
  <dc:creator>OpenAI</dc:creator>
  <cp:lastModifiedBy>Chad Furl</cp:lastModifiedBy>
  <cp:revision>1</cp:revision>
  <dcterms:created xsi:type="dcterms:W3CDTF">2026-07-21T14:31:18Z</dcterms:created>
  <dcterms:modified xsi:type="dcterms:W3CDTF">2026-08-25T20:55:49Z</dcterms:modified>
</cp:coreProperties>
</file>