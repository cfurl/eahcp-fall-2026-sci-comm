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87" r:id="rId3"/>
    <p:sldId id="268" r:id="rId4"/>
    <p:sldId id="271" r:id="rId5"/>
    <p:sldId id="269" r:id="rId6"/>
    <p:sldId id="270" r:id="rId7"/>
    <p:sldId id="258" r:id="rId8"/>
    <p:sldId id="272" r:id="rId9"/>
    <p:sldId id="273" r:id="rId10"/>
    <p:sldId id="274" r:id="rId11"/>
    <p:sldId id="275" r:id="rId12"/>
    <p:sldId id="289" r:id="rId13"/>
    <p:sldId id="277" r:id="rId14"/>
    <p:sldId id="279" r:id="rId15"/>
    <p:sldId id="286" r:id="rId16"/>
    <p:sldId id="281" r:id="rId17"/>
    <p:sldId id="282" r:id="rId18"/>
    <p:sldId id="280" r:id="rId19"/>
    <p:sldId id="284" r:id="rId20"/>
    <p:sldId id="285" r:id="rId21"/>
    <p:sldId id="283" r:id="rId22"/>
    <p:sldId id="26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3C5D"/>
    <a:srgbClr val="F7F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D93B18-2376-477A-B2CD-B18FD55B2892}" v="2" dt="2026-08-25T20:42:4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5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delSld modSld sldOrd">
      <pc:chgData name="Chad Furl" userId="e1f063c0-f891-481e-b162-0b825299f031" providerId="ADAL" clId="{6ADDB542-7708-4E33-BA5D-95E7728F0CE2}" dt="2026-07-27T13:51:04.393" v="418" actId="20577"/>
      <pc:docMkLst>
        <pc:docMk/>
      </pc:docMkLst>
      <pc:sldChg chg="modSp add mod">
        <pc:chgData name="Chad Furl" userId="e1f063c0-f891-481e-b162-0b825299f031" providerId="ADAL" clId="{6ADDB542-7708-4E33-BA5D-95E7728F0CE2}" dt="2026-07-27T13:50:16.141" v="352" actId="20577"/>
        <pc:sldMkLst>
          <pc:docMk/>
          <pc:sldMk cId="2561491626" sldId="280"/>
        </pc:sldMkLst>
        <pc:spChg chg="mod">
          <ac:chgData name="Chad Furl" userId="e1f063c0-f891-481e-b162-0b825299f031" providerId="ADAL" clId="{6ADDB542-7708-4E33-BA5D-95E7728F0CE2}" dt="2026-07-27T13:50:16.141" v="352" actId="20577"/>
          <ac:spMkLst>
            <pc:docMk/>
            <pc:sldMk cId="2561491626" sldId="280"/>
            <ac:spMk id="3" creationId="{6E961769-B521-F127-DBD7-EEE3093FEFAC}"/>
          </ac:spMkLst>
        </pc:spChg>
      </pc:sldChg>
      <pc:sldChg chg="delSp modSp add mod">
        <pc:chgData name="Chad Furl" userId="e1f063c0-f891-481e-b162-0b825299f031" providerId="ADAL" clId="{6ADDB542-7708-4E33-BA5D-95E7728F0CE2}" dt="2026-07-27T13:49:02.800" v="269" actId="1076"/>
        <pc:sldMkLst>
          <pc:docMk/>
          <pc:sldMk cId="530675565" sldId="281"/>
        </pc:sldMkLst>
        <pc:spChg chg="mod">
          <ac:chgData name="Chad Furl" userId="e1f063c0-f891-481e-b162-0b825299f031" providerId="ADAL" clId="{6ADDB542-7708-4E33-BA5D-95E7728F0CE2}" dt="2026-07-27T13:42:55.365" v="37" actId="20577"/>
          <ac:spMkLst>
            <pc:docMk/>
            <pc:sldMk cId="530675565" sldId="281"/>
            <ac:spMk id="3" creationId="{0AC5EA63-82AA-3649-BEA0-7ED3FACD90F0}"/>
          </ac:spMkLst>
        </pc:spChg>
        <pc:spChg chg="mod">
          <ac:chgData name="Chad Furl" userId="e1f063c0-f891-481e-b162-0b825299f031" providerId="ADAL" clId="{6ADDB542-7708-4E33-BA5D-95E7728F0CE2}" dt="2026-07-27T13:44:44.124" v="172" actId="20577"/>
          <ac:spMkLst>
            <pc:docMk/>
            <pc:sldMk cId="530675565" sldId="281"/>
            <ac:spMk id="4" creationId="{54AE35C7-5A7F-E762-7FC7-1E8D84B5C6EA}"/>
          </ac:spMkLst>
        </pc:spChg>
        <pc:spChg chg="mod">
          <ac:chgData name="Chad Furl" userId="e1f063c0-f891-481e-b162-0b825299f031" providerId="ADAL" clId="{6ADDB542-7708-4E33-BA5D-95E7728F0CE2}" dt="2026-07-27T13:45:49.328" v="208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7" creationId="{F4E6C53A-0BB8-99C2-5EC4-79ED2B4F04F6}"/>
          </ac:spMkLst>
        </pc:spChg>
        <pc:spChg chg="mod">
          <ac:chgData name="Chad Furl" userId="e1f063c0-f891-481e-b162-0b825299f031" providerId="ADAL" clId="{6ADDB542-7708-4E33-BA5D-95E7728F0CE2}" dt="2026-07-27T13:47:39.258" v="267" actId="276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6ADDB542-7708-4E33-BA5D-95E7728F0CE2}" dt="2026-07-27T13:49:02.800" v="269" actId="1076"/>
          <ac:spMkLst>
            <pc:docMk/>
            <pc:sldMk cId="530675565" sldId="281"/>
            <ac:spMk id="20" creationId="{90629266-FDB0-BA1B-3B08-4118753A5598}"/>
          </ac:spMkLst>
        </pc:spChg>
      </pc:sldChg>
      <pc:sldChg chg="modSp add mod">
        <pc:chgData name="Chad Furl" userId="e1f063c0-f891-481e-b162-0b825299f031" providerId="ADAL" clId="{6ADDB542-7708-4E33-BA5D-95E7728F0CE2}" dt="2026-07-27T13:49:58.874" v="329" actId="20577"/>
        <pc:sldMkLst>
          <pc:docMk/>
          <pc:sldMk cId="2950022952" sldId="282"/>
        </pc:sldMkLst>
        <pc:spChg chg="mod">
          <ac:chgData name="Chad Furl" userId="e1f063c0-f891-481e-b162-0b825299f031" providerId="ADAL" clId="{6ADDB542-7708-4E33-BA5D-95E7728F0CE2}" dt="2026-07-27T13:49:58.874" v="329" actId="20577"/>
          <ac:spMkLst>
            <pc:docMk/>
            <pc:sldMk cId="2950022952" sldId="282"/>
            <ac:spMk id="3" creationId="{08FB2688-C35A-FF41-8432-024B00C84D64}"/>
          </ac:spMkLst>
        </pc:spChg>
      </pc:sldChg>
      <pc:sldChg chg="modSp add mod">
        <pc:chgData name="Chad Furl" userId="e1f063c0-f891-481e-b162-0b825299f031" providerId="ADAL" clId="{6ADDB542-7708-4E33-BA5D-95E7728F0CE2}" dt="2026-07-27T13:51:04.393" v="418" actId="20577"/>
        <pc:sldMkLst>
          <pc:docMk/>
          <pc:sldMk cId="1010918233" sldId="283"/>
        </pc:sldMkLst>
        <pc:spChg chg="mod">
          <ac:chgData name="Chad Furl" userId="e1f063c0-f891-481e-b162-0b825299f031" providerId="ADAL" clId="{6ADDB542-7708-4E33-BA5D-95E7728F0CE2}" dt="2026-07-27T13:51:04.393" v="418" actId="20577"/>
          <ac:spMkLst>
            <pc:docMk/>
            <pc:sldMk cId="1010918233" sldId="283"/>
            <ac:spMk id="3" creationId="{EA101CB9-8EFC-4902-7898-30AE7EB5566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25T20:55:39.330" v="8337" actId="47"/>
      <pc:docMkLst>
        <pc:docMk/>
      </pc:docMkLst>
      <pc:sldChg chg="delSp modSp mod">
        <pc:chgData name="Chad Furl" userId="e1f063c0-f891-481e-b162-0b825299f031" providerId="ADAL" clId="{3E978C21-B3D0-4285-96BE-5AD851B5E1C0}" dt="2026-07-28T14:56:45.822" v="8224" actId="20577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7-28T14:56:45.822" v="8224" actId="20577"/>
          <ac:spMkLst>
            <pc:docMk/>
            <pc:sldMk cId="0" sldId="256"/>
            <ac:spMk id="9" creationId="{00000000-0000-0000-0000-000000000000}"/>
          </ac:spMkLst>
        </pc:spChg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57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59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0"/>
        </pc:sldMkLst>
      </pc:sldChg>
      <pc:sldChg chg="delSp del mod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1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2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3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4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5"/>
        </pc:sldMkLst>
      </pc:sldChg>
      <pc:sldChg chg="del">
        <pc:chgData name="Chad Furl" userId="e1f063c0-f891-481e-b162-0b825299f031" providerId="ADAL" clId="{3E978C21-B3D0-4285-96BE-5AD851B5E1C0}" dt="2026-08-25T20:55:39.330" v="8337" actId="47"/>
        <pc:sldMkLst>
          <pc:docMk/>
          <pc:sldMk cId="0" sldId="266"/>
        </pc:sldMkLst>
      </pc:sldChg>
      <pc:sldChg chg="addSp delSp modSp mod ord">
        <pc:chgData name="Chad Furl" userId="e1f063c0-f891-481e-b162-0b825299f031" providerId="ADAL" clId="{3E978C21-B3D0-4285-96BE-5AD851B5E1C0}" dt="2026-07-28T14:56:37.795" v="8223" actId="20577"/>
        <pc:sldMkLst>
          <pc:docMk/>
          <pc:sldMk cId="0" sldId="267"/>
        </pc:sldMkLst>
        <pc:spChg chg="add mod">
          <ac:chgData name="Chad Furl" userId="e1f063c0-f891-481e-b162-0b825299f031" providerId="ADAL" clId="{3E978C21-B3D0-4285-96BE-5AD851B5E1C0}" dt="2026-07-28T14:56:29.613" v="8222" actId="207"/>
          <ac:spMkLst>
            <pc:docMk/>
            <pc:sldMk cId="0" sldId="267"/>
            <ac:spMk id="14" creationId="{989F8C85-5B70-2F43-BF56-CDBEBA783BE0}"/>
          </ac:spMkLst>
        </pc:spChg>
        <pc:spChg chg="add mod">
          <ac:chgData name="Chad Furl" userId="e1f063c0-f891-481e-b162-0b825299f031" providerId="ADAL" clId="{3E978C21-B3D0-4285-96BE-5AD851B5E1C0}" dt="2026-07-28T14:56:37.795" v="8223" actId="20577"/>
          <ac:spMkLst>
            <pc:docMk/>
            <pc:sldMk cId="0" sldId="267"/>
            <ac:spMk id="16" creationId="{25B27595-38A1-4691-443C-A7EFD79AD741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7:20.899" v="8249" actId="404"/>
        <pc:sldMkLst>
          <pc:docMk/>
          <pc:sldMk cId="2270720204" sldId="269"/>
        </pc:sldMkLst>
        <pc:spChg chg="mod">
          <ac:chgData name="Chad Furl" userId="e1f063c0-f891-481e-b162-0b825299f031" providerId="ADAL" clId="{3E978C21-B3D0-4285-96BE-5AD851B5E1C0}" dt="2026-07-28T15:16:43.926" v="8246" actId="27636"/>
          <ac:spMkLst>
            <pc:docMk/>
            <pc:sldMk cId="2270720204" sldId="269"/>
            <ac:spMk id="3" creationId="{9F819CD2-9BB6-D646-66DD-B6EA04C2D723}"/>
          </ac:spMkLst>
        </pc:spChg>
        <pc:spChg chg="mod">
          <ac:chgData name="Chad Furl" userId="e1f063c0-f891-481e-b162-0b825299f031" providerId="ADAL" clId="{3E978C21-B3D0-4285-96BE-5AD851B5E1C0}" dt="2026-07-28T15:17:20.899" v="8249" actId="404"/>
          <ac:spMkLst>
            <pc:docMk/>
            <pc:sldMk cId="2270720204" sldId="269"/>
            <ac:spMk id="21" creationId="{472DB391-70C9-17EF-DA3E-08A422B24C65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6:34.832" v="8244" actId="20577"/>
        <pc:sldMkLst>
          <pc:docMk/>
          <pc:sldMk cId="3427202569" sldId="270"/>
        </pc:sldMkLst>
        <pc:spChg chg="mod">
          <ac:chgData name="Chad Furl" userId="e1f063c0-f891-481e-b162-0b825299f031" providerId="ADAL" clId="{3E978C21-B3D0-4285-96BE-5AD851B5E1C0}" dt="2026-07-28T15:16:34.832" v="8244" actId="20577"/>
          <ac:spMkLst>
            <pc:docMk/>
            <pc:sldMk cId="3427202569" sldId="270"/>
            <ac:spMk id="3" creationId="{82851CCF-24C9-8636-3BF7-02DB8B7969AA}"/>
          </ac:spMkLst>
        </pc:spChg>
        <pc:spChg chg="mod">
          <ac:chgData name="Chad Furl" userId="e1f063c0-f891-481e-b162-0b825299f031" providerId="ADAL" clId="{3E978C21-B3D0-4285-96BE-5AD851B5E1C0}" dt="2026-07-27T20:21:07.949" v="6170" actId="20577"/>
          <ac:spMkLst>
            <pc:docMk/>
            <pc:sldMk cId="3427202569" sldId="270"/>
            <ac:spMk id="25" creationId="{F1E7F10B-95E5-DE23-375F-EB79937F3945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9:22.665" v="8260" actId="1036"/>
        <pc:sldMkLst>
          <pc:docMk/>
          <pc:sldMk cId="176559583" sldId="272"/>
        </pc:sldMkLst>
        <pc:spChg chg="add mod">
          <ac:chgData name="Chad Furl" userId="e1f063c0-f891-481e-b162-0b825299f031" providerId="ADAL" clId="{3E978C21-B3D0-4285-96BE-5AD851B5E1C0}" dt="2026-07-28T15:15:10.885" v="8230" actId="20577"/>
          <ac:spMkLst>
            <pc:docMk/>
            <pc:sldMk cId="176559583" sldId="272"/>
            <ac:spMk id="4" creationId="{5E5C4F1B-1CFD-3079-E8AB-F3248A69D66E}"/>
          </ac:spMkLst>
        </pc:spChg>
        <pc:spChg chg="add mod">
          <ac:chgData name="Chad Furl" userId="e1f063c0-f891-481e-b162-0b825299f031" providerId="ADAL" clId="{3E978C21-B3D0-4285-96BE-5AD851B5E1C0}" dt="2026-07-28T15:18:17.570" v="8252" actId="20577"/>
          <ac:spMkLst>
            <pc:docMk/>
            <pc:sldMk cId="176559583" sldId="272"/>
            <ac:spMk id="13" creationId="{172E07DB-4C03-535F-0AF5-E0DD885392DD}"/>
          </ac:spMkLst>
        </pc:spChg>
        <pc:spChg chg="add mod">
          <ac:chgData name="Chad Furl" userId="e1f063c0-f891-481e-b162-0b825299f031" providerId="ADAL" clId="{3E978C21-B3D0-4285-96BE-5AD851B5E1C0}" dt="2026-07-28T15:19:22.665" v="8260" actId="1036"/>
          <ac:spMkLst>
            <pc:docMk/>
            <pc:sldMk cId="176559583" sldId="272"/>
            <ac:spMk id="15" creationId="{9AFB1B04-493C-4980-2FF1-D5FD90141DF3}"/>
          </ac:spMkLst>
        </pc:spChg>
        <pc:spChg chg="add mod">
          <ac:chgData name="Chad Furl" userId="e1f063c0-f891-481e-b162-0b825299f031" providerId="ADAL" clId="{3E978C21-B3D0-4285-96BE-5AD851B5E1C0}" dt="2026-07-28T15:18:49.762" v="8255" actId="20577"/>
          <ac:spMkLst>
            <pc:docMk/>
            <pc:sldMk cId="176559583" sldId="272"/>
            <ac:spMk id="18" creationId="{2545D50F-098D-5A32-3825-9B2B54DA5DD1}"/>
          </ac:spMkLst>
        </pc:spChg>
      </pc:sldChg>
      <pc:sldChg chg="addSp delSp modSp add mod">
        <pc:chgData name="Chad Furl" userId="e1f063c0-f891-481e-b162-0b825299f031" providerId="ADAL" clId="{3E978C21-B3D0-4285-96BE-5AD851B5E1C0}" dt="2026-08-25T20:32:48.545" v="8290" actId="1037"/>
        <pc:sldMkLst>
          <pc:docMk/>
          <pc:sldMk cId="756848099" sldId="275"/>
        </pc:sldMkLst>
        <pc:picChg chg="add del mod">
          <ac:chgData name="Chad Furl" userId="e1f063c0-f891-481e-b162-0b825299f031" providerId="ADAL" clId="{3E978C21-B3D0-4285-96BE-5AD851B5E1C0}" dt="2026-08-25T20:28:58.634" v="8270" actId="478"/>
          <ac:picMkLst>
            <pc:docMk/>
            <pc:sldMk cId="756848099" sldId="275"/>
            <ac:picMk id="4" creationId="{21E7BB8E-91E8-9F1B-CBE3-DED89A9A6728}"/>
          </ac:picMkLst>
        </pc:picChg>
        <pc:picChg chg="add del mod">
          <ac:chgData name="Chad Furl" userId="e1f063c0-f891-481e-b162-0b825299f031" providerId="ADAL" clId="{3E978C21-B3D0-4285-96BE-5AD851B5E1C0}" dt="2026-08-25T20:32:34.967" v="8275" actId="478"/>
          <ac:picMkLst>
            <pc:docMk/>
            <pc:sldMk cId="756848099" sldId="275"/>
            <ac:picMk id="5" creationId="{6244E4E9-AE2B-41E3-66DB-16882ECB2F83}"/>
          </ac:picMkLst>
        </pc:picChg>
        <pc:picChg chg="add mod">
          <ac:chgData name="Chad Furl" userId="e1f063c0-f891-481e-b162-0b825299f031" providerId="ADAL" clId="{3E978C21-B3D0-4285-96BE-5AD851B5E1C0}" dt="2026-08-25T20:32:48.545" v="8290" actId="1037"/>
          <ac:picMkLst>
            <pc:docMk/>
            <pc:sldMk cId="756848099" sldId="275"/>
            <ac:picMk id="7" creationId="{2A4645D7-5E0C-0C84-3E98-6CE1F26D9A08}"/>
          </ac:picMkLst>
        </pc:picChg>
      </pc:sldChg>
      <pc:sldChg chg="addSp delSp modSp del mod">
        <pc:chgData name="Chad Furl" userId="e1f063c0-f891-481e-b162-0b825299f031" providerId="ADAL" clId="{3E978C21-B3D0-4285-96BE-5AD851B5E1C0}" dt="2026-08-25T20:43:36.820" v="8322" actId="47"/>
        <pc:sldMkLst>
          <pc:docMk/>
          <pc:sldMk cId="2807261502" sldId="276"/>
        </pc:sldMkLst>
        <pc:picChg chg="add del mod">
          <ac:chgData name="Chad Furl" userId="e1f063c0-f891-481e-b162-0b825299f031" providerId="ADAL" clId="{3E978C21-B3D0-4285-96BE-5AD851B5E1C0}" dt="2026-08-25T20:40:06.256" v="8293" actId="478"/>
          <ac:picMkLst>
            <pc:docMk/>
            <pc:sldMk cId="2807261502" sldId="276"/>
            <ac:picMk id="4" creationId="{89194FB3-0DAE-5794-4AAC-469296056887}"/>
          </ac:picMkLst>
        </pc:picChg>
        <pc:picChg chg="add mod">
          <ac:chgData name="Chad Furl" userId="e1f063c0-f891-481e-b162-0b825299f031" providerId="ADAL" clId="{3E978C21-B3D0-4285-96BE-5AD851B5E1C0}" dt="2026-08-25T20:41:18.254" v="8298" actId="14100"/>
          <ac:picMkLst>
            <pc:docMk/>
            <pc:sldMk cId="2807261502" sldId="276"/>
            <ac:picMk id="9" creationId="{200DB36E-3EB8-DCA4-B6A7-5E08B7D989AA}"/>
          </ac:picMkLst>
        </pc:picChg>
        <pc:picChg chg="add del">
          <ac:chgData name="Chad Furl" userId="e1f063c0-f891-481e-b162-0b825299f031" providerId="ADAL" clId="{3E978C21-B3D0-4285-96BE-5AD851B5E1C0}" dt="2026-08-25T20:42:34.025" v="8312" actId="22"/>
          <ac:picMkLst>
            <pc:docMk/>
            <pc:sldMk cId="2807261502" sldId="276"/>
            <ac:picMk id="11" creationId="{791CEB9F-942C-7133-8022-488970EFFEB8}"/>
          </ac:picMkLst>
        </pc:picChg>
        <pc:picChg chg="del">
          <ac:chgData name="Chad Furl" userId="e1f063c0-f891-481e-b162-0b825299f031" providerId="ADAL" clId="{3E978C21-B3D0-4285-96BE-5AD851B5E1C0}" dt="2026-08-25T20:41:09.217" v="8296" actId="478"/>
          <ac:picMkLst>
            <pc:docMk/>
            <pc:sldMk cId="2807261502" sldId="276"/>
            <ac:picMk id="26" creationId="{A0CA4946-C8A3-B185-0A6B-38A9B74B3240}"/>
          </ac:picMkLst>
        </pc:picChg>
      </pc:sldChg>
      <pc:sldChg chg="addSp delSp modSp mod">
        <pc:chgData name="Chad Furl" userId="e1f063c0-f891-481e-b162-0b825299f031" providerId="ADAL" clId="{3E978C21-B3D0-4285-96BE-5AD851B5E1C0}" dt="2026-08-25T20:42:15.345" v="8309" actId="14100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8-25T20:42:15.345" v="8309" actId="14100"/>
          <ac:spMkLst>
            <pc:docMk/>
            <pc:sldMk cId="4259639059" sldId="277"/>
            <ac:spMk id="20" creationId="{32248B0F-CBDD-DDE3-344A-BA4438747353}"/>
          </ac:spMkLst>
        </pc:spChg>
        <pc:spChg chg="mod">
          <ac:chgData name="Chad Furl" userId="e1f063c0-f891-481e-b162-0b825299f031" providerId="ADAL" clId="{3E978C21-B3D0-4285-96BE-5AD851B5E1C0}" dt="2026-08-25T20:42:05.558" v="8306" actId="1076"/>
          <ac:spMkLst>
            <pc:docMk/>
            <pc:sldMk cId="4259639059" sldId="277"/>
            <ac:spMk id="21" creationId="{72ADC453-7266-F6C4-36C1-423608A01AE0}"/>
          </ac:spMkLst>
        </pc:spChg>
        <pc:picChg chg="del">
          <ac:chgData name="Chad Furl" userId="e1f063c0-f891-481e-b162-0b825299f031" providerId="ADAL" clId="{3E978C21-B3D0-4285-96BE-5AD851B5E1C0}" dt="2026-08-25T20:41:35.075" v="8299" actId="478"/>
          <ac:picMkLst>
            <pc:docMk/>
            <pc:sldMk cId="4259639059" sldId="277"/>
            <ac:picMk id="4" creationId="{14098F59-1202-6EC9-F0B9-B978BABC3036}"/>
          </ac:picMkLst>
        </pc:picChg>
        <pc:picChg chg="add mod">
          <ac:chgData name="Chad Furl" userId="e1f063c0-f891-481e-b162-0b825299f031" providerId="ADAL" clId="{3E978C21-B3D0-4285-96BE-5AD851B5E1C0}" dt="2026-08-25T20:41:58.021" v="8304" actId="1076"/>
          <ac:picMkLst>
            <pc:docMk/>
            <pc:sldMk cId="4259639059" sldId="277"/>
            <ac:picMk id="5" creationId="{8FEE3A5A-9EE8-BB07-1931-84B3B6480B9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5T20:44:41.063" v="8336" actId="14100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8-25T20:44:28.746" v="8333" actId="14100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8-25T20:44:06.480" v="8328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8-25T20:44:04.630" v="832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8-25T20:44:38.840" v="833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8-25T20:44:41.063" v="8336" actId="14100"/>
          <ac:spMkLst>
            <pc:docMk/>
            <pc:sldMk cId="2720698694" sldId="279"/>
            <ac:spMk id="21" creationId="{5EC6A81E-27B6-ADEC-70E9-3A368AB7E8AF}"/>
          </ac:spMkLst>
        </pc:spChg>
        <pc:picChg chg="add mod">
          <ac:chgData name="Chad Furl" userId="e1f063c0-f891-481e-b162-0b825299f031" providerId="ADAL" clId="{3E978C21-B3D0-4285-96BE-5AD851B5E1C0}" dt="2026-08-25T20:44:32.837" v="8334" actId="14100"/>
          <ac:picMkLst>
            <pc:docMk/>
            <pc:sldMk cId="2720698694" sldId="279"/>
            <ac:picMk id="5" creationId="{A89C796B-6820-2A08-84E9-26BF13CFAF55}"/>
          </ac:picMkLst>
        </pc:picChg>
      </pc:sldChg>
      <pc:sldChg chg="delSp modSp mod">
        <pc:chgData name="Chad Furl" userId="e1f063c0-f891-481e-b162-0b825299f031" providerId="ADAL" clId="{3E978C21-B3D0-4285-96BE-5AD851B5E1C0}" dt="2026-07-28T15:26:55.554" v="8262" actId="20577"/>
        <pc:sldMkLst>
          <pc:docMk/>
          <pc:sldMk cId="2561491626" sldId="280"/>
        </pc:sldMkLst>
        <pc:spChg chg="mod">
          <ac:chgData name="Chad Furl" userId="e1f063c0-f891-481e-b162-0b825299f031" providerId="ADAL" clId="{3E978C21-B3D0-4285-96BE-5AD851B5E1C0}" dt="2026-07-27T18:47:05.891" v="5483"/>
          <ac:spMkLst>
            <pc:docMk/>
            <pc:sldMk cId="2561491626" sldId="280"/>
            <ac:spMk id="3" creationId="{6E961769-B521-F127-DBD7-EEE3093FEFAC}"/>
          </ac:spMkLst>
        </pc:spChg>
        <pc:spChg chg="mod">
          <ac:chgData name="Chad Furl" userId="e1f063c0-f891-481e-b162-0b825299f031" providerId="ADAL" clId="{3E978C21-B3D0-4285-96BE-5AD851B5E1C0}" dt="2026-07-28T15:26:55.554" v="8262" actId="20577"/>
          <ac:spMkLst>
            <pc:docMk/>
            <pc:sldMk cId="2561491626" sldId="280"/>
            <ac:spMk id="4" creationId="{9CFBA368-E7E8-2B7D-B4D0-042E0DBC8B21}"/>
          </ac:spMkLst>
        </pc:spChg>
        <pc:spChg chg="mod">
          <ac:chgData name="Chad Furl" userId="e1f063c0-f891-481e-b162-0b825299f031" providerId="ADAL" clId="{3E978C21-B3D0-4285-96BE-5AD851B5E1C0}" dt="2026-07-27T20:55:14.936" v="6759" actId="1076"/>
          <ac:spMkLst>
            <pc:docMk/>
            <pc:sldMk cId="2561491626" sldId="280"/>
            <ac:spMk id="5" creationId="{EF16BABF-6F9B-AC38-727D-1F9D07151E6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6" creationId="{D43A2A13-5354-B1FE-EF4C-98C50F144DFE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7" creationId="{2DC60E82-F7E9-8CD7-8047-55C6ECB83731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8" creationId="{7824543D-2A3D-11D3-4059-630A10655471}"/>
          </ac:spMkLst>
        </pc:spChg>
        <pc:spChg chg="mod">
          <ac:chgData name="Chad Furl" userId="e1f063c0-f891-481e-b162-0b825299f031" providerId="ADAL" clId="{3E978C21-B3D0-4285-96BE-5AD851B5E1C0}" dt="2026-07-27T20:55:25.634" v="6762" actId="1036"/>
          <ac:spMkLst>
            <pc:docMk/>
            <pc:sldMk cId="2561491626" sldId="280"/>
            <ac:spMk id="9" creationId="{A29DC7A7-3450-D4D2-312D-E4CE70980200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2" creationId="{684D43BE-0AFD-BED7-90F4-A84B8E07DAFD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3" creationId="{983EAE42-2A4F-57C7-2876-D9D038A6C312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4" creationId="{37D1E979-00C1-1F38-8AC6-978060E03BCA}"/>
          </ac:spMkLst>
        </pc:spChg>
        <pc:spChg chg="mod">
          <ac:chgData name="Chad Furl" userId="e1f063c0-f891-481e-b162-0b825299f031" providerId="ADAL" clId="{3E978C21-B3D0-4285-96BE-5AD851B5E1C0}" dt="2026-07-27T20:55:05.409" v="6755" actId="1076"/>
          <ac:spMkLst>
            <pc:docMk/>
            <pc:sldMk cId="2561491626" sldId="280"/>
            <ac:spMk id="15" creationId="{5CBA2121-F3E8-9F10-0928-1BBDA0EE2B2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8" creationId="{EA5E8DE2-AFA7-A8FF-BF90-0639EA08E984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9" creationId="{3603E3A7-68CC-5D01-28A6-3FC2932296B8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0" creationId="{F716BA4A-F0F3-E5A3-B642-F01805648789}"/>
          </ac:spMkLst>
        </pc:spChg>
        <pc:spChg chg="mod">
          <ac:chgData name="Chad Furl" userId="e1f063c0-f891-481e-b162-0b825299f031" providerId="ADAL" clId="{3E978C21-B3D0-4285-96BE-5AD851B5E1C0}" dt="2026-07-27T20:54:21.186" v="6738" actId="20577"/>
          <ac:spMkLst>
            <pc:docMk/>
            <pc:sldMk cId="2561491626" sldId="280"/>
            <ac:spMk id="21" creationId="{601760F6-E344-D95D-1ADF-BA1681A97631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24" creationId="{0D5FF24F-5D90-7A9C-C4F5-3858E112CA73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5" creationId="{DA76F1A4-06D9-9CD0-7A1E-879152D3D800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6" creationId="{70BFE93B-3EBF-7BBC-707D-C7587E515671}"/>
          </ac:spMkLst>
        </pc:spChg>
        <pc:spChg chg="mod">
          <ac:chgData name="Chad Furl" userId="e1f063c0-f891-481e-b162-0b825299f031" providerId="ADAL" clId="{3E978C21-B3D0-4285-96BE-5AD851B5E1C0}" dt="2026-07-27T20:55:36.327" v="6763" actId="1076"/>
          <ac:spMkLst>
            <pc:docMk/>
            <pc:sldMk cId="2561491626" sldId="280"/>
            <ac:spMk id="27" creationId="{B914B770-F36A-AF1A-DE5B-3B083164BC12}"/>
          </ac:spMkLst>
        </pc:spChg>
      </pc:sldChg>
      <pc:sldChg chg="addSp delSp modSp mod">
        <pc:chgData name="Chad Furl" userId="e1f063c0-f891-481e-b162-0b825299f031" providerId="ADAL" clId="{3E978C21-B3D0-4285-96BE-5AD851B5E1C0}" dt="2026-07-27T18:28:41.101" v="5074" actId="1076"/>
        <pc:sldMkLst>
          <pc:docMk/>
          <pc:sldMk cId="530675565" sldId="281"/>
        </pc:sldMkLst>
        <pc:spChg chg="mod">
          <ac:chgData name="Chad Furl" userId="e1f063c0-f891-481e-b162-0b825299f031" providerId="ADAL" clId="{3E978C21-B3D0-4285-96BE-5AD851B5E1C0}" dt="2026-07-27T18:04:15.234" v="4491" actId="20577"/>
          <ac:spMkLst>
            <pc:docMk/>
            <pc:sldMk cId="530675565" sldId="281"/>
            <ac:spMk id="4" creationId="{54AE35C7-5A7F-E762-7FC7-1E8D84B5C6EA}"/>
          </ac:spMkLst>
        </pc:spChg>
        <pc:spChg chg="mod">
          <ac:chgData name="Chad Furl" userId="e1f063c0-f891-481e-b162-0b825299f031" providerId="ADAL" clId="{3E978C21-B3D0-4285-96BE-5AD851B5E1C0}" dt="2026-07-27T18:04:45.710" v="4513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3E978C21-B3D0-4285-96BE-5AD851B5E1C0}" dt="2026-07-27T18:06:08.453" v="4874" actId="313"/>
          <ac:spMkLst>
            <pc:docMk/>
            <pc:sldMk cId="530675565" sldId="281"/>
            <ac:spMk id="17" creationId="{F4E6C53A-0BB8-99C2-5EC4-79ED2B4F04F6}"/>
          </ac:spMkLst>
        </pc:spChg>
        <pc:spChg chg="mod">
          <ac:chgData name="Chad Furl" userId="e1f063c0-f891-481e-b162-0b825299f031" providerId="ADAL" clId="{3E978C21-B3D0-4285-96BE-5AD851B5E1C0}" dt="2026-07-27T18:08:17.908" v="5066" actId="10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3E978C21-B3D0-4285-96BE-5AD851B5E1C0}" dt="2026-07-27T18:07:59.158" v="5044" actId="14100"/>
          <ac:spMkLst>
            <pc:docMk/>
            <pc:sldMk cId="530675565" sldId="281"/>
            <ac:spMk id="20" creationId="{90629266-FDB0-BA1B-3B08-4118753A5598}"/>
          </ac:spMkLst>
        </pc:spChg>
        <pc:picChg chg="add mod">
          <ac:chgData name="Chad Furl" userId="e1f063c0-f891-481e-b162-0b825299f031" providerId="ADAL" clId="{3E978C21-B3D0-4285-96BE-5AD851B5E1C0}" dt="2026-07-27T18:28:41.101" v="5074" actId="1076"/>
          <ac:picMkLst>
            <pc:docMk/>
            <pc:sldMk cId="530675565" sldId="281"/>
            <ac:picMk id="8" creationId="{A3ED7D0B-C094-5F87-B348-7858F681EBAB}"/>
          </ac:picMkLst>
        </pc:picChg>
      </pc:sldChg>
      <pc:sldChg chg="addSp delSp modSp mod">
        <pc:chgData name="Chad Furl" userId="e1f063c0-f891-481e-b162-0b825299f031" providerId="ADAL" clId="{3E978C21-B3D0-4285-96BE-5AD851B5E1C0}" dt="2026-07-27T21:07:06.284" v="6802" actId="20577"/>
        <pc:sldMkLst>
          <pc:docMk/>
          <pc:sldMk cId="2950022952" sldId="282"/>
        </pc:sldMkLst>
        <pc:spChg chg="mod">
          <ac:chgData name="Chad Furl" userId="e1f063c0-f891-481e-b162-0b825299f031" providerId="ADAL" clId="{3E978C21-B3D0-4285-96BE-5AD851B5E1C0}" dt="2026-07-27T18:40:43.041" v="5105" actId="20577"/>
          <ac:spMkLst>
            <pc:docMk/>
            <pc:sldMk cId="2950022952" sldId="282"/>
            <ac:spMk id="3" creationId="{08FB2688-C35A-FF41-8432-024B00C84D64}"/>
          </ac:spMkLst>
        </pc:spChg>
        <pc:spChg chg="mod">
          <ac:chgData name="Chad Furl" userId="e1f063c0-f891-481e-b162-0b825299f031" providerId="ADAL" clId="{3E978C21-B3D0-4285-96BE-5AD851B5E1C0}" dt="2026-07-27T20:16:44.841" v="6025" actId="207"/>
          <ac:spMkLst>
            <pc:docMk/>
            <pc:sldMk cId="2950022952" sldId="282"/>
            <ac:spMk id="20" creationId="{DE70C874-E13D-8DD9-1378-898CF61C50AC}"/>
          </ac:spMkLst>
        </pc:spChg>
        <pc:spChg chg="mod">
          <ac:chgData name="Chad Furl" userId="e1f063c0-f891-481e-b162-0b825299f031" providerId="ADAL" clId="{3E978C21-B3D0-4285-96BE-5AD851B5E1C0}" dt="2026-07-27T18:41:04.216" v="5110" actId="20577"/>
          <ac:spMkLst>
            <pc:docMk/>
            <pc:sldMk cId="2950022952" sldId="282"/>
            <ac:spMk id="21" creationId="{0658F7C2-6A7D-5207-E4DE-ACBB919D8247}"/>
          </ac:spMkLst>
        </pc:spChg>
        <pc:spChg chg="mod">
          <ac:chgData name="Chad Furl" userId="e1f063c0-f891-481e-b162-0b825299f031" providerId="ADAL" clId="{3E978C21-B3D0-4285-96BE-5AD851B5E1C0}" dt="2026-07-27T18:41:54.250" v="5167" actId="1035"/>
          <ac:spMkLst>
            <pc:docMk/>
            <pc:sldMk cId="2950022952" sldId="282"/>
            <ac:spMk id="22" creationId="{5B135F07-0D76-A22B-58E0-D842A5D006F6}"/>
          </ac:spMkLst>
        </pc:spChg>
        <pc:spChg chg="mod">
          <ac:chgData name="Chad Furl" userId="e1f063c0-f891-481e-b162-0b825299f031" providerId="ADAL" clId="{3E978C21-B3D0-4285-96BE-5AD851B5E1C0}" dt="2026-07-27T18:44:01.702" v="5302" actId="6549"/>
          <ac:spMkLst>
            <pc:docMk/>
            <pc:sldMk cId="2950022952" sldId="282"/>
            <ac:spMk id="23" creationId="{130FE826-C4EB-1340-F185-33A5F81D0305}"/>
          </ac:spMkLst>
        </pc:spChg>
        <pc:spChg chg="mod">
          <ac:chgData name="Chad Furl" userId="e1f063c0-f891-481e-b162-0b825299f031" providerId="ADAL" clId="{3E978C21-B3D0-4285-96BE-5AD851B5E1C0}" dt="2026-07-27T18:44:57.766" v="5318" actId="20577"/>
          <ac:spMkLst>
            <pc:docMk/>
            <pc:sldMk cId="2950022952" sldId="282"/>
            <ac:spMk id="25" creationId="{6F100EA2-3FD1-19B5-ED7A-983215B08725}"/>
          </ac:spMkLst>
        </pc:spChg>
        <pc:spChg chg="mod">
          <ac:chgData name="Chad Furl" userId="e1f063c0-f891-481e-b162-0b825299f031" providerId="ADAL" clId="{3E978C21-B3D0-4285-96BE-5AD851B5E1C0}" dt="2026-07-27T20:16:18.351" v="6024" actId="20577"/>
          <ac:spMkLst>
            <pc:docMk/>
            <pc:sldMk cId="2950022952" sldId="282"/>
            <ac:spMk id="26" creationId="{416F8B0F-A077-C98E-510D-139C0EC07CD9}"/>
          </ac:spMkLst>
        </pc:spChg>
        <pc:spChg chg="add mod">
          <ac:chgData name="Chad Furl" userId="e1f063c0-f891-481e-b162-0b825299f031" providerId="ADAL" clId="{3E978C21-B3D0-4285-96BE-5AD851B5E1C0}" dt="2026-07-27T20:16:53.389" v="6027" actId="14100"/>
          <ac:spMkLst>
            <pc:docMk/>
            <pc:sldMk cId="2950022952" sldId="282"/>
            <ac:spMk id="42" creationId="{F262FEF3-AA9E-FAEF-7D40-0DAC3B22F3E7}"/>
          </ac:spMkLst>
        </pc:spChg>
        <pc:spChg chg="add mod">
          <ac:chgData name="Chad Furl" userId="e1f063c0-f891-481e-b162-0b825299f031" providerId="ADAL" clId="{3E978C21-B3D0-4285-96BE-5AD851B5E1C0}" dt="2026-07-27T21:07:06.284" v="6802" actId="20577"/>
          <ac:spMkLst>
            <pc:docMk/>
            <pc:sldMk cId="2950022952" sldId="282"/>
            <ac:spMk id="43" creationId="{5724CE17-F305-D401-5A3B-6203639F355F}"/>
          </ac:spMkLst>
        </pc:spChg>
        <pc:picChg chg="add mod">
          <ac:chgData name="Chad Furl" userId="e1f063c0-f891-481e-b162-0b825299f031" providerId="ADAL" clId="{3E978C21-B3D0-4285-96BE-5AD851B5E1C0}" dt="2026-07-27T20:15:15.188" v="6008" actId="1035"/>
          <ac:picMkLst>
            <pc:docMk/>
            <pc:sldMk cId="2950022952" sldId="282"/>
            <ac:picMk id="37" creationId="{C254CBFD-500C-BAEB-89DD-B4E0273F0AC5}"/>
          </ac:picMkLst>
        </pc:picChg>
      </pc:sldChg>
      <pc:sldChg chg="addSp delSp modSp mod">
        <pc:chgData name="Chad Furl" userId="e1f063c0-f891-481e-b162-0b825299f031" providerId="ADAL" clId="{3E978C21-B3D0-4285-96BE-5AD851B5E1C0}" dt="2026-07-28T14:55:09.809" v="8213" actId="1076"/>
        <pc:sldMkLst>
          <pc:docMk/>
          <pc:sldMk cId="1010918233" sldId="283"/>
        </pc:sldMkLst>
        <pc:spChg chg="mod">
          <ac:chgData name="Chad Furl" userId="e1f063c0-f891-481e-b162-0b825299f031" providerId="ADAL" clId="{3E978C21-B3D0-4285-96BE-5AD851B5E1C0}" dt="2026-07-28T14:52:41.832" v="8069"/>
          <ac:spMkLst>
            <pc:docMk/>
            <pc:sldMk cId="1010918233" sldId="283"/>
            <ac:spMk id="3" creationId="{EA101CB9-8EFC-4902-7898-30AE7EB55660}"/>
          </ac:spMkLst>
        </pc:spChg>
        <pc:spChg chg="mod">
          <ac:chgData name="Chad Furl" userId="e1f063c0-f891-481e-b162-0b825299f031" providerId="ADAL" clId="{3E978C21-B3D0-4285-96BE-5AD851B5E1C0}" dt="2026-07-28T14:52:21.779" v="8068" actId="14100"/>
          <ac:spMkLst>
            <pc:docMk/>
            <pc:sldMk cId="1010918233" sldId="283"/>
            <ac:spMk id="20" creationId="{0A4B3143-5494-6D21-E139-33776C670876}"/>
          </ac:spMkLst>
        </pc:spChg>
        <pc:spChg chg="add mod">
          <ac:chgData name="Chad Furl" userId="e1f063c0-f891-481e-b162-0b825299f031" providerId="ADAL" clId="{3E978C21-B3D0-4285-96BE-5AD851B5E1C0}" dt="2026-07-28T14:55:09.809" v="8213" actId="1076"/>
          <ac:spMkLst>
            <pc:docMk/>
            <pc:sldMk cId="1010918233" sldId="283"/>
            <ac:spMk id="36" creationId="{49327E82-2D43-2A1E-9B0A-F1EEEC8DADBA}"/>
          </ac:spMkLst>
        </pc:spChg>
        <pc:picChg chg="add mod">
          <ac:chgData name="Chad Furl" userId="e1f063c0-f891-481e-b162-0b825299f031" providerId="ADAL" clId="{3E978C21-B3D0-4285-96BE-5AD851B5E1C0}" dt="2026-07-28T14:51:58.554" v="8040" actId="1035"/>
          <ac:picMkLst>
            <pc:docMk/>
            <pc:sldMk cId="1010918233" sldId="283"/>
            <ac:picMk id="35" creationId="{F84F2CFB-159F-19A1-6F6A-03ED7753A44D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7T21:18:18.952" v="7077" actId="22"/>
        <pc:sldMkLst>
          <pc:docMk/>
          <pc:sldMk cId="2724402312" sldId="284"/>
        </pc:sldMkLst>
        <pc:spChg chg="mod">
          <ac:chgData name="Chad Furl" userId="e1f063c0-f891-481e-b162-0b825299f031" providerId="ADAL" clId="{3E978C21-B3D0-4285-96BE-5AD851B5E1C0}" dt="2026-07-27T21:07:33.062" v="6823" actId="1035"/>
          <ac:spMkLst>
            <pc:docMk/>
            <pc:sldMk cId="2724402312" sldId="284"/>
            <ac:spMk id="21" creationId="{2BEC1F49-3AA6-221D-3564-B6FD72BE7F52}"/>
          </ac:spMkLst>
        </pc:spChg>
        <pc:spChg chg="mod">
          <ac:chgData name="Chad Furl" userId="e1f063c0-f891-481e-b162-0b825299f031" providerId="ADAL" clId="{3E978C21-B3D0-4285-96BE-5AD851B5E1C0}" dt="2026-07-27T21:09:49.552" v="6880" actId="27636"/>
          <ac:spMkLst>
            <pc:docMk/>
            <pc:sldMk cId="2724402312" sldId="284"/>
            <ac:spMk id="23" creationId="{023D4C50-067A-29D0-CDCC-A8B8C3C8483A}"/>
          </ac:spMkLst>
        </pc:spChg>
        <pc:spChg chg="mod">
          <ac:chgData name="Chad Furl" userId="e1f063c0-f891-481e-b162-0b825299f031" providerId="ADAL" clId="{3E978C21-B3D0-4285-96BE-5AD851B5E1C0}" dt="2026-07-27T21:14:36.668" v="6917" actId="20577"/>
          <ac:spMkLst>
            <pc:docMk/>
            <pc:sldMk cId="2724402312" sldId="284"/>
            <ac:spMk id="25" creationId="{71A2BAB2-3EE6-DD41-838E-990BA07AD61B}"/>
          </ac:spMkLst>
        </pc:spChg>
        <pc:spChg chg="mod">
          <ac:chgData name="Chad Furl" userId="e1f063c0-f891-481e-b162-0b825299f031" providerId="ADAL" clId="{3E978C21-B3D0-4285-96BE-5AD851B5E1C0}" dt="2026-07-27T21:17:43.048" v="7075" actId="20577"/>
          <ac:spMkLst>
            <pc:docMk/>
            <pc:sldMk cId="2724402312" sldId="284"/>
            <ac:spMk id="26" creationId="{37FE140A-470F-B6EE-3BE4-FA08040FC727}"/>
          </ac:spMkLst>
        </pc:spChg>
        <pc:spChg chg="mod">
          <ac:chgData name="Chad Furl" userId="e1f063c0-f891-481e-b162-0b825299f031" providerId="ADAL" clId="{3E978C21-B3D0-4285-96BE-5AD851B5E1C0}" dt="2026-07-27T21:07:02.393" v="6801" actId="20577"/>
          <ac:spMkLst>
            <pc:docMk/>
            <pc:sldMk cId="2724402312" sldId="284"/>
            <ac:spMk id="43" creationId="{ACF9EF35-2015-1EA6-0B4E-E0F4C2C77525}"/>
          </ac:spMkLst>
        </pc:spChg>
        <pc:picChg chg="add mod modCrop">
          <ac:chgData name="Chad Furl" userId="e1f063c0-f891-481e-b162-0b825299f031" providerId="ADAL" clId="{3E978C21-B3D0-4285-96BE-5AD851B5E1C0}" dt="2026-07-27T21:06:47.686" v="6800" actId="1076"/>
          <ac:picMkLst>
            <pc:docMk/>
            <pc:sldMk cId="2724402312" sldId="284"/>
            <ac:picMk id="4" creationId="{0E53E4DF-A621-772C-62DE-9D3FDA66079E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8T15:28:29.005" v="8269" actId="20577"/>
        <pc:sldMkLst>
          <pc:docMk/>
          <pc:sldMk cId="669081388" sldId="285"/>
        </pc:sldMkLst>
        <pc:spChg chg="mod">
          <ac:chgData name="Chad Furl" userId="e1f063c0-f891-481e-b162-0b825299f031" providerId="ADAL" clId="{3E978C21-B3D0-4285-96BE-5AD851B5E1C0}" dt="2026-07-27T21:29:42.468" v="7128"/>
          <ac:spMkLst>
            <pc:docMk/>
            <pc:sldMk cId="669081388" sldId="285"/>
            <ac:spMk id="3" creationId="{2C3FEE55-B7F3-D93D-3997-F273632B813C}"/>
          </ac:spMkLst>
        </pc:spChg>
        <pc:spChg chg="mod">
          <ac:chgData name="Chad Furl" userId="e1f063c0-f891-481e-b162-0b825299f031" providerId="ADAL" clId="{3E978C21-B3D0-4285-96BE-5AD851B5E1C0}" dt="2026-07-27T21:39:30.273" v="7411" actId="20577"/>
          <ac:spMkLst>
            <pc:docMk/>
            <pc:sldMk cId="669081388" sldId="285"/>
            <ac:spMk id="6" creationId="{601F56EB-F287-2877-28FD-3491055810DF}"/>
          </ac:spMkLst>
        </pc:spChg>
        <pc:spChg chg="mod">
          <ac:chgData name="Chad Furl" userId="e1f063c0-f891-481e-b162-0b825299f031" providerId="ADAL" clId="{3E978C21-B3D0-4285-96BE-5AD851B5E1C0}" dt="2026-07-27T21:32:13.352" v="7221" actId="20577"/>
          <ac:spMkLst>
            <pc:docMk/>
            <pc:sldMk cId="669081388" sldId="285"/>
            <ac:spMk id="7" creationId="{C1DC8F12-EDE4-E985-BE5E-43EFE9338D6A}"/>
          </ac:spMkLst>
        </pc:spChg>
        <pc:spChg chg="mod">
          <ac:chgData name="Chad Furl" userId="e1f063c0-f891-481e-b162-0b825299f031" providerId="ADAL" clId="{3E978C21-B3D0-4285-96BE-5AD851B5E1C0}" dt="2026-07-28T15:28:29.005" v="8269" actId="20577"/>
          <ac:spMkLst>
            <pc:docMk/>
            <pc:sldMk cId="669081388" sldId="285"/>
            <ac:spMk id="9" creationId="{B414ABAC-89A9-78F5-9748-5BBAA1598B98}"/>
          </ac:spMkLst>
        </pc:spChg>
        <pc:spChg chg="mod">
          <ac:chgData name="Chad Furl" userId="e1f063c0-f891-481e-b162-0b825299f031" providerId="ADAL" clId="{3E978C21-B3D0-4285-96BE-5AD851B5E1C0}" dt="2026-07-27T21:32:54.451" v="7269" actId="20577"/>
          <ac:spMkLst>
            <pc:docMk/>
            <pc:sldMk cId="669081388" sldId="285"/>
            <ac:spMk id="10" creationId="{C16E459D-BF51-79BE-A420-00C77EED8321}"/>
          </ac:spMkLst>
        </pc:spChg>
        <pc:spChg chg="mod">
          <ac:chgData name="Chad Furl" userId="e1f063c0-f891-481e-b162-0b825299f031" providerId="ADAL" clId="{3E978C21-B3D0-4285-96BE-5AD851B5E1C0}" dt="2026-07-27T21:32:31.015" v="7242" actId="20577"/>
          <ac:spMkLst>
            <pc:docMk/>
            <pc:sldMk cId="669081388" sldId="285"/>
            <ac:spMk id="12" creationId="{E360325F-BBBB-CF82-D5BA-D11DCF650F16}"/>
          </ac:spMkLst>
        </pc:spChg>
        <pc:spChg chg="mod">
          <ac:chgData name="Chad Furl" userId="e1f063c0-f891-481e-b162-0b825299f031" providerId="ADAL" clId="{3E978C21-B3D0-4285-96BE-5AD851B5E1C0}" dt="2026-07-27T21:31:02.751" v="7161" actId="20577"/>
          <ac:spMkLst>
            <pc:docMk/>
            <pc:sldMk cId="669081388" sldId="285"/>
            <ac:spMk id="14" creationId="{8267E2F5-0B7A-2D75-BF39-BEE00D7B4717}"/>
          </ac:spMkLst>
        </pc:spChg>
        <pc:spChg chg="mod">
          <ac:chgData name="Chad Furl" userId="e1f063c0-f891-481e-b162-0b825299f031" providerId="ADAL" clId="{3E978C21-B3D0-4285-96BE-5AD851B5E1C0}" dt="2026-07-28T13:51:40.801" v="7480" actId="20577"/>
          <ac:spMkLst>
            <pc:docMk/>
            <pc:sldMk cId="669081388" sldId="285"/>
            <ac:spMk id="15" creationId="{5782B221-F5F5-D54F-019B-693E6E9ED990}"/>
          </ac:spMkLst>
        </pc:spChg>
        <pc:spChg chg="mod">
          <ac:chgData name="Chad Furl" userId="e1f063c0-f891-481e-b162-0b825299f031" providerId="ADAL" clId="{3E978C21-B3D0-4285-96BE-5AD851B5E1C0}" dt="2026-07-27T21:36:43.602" v="7293" actId="20577"/>
          <ac:spMkLst>
            <pc:docMk/>
            <pc:sldMk cId="669081388" sldId="285"/>
            <ac:spMk id="17" creationId="{3FA547B9-8CA5-1256-6E71-9B8F3884DA7B}"/>
          </ac:spMkLst>
        </pc:spChg>
        <pc:spChg chg="mod">
          <ac:chgData name="Chad Furl" userId="e1f063c0-f891-481e-b162-0b825299f031" providerId="ADAL" clId="{3E978C21-B3D0-4285-96BE-5AD851B5E1C0}" dt="2026-07-27T21:31:13.234" v="7172" actId="20577"/>
          <ac:spMkLst>
            <pc:docMk/>
            <pc:sldMk cId="669081388" sldId="285"/>
            <ac:spMk id="19" creationId="{39D76CBF-B12C-04F2-26A3-60BEF681B49B}"/>
          </ac:spMkLst>
        </pc:spChg>
        <pc:spChg chg="mod">
          <ac:chgData name="Chad Furl" userId="e1f063c0-f891-481e-b162-0b825299f031" providerId="ADAL" clId="{3E978C21-B3D0-4285-96BE-5AD851B5E1C0}" dt="2026-07-27T21:38:04.532" v="7361" actId="20577"/>
          <ac:spMkLst>
            <pc:docMk/>
            <pc:sldMk cId="669081388" sldId="285"/>
            <ac:spMk id="20" creationId="{940D0C84-7156-C411-D6F6-F963200EECC8}"/>
          </ac:spMkLst>
        </pc:spChg>
        <pc:spChg chg="mod">
          <ac:chgData name="Chad Furl" userId="e1f063c0-f891-481e-b162-0b825299f031" providerId="ADAL" clId="{3E978C21-B3D0-4285-96BE-5AD851B5E1C0}" dt="2026-07-27T21:31:25.310" v="7195" actId="20577"/>
          <ac:spMkLst>
            <pc:docMk/>
            <pc:sldMk cId="669081388" sldId="285"/>
            <ac:spMk id="24" creationId="{0F841764-EACE-9D96-18F2-FAC52ADEF0A2}"/>
          </ac:spMkLst>
        </pc:spChg>
        <pc:spChg chg="mod">
          <ac:chgData name="Chad Furl" userId="e1f063c0-f891-481e-b162-0b825299f031" providerId="ADAL" clId="{3E978C21-B3D0-4285-96BE-5AD851B5E1C0}" dt="2026-07-27T21:39:20.719" v="7401" actId="20577"/>
          <ac:spMkLst>
            <pc:docMk/>
            <pc:sldMk cId="669081388" sldId="285"/>
            <ac:spMk id="25" creationId="{A28E21F8-5A61-323E-D3BB-9820238E8948}"/>
          </ac:spMkLst>
        </pc:spChg>
        <pc:spChg chg="add mod">
          <ac:chgData name="Chad Furl" userId="e1f063c0-f891-481e-b162-0b825299f031" providerId="ADAL" clId="{3E978C21-B3D0-4285-96BE-5AD851B5E1C0}" dt="2026-07-28T13:54:24.216" v="7577" actId="14100"/>
          <ac:spMkLst>
            <pc:docMk/>
            <pc:sldMk cId="669081388" sldId="285"/>
            <ac:spMk id="26" creationId="{483AA1B7-69AD-02C8-23C0-7270D072DE72}"/>
          </ac:spMkLst>
        </pc:spChg>
        <pc:spChg chg="mod">
          <ac:chgData name="Chad Furl" userId="e1f063c0-f891-481e-b162-0b825299f031" providerId="ADAL" clId="{3E978C21-B3D0-4285-96BE-5AD851B5E1C0}" dt="2026-07-27T21:39:48.485" v="7412" actId="14100"/>
          <ac:spMkLst>
            <pc:docMk/>
            <pc:sldMk cId="669081388" sldId="285"/>
            <ac:spMk id="28" creationId="{21E9A996-1E67-3F63-3FFF-51F56245F42F}"/>
          </ac:spMkLst>
        </pc:spChg>
        <pc:spChg chg="mod">
          <ac:chgData name="Chad Furl" userId="e1f063c0-f891-481e-b162-0b825299f031" providerId="ADAL" clId="{3E978C21-B3D0-4285-96BE-5AD851B5E1C0}" dt="2026-07-28T13:54:05.490" v="7569" actId="1076"/>
          <ac:spMkLst>
            <pc:docMk/>
            <pc:sldMk cId="669081388" sldId="285"/>
            <ac:spMk id="29" creationId="{E88EE2D9-B0BC-07B5-9713-DAB20E099459}"/>
          </ac:spMkLst>
        </pc:spChg>
        <pc:spChg chg="mod">
          <ac:chgData name="Chad Furl" userId="e1f063c0-f891-481e-b162-0b825299f031" providerId="ADAL" clId="{3E978C21-B3D0-4285-96BE-5AD851B5E1C0}" dt="2026-07-28T13:54:01.085" v="7568" actId="14100"/>
          <ac:spMkLst>
            <pc:docMk/>
            <pc:sldMk cId="669081388" sldId="285"/>
            <ac:spMk id="30" creationId="{EBF6A1E6-9BDE-54BE-A7DB-C50AA0A66F16}"/>
          </ac:spMkLst>
        </pc:spChg>
        <pc:spChg chg="add mod">
          <ac:chgData name="Chad Furl" userId="e1f063c0-f891-481e-b162-0b825299f031" providerId="ADAL" clId="{3E978C21-B3D0-4285-96BE-5AD851B5E1C0}" dt="2026-07-28T13:56:29.254" v="7708" actId="947"/>
          <ac:spMkLst>
            <pc:docMk/>
            <pc:sldMk cId="669081388" sldId="285"/>
            <ac:spMk id="34" creationId="{FE4ED51D-6D0B-DF6F-7BAB-0DC1AAA7D2BC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5" creationId="{CD9B1E4B-1C80-5C10-DF02-755BFFB240BC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7" creationId="{1AA25CFF-92C8-D6C2-83C0-382661B458B1}"/>
          </ac:spMkLst>
        </pc:spChg>
      </pc:sldChg>
      <pc:sldChg chg="modSp add mod">
        <pc:chgData name="Chad Furl" userId="e1f063c0-f891-481e-b162-0b825299f031" providerId="ADAL" clId="{3E978C21-B3D0-4285-96BE-5AD851B5E1C0}" dt="2026-07-27T21:19:21.518" v="7127" actId="20577"/>
        <pc:sldMkLst>
          <pc:docMk/>
          <pc:sldMk cId="1491919421" sldId="286"/>
        </pc:sldMkLst>
        <pc:spChg chg="mod">
          <ac:chgData name="Chad Furl" userId="e1f063c0-f891-481e-b162-0b825299f031" providerId="ADAL" clId="{3E978C21-B3D0-4285-96BE-5AD851B5E1C0}" dt="2026-07-27T21:19:21.518" v="7127" actId="20577"/>
          <ac:spMkLst>
            <pc:docMk/>
            <pc:sldMk cId="1491919421" sldId="286"/>
            <ac:spMk id="4" creationId="{A36D6E5B-75EA-57F8-1BC1-EB0C6CE1470B}"/>
          </ac:spMkLst>
        </pc:spChg>
        <pc:spChg chg="mod">
          <ac:chgData name="Chad Furl" userId="e1f063c0-f891-481e-b162-0b825299f031" providerId="ADAL" clId="{3E978C21-B3D0-4285-96BE-5AD851B5E1C0}" dt="2026-07-27T21:19:12.560" v="7125" actId="20577"/>
          <ac:spMkLst>
            <pc:docMk/>
            <pc:sldMk cId="1491919421" sldId="286"/>
            <ac:spMk id="5" creationId="{CEEA35C8-89AD-0B9B-524F-F5CE81B955EA}"/>
          </ac:spMkLst>
        </pc:spChg>
      </pc:sldChg>
      <pc:sldChg chg="addSp delSp modSp add mod">
        <pc:chgData name="Chad Furl" userId="e1f063c0-f891-481e-b162-0b825299f031" providerId="ADAL" clId="{3E978C21-B3D0-4285-96BE-5AD851B5E1C0}" dt="2026-07-28T15:16:13.456" v="8231"/>
        <pc:sldMkLst>
          <pc:docMk/>
          <pc:sldMk cId="99494152" sldId="287"/>
        </pc:sldMkLst>
        <pc:spChg chg="mod">
          <ac:chgData name="Chad Furl" userId="e1f063c0-f891-481e-b162-0b825299f031" providerId="ADAL" clId="{3E978C21-B3D0-4285-96BE-5AD851B5E1C0}" dt="2026-07-28T14:49:01.556" v="8019" actId="1076"/>
          <ac:spMkLst>
            <pc:docMk/>
            <pc:sldMk cId="99494152" sldId="287"/>
            <ac:spMk id="3" creationId="{C6F467FC-C4CA-967A-1B38-386BBC4A23AB}"/>
          </ac:spMkLst>
        </pc:spChg>
        <pc:spChg chg="add del">
          <ac:chgData name="Chad Furl" userId="e1f063c0-f891-481e-b162-0b825299f031" providerId="ADAL" clId="{3E978C21-B3D0-4285-96BE-5AD851B5E1C0}" dt="2026-07-28T14:43:17.004" v="7905" actId="478"/>
          <ac:spMkLst>
            <pc:docMk/>
            <pc:sldMk cId="99494152" sldId="287"/>
            <ac:spMk id="20" creationId="{B0C6F086-BA00-07F7-FE48-A20F496BD251}"/>
          </ac:spMkLst>
        </pc:spChg>
        <pc:spChg chg="mod">
          <ac:chgData name="Chad Furl" userId="e1f063c0-f891-481e-b162-0b825299f031" providerId="ADAL" clId="{3E978C21-B3D0-4285-96BE-5AD851B5E1C0}" dt="2026-07-28T14:45:19.764" v="7975" actId="1035"/>
          <ac:spMkLst>
            <pc:docMk/>
            <pc:sldMk cId="99494152" sldId="287"/>
            <ac:spMk id="21" creationId="{1D947F57-9DD6-CE9E-297A-F07C1E34315F}"/>
          </ac:spMkLst>
        </pc:spChg>
        <pc:spChg chg="mod">
          <ac:chgData name="Chad Furl" userId="e1f063c0-f891-481e-b162-0b825299f031" providerId="ADAL" clId="{3E978C21-B3D0-4285-96BE-5AD851B5E1C0}" dt="2026-07-28T14:49:00.077" v="8018" actId="1035"/>
          <ac:spMkLst>
            <pc:docMk/>
            <pc:sldMk cId="99494152" sldId="287"/>
            <ac:spMk id="22" creationId="{3BF84AAF-CB4E-F254-A760-19F27169B002}"/>
          </ac:spMkLst>
        </pc:spChg>
        <pc:spChg chg="mod">
          <ac:chgData name="Chad Furl" userId="e1f063c0-f891-481e-b162-0b825299f031" providerId="ADAL" clId="{3E978C21-B3D0-4285-96BE-5AD851B5E1C0}" dt="2026-07-28T14:40:29.596" v="7852" actId="14100"/>
          <ac:spMkLst>
            <pc:docMk/>
            <pc:sldMk cId="99494152" sldId="287"/>
            <ac:spMk id="23" creationId="{A5D3C15B-DC29-FB20-AC8B-CB1CCF03F4E7}"/>
          </ac:spMkLst>
        </pc:spChg>
        <pc:spChg chg="mod">
          <ac:chgData name="Chad Furl" userId="e1f063c0-f891-481e-b162-0b825299f031" providerId="ADAL" clId="{3E978C21-B3D0-4285-96BE-5AD851B5E1C0}" dt="2026-07-28T14:43:42.041" v="7909" actId="1076"/>
          <ac:spMkLst>
            <pc:docMk/>
            <pc:sldMk cId="99494152" sldId="287"/>
            <ac:spMk id="25" creationId="{A205E92E-E41E-FE69-D2D3-D4E0350175D4}"/>
          </ac:spMkLst>
        </pc:spChg>
        <pc:spChg chg="mod">
          <ac:chgData name="Chad Furl" userId="e1f063c0-f891-481e-b162-0b825299f031" providerId="ADAL" clId="{3E978C21-B3D0-4285-96BE-5AD851B5E1C0}" dt="2026-07-28T14:46:42.798" v="8005" actId="20577"/>
          <ac:spMkLst>
            <pc:docMk/>
            <pc:sldMk cId="99494152" sldId="287"/>
            <ac:spMk id="26" creationId="{D40E5D1D-F29C-6A43-D00E-6E5587A7514C}"/>
          </ac:spMkLst>
        </pc:spChg>
        <pc:spChg chg="mod">
          <ac:chgData name="Chad Furl" userId="e1f063c0-f891-481e-b162-0b825299f031" providerId="ADAL" clId="{3E978C21-B3D0-4285-96BE-5AD851B5E1C0}" dt="2026-07-28T15:16:13.456" v="8231"/>
          <ac:spMkLst>
            <pc:docMk/>
            <pc:sldMk cId="99494152" sldId="287"/>
            <ac:spMk id="32" creationId="{40A4495F-30DD-CD38-FD88-D7C704B6E182}"/>
          </ac:spMkLst>
        </pc:spChg>
        <pc:spChg chg="add mod">
          <ac:chgData name="Chad Furl" userId="e1f063c0-f891-481e-b162-0b825299f031" providerId="ADAL" clId="{3E978C21-B3D0-4285-96BE-5AD851B5E1C0}" dt="2026-07-28T14:37:18.622" v="7788" actId="20577"/>
          <ac:spMkLst>
            <pc:docMk/>
            <pc:sldMk cId="99494152" sldId="287"/>
            <ac:spMk id="37" creationId="{7B572E63-F3BC-1B37-6D8A-97A08A8F0AC3}"/>
          </ac:spMkLst>
        </pc:spChg>
        <pc:spChg chg="add mod">
          <ac:chgData name="Chad Furl" userId="e1f063c0-f891-481e-b162-0b825299f031" providerId="ADAL" clId="{3E978C21-B3D0-4285-96BE-5AD851B5E1C0}" dt="2026-07-28T14:45:03.903" v="7964" actId="1036"/>
          <ac:spMkLst>
            <pc:docMk/>
            <pc:sldMk cId="99494152" sldId="287"/>
            <ac:spMk id="39" creationId="{AA3C8E01-B881-EC52-DBA2-419A3466C8D0}"/>
          </ac:spMkLst>
        </pc:spChg>
        <pc:spChg chg="add mod">
          <ac:chgData name="Chad Furl" userId="e1f063c0-f891-481e-b162-0b825299f031" providerId="ADAL" clId="{3E978C21-B3D0-4285-96BE-5AD851B5E1C0}" dt="2026-07-28T14:45:03.903" v="7964" actId="1036"/>
          <ac:spMkLst>
            <pc:docMk/>
            <pc:sldMk cId="99494152" sldId="287"/>
            <ac:spMk id="41" creationId="{AE93A827-7709-7B87-7FD1-1D56C14977BB}"/>
          </ac:spMkLst>
        </pc:spChg>
        <pc:spChg chg="add mod">
          <ac:chgData name="Chad Furl" userId="e1f063c0-f891-481e-b162-0b825299f031" providerId="ADAL" clId="{3E978C21-B3D0-4285-96BE-5AD851B5E1C0}" dt="2026-07-28T14:44:59.674" v="7955" actId="1036"/>
          <ac:spMkLst>
            <pc:docMk/>
            <pc:sldMk cId="99494152" sldId="287"/>
            <ac:spMk id="43" creationId="{C15843D7-86B1-4917-DF33-5F45C30FBE4D}"/>
          </ac:spMkLst>
        </pc:spChg>
        <pc:spChg chg="add mod">
          <ac:chgData name="Chad Furl" userId="e1f063c0-f891-481e-b162-0b825299f031" providerId="ADAL" clId="{3E978C21-B3D0-4285-96BE-5AD851B5E1C0}" dt="2026-07-28T14:44:59.674" v="7955" actId="1036"/>
          <ac:spMkLst>
            <pc:docMk/>
            <pc:sldMk cId="99494152" sldId="287"/>
            <ac:spMk id="45" creationId="{028344C2-C778-E924-6194-F853DE393DF8}"/>
          </ac:spMkLst>
        </pc:spChg>
        <pc:picChg chg="add mod">
          <ac:chgData name="Chad Furl" userId="e1f063c0-f891-481e-b162-0b825299f031" providerId="ADAL" clId="{3E978C21-B3D0-4285-96BE-5AD851B5E1C0}" dt="2026-07-28T14:19:13.418" v="7725" actId="14100"/>
          <ac:picMkLst>
            <pc:docMk/>
            <pc:sldMk cId="99494152" sldId="287"/>
            <ac:picMk id="35" creationId="{0334D2EA-42B2-9C31-317D-B51C17CEC8E4}"/>
          </ac:picMkLst>
        </pc:picChg>
      </pc:sldChg>
      <pc:sldChg chg="add del setBg">
        <pc:chgData name="Chad Furl" userId="e1f063c0-f891-481e-b162-0b825299f031" providerId="ADAL" clId="{3E978C21-B3D0-4285-96BE-5AD851B5E1C0}" dt="2026-08-25T20:42:44.247" v="8314" actId="47"/>
        <pc:sldMkLst>
          <pc:docMk/>
          <pc:sldMk cId="827474300" sldId="288"/>
        </pc:sldMkLst>
      </pc:sldChg>
      <pc:sldChg chg="addSp delSp modSp add mod">
        <pc:chgData name="Chad Furl" userId="e1f063c0-f891-481e-b162-0b825299f031" providerId="ADAL" clId="{3E978C21-B3D0-4285-96BE-5AD851B5E1C0}" dt="2026-08-25T20:43:21.413" v="8321" actId="14100"/>
        <pc:sldMkLst>
          <pc:docMk/>
          <pc:sldMk cId="3672380108" sldId="289"/>
        </pc:sldMkLst>
        <pc:picChg chg="add mod">
          <ac:chgData name="Chad Furl" userId="e1f063c0-f891-481e-b162-0b825299f031" providerId="ADAL" clId="{3E978C21-B3D0-4285-96BE-5AD851B5E1C0}" dt="2026-08-25T20:43:21.413" v="8321" actId="14100"/>
          <ac:picMkLst>
            <pc:docMk/>
            <pc:sldMk cId="3672380108" sldId="289"/>
            <ac:picMk id="4" creationId="{4AB2CE20-657D-E02E-484D-9C57BA8C163C}"/>
          </ac:picMkLst>
        </pc:picChg>
        <pc:picChg chg="del">
          <ac:chgData name="Chad Furl" userId="e1f063c0-f891-481e-b162-0b825299f031" providerId="ADAL" clId="{3E978C21-B3D0-4285-96BE-5AD851B5E1C0}" dt="2026-08-25T20:43:11.625" v="8319" actId="478"/>
          <ac:picMkLst>
            <pc:docMk/>
            <pc:sldMk cId="3672380108" sldId="289"/>
            <ac:picMk id="5" creationId="{EF6EA99B-0329-2DDA-DE4B-52A60FB16A0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51CCD-C9DC-5500-CCA8-59E14533A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4BA2E-05E8-BA4F-95A2-7114C9467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23DBF0-E1E3-8A31-23FF-BB35A618B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03A9-0131-37CB-1443-0983BD398F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5482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827DF-CB37-554B-D951-9EC01936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3764C-49A2-E7E8-5B8A-BAE569C2C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99F4E-5DE9-A60B-ABBD-F511AC303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97316-1B8C-A4F8-E961-0DAAFC10DF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28537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CEF8-FFE0-983A-BD42-D05489E4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7E70-85AB-149A-8922-17EC20181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E5484-D0D5-FB12-74DF-82D6BDAA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E4D8A-9EE2-A32E-EEA4-36F4333F2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41488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2938-3C93-AD23-97C5-0856E0FA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6A8CB-311E-BEED-787C-0E4C45C2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21799-1BC3-558E-BFBA-39608B443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2F4D-F921-DF22-7898-F06DC9179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918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C5B0-F06A-25EA-2951-F1F4B824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5AC41-6F8F-7EB1-1112-0EEE5533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D437-7FE9-2B8D-3231-4AB26AD7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3FF1-3525-D7C4-DA28-5E32398D93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75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EB0C8-919F-D8C4-D2B3-9540144D3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C316D-20DE-736C-E09E-83520AF8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DB67-3DF9-8587-17DD-B8B9F1F7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80E36-2600-FEBA-C923-590255BF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9986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A6C71-7E62-4FA4-6C41-25817FEE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9452B-5805-EC28-8874-658B517E0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791D1-017E-D79C-0F7E-E8D3E528D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281C-BEF2-B4D6-92A5-00DB35885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66703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C07A-8C8B-2D52-18F1-1283D3D0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7398A-897C-E706-30EC-A0ACF1EB5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C01E-CB1F-8A30-C63E-64EA66519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DABD-F2BC-3E62-C63C-C522AF062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3583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48F4-D9E6-966C-9AFE-7249CD8E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87551-3ACF-B83A-339B-CF178EACD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94B2-3972-1383-4E63-C528A26F2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CB80-6C0E-788B-E49A-013AE7E9E9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4006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71923-097F-7B27-3726-F9C7D419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6F467FC-C4CA-967A-1B38-386BBC4A23AB}"/>
              </a:ext>
            </a:extLst>
          </p:cNvPr>
          <p:cNvSpPr txBox="1"/>
          <p:nvPr/>
        </p:nvSpPr>
        <p:spPr>
          <a:xfrm>
            <a:off x="685800" y="736629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0C6F086-BA00-07F7-FE48-A20F496BD251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D947F57-9DD6-CE9E-297A-F07C1E34315F}"/>
              </a:ext>
            </a:extLst>
          </p:cNvPr>
          <p:cNvSpPr txBox="1"/>
          <p:nvPr/>
        </p:nvSpPr>
        <p:spPr>
          <a:xfrm>
            <a:off x="8869680" y="200361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BF84AAF-CB4E-F254-A760-19F27169B002}"/>
              </a:ext>
            </a:extLst>
          </p:cNvPr>
          <p:cNvSpPr txBox="1"/>
          <p:nvPr/>
        </p:nvSpPr>
        <p:spPr>
          <a:xfrm>
            <a:off x="8869680" y="223435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Conditions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5D3C15B-DC29-FB20-AC8B-CB1CCF03F4E7}"/>
              </a:ext>
            </a:extLst>
          </p:cNvPr>
          <p:cNvSpPr txBox="1"/>
          <p:nvPr/>
        </p:nvSpPr>
        <p:spPr>
          <a:xfrm>
            <a:off x="8869680" y="2990088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83.6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89.4</a:t>
            </a: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205E92E-E41E-FE69-D2D3-D4E0350175D4}"/>
              </a:ext>
            </a:extLst>
          </p:cNvPr>
          <p:cNvSpPr txBox="1"/>
          <p:nvPr/>
        </p:nvSpPr>
        <p:spPr>
          <a:xfrm>
            <a:off x="8869680" y="521252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SPRINGFLOW RECORD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40E5D1D-F29C-6A43-D00E-6E5587A7514C}"/>
              </a:ext>
            </a:extLst>
          </p:cNvPr>
          <p:cNvSpPr txBox="1"/>
          <p:nvPr/>
        </p:nvSpPr>
        <p:spPr>
          <a:xfrm>
            <a:off x="8869680" y="5378014"/>
            <a:ext cx="2148840" cy="459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– USGS 08168710</a:t>
            </a: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– USGS 08170000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A3A6904-2C16-1C56-5057-1CD8EBFEB9CD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0A4495F-30DD-CD38-FD88-D7C704B6E182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31C2959-DD0C-A922-CEDD-CC4A3A1B600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334D2EA-42B2-9C31-317D-B51C17CE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39" y="1719072"/>
            <a:ext cx="7742247" cy="4343400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7B572E63-F3BC-1B37-6D8A-97A08A8F0AC3}"/>
              </a:ext>
            </a:extLst>
          </p:cNvPr>
          <p:cNvSpPr txBox="1"/>
          <p:nvPr/>
        </p:nvSpPr>
        <p:spPr>
          <a:xfrm>
            <a:off x="8869680" y="281169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ANNUAL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AA3C8E01-B881-EC52-DBA2-419A3466C8D0}"/>
              </a:ext>
            </a:extLst>
          </p:cNvPr>
          <p:cNvSpPr txBox="1"/>
          <p:nvPr/>
        </p:nvSpPr>
        <p:spPr>
          <a:xfrm>
            <a:off x="8869680" y="35919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DAILY MINIMUMS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E93A827-7709-7B87-7FD1-1D56C14977BB}"/>
              </a:ext>
            </a:extLst>
          </p:cNvPr>
          <p:cNvSpPr txBox="1"/>
          <p:nvPr/>
        </p:nvSpPr>
        <p:spPr>
          <a:xfrm>
            <a:off x="8869680" y="3774503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48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77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15843D7-86B1-4917-DF33-5F45C30FBE4D}"/>
              </a:ext>
            </a:extLst>
          </p:cNvPr>
          <p:cNvSpPr txBox="1"/>
          <p:nvPr/>
        </p:nvSpPr>
        <p:spPr>
          <a:xfrm>
            <a:off x="8869680" y="4393429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LONGTERM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028344C2-C778-E924-6194-F853DE393DF8}"/>
              </a:ext>
            </a:extLst>
          </p:cNvPr>
          <p:cNvSpPr txBox="1"/>
          <p:nvPr/>
        </p:nvSpPr>
        <p:spPr>
          <a:xfrm>
            <a:off x="8869680" y="4575951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280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170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</a:t>
            </a: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EXEMPT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Critical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84308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calculated as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1998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4645D7-5E0C-0C84-3E98-6CE1F26D9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704" y="1850205"/>
            <a:ext cx="7718967" cy="434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D1DB37-97C3-6A20-9E3B-E51624B76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C4462DC-E5CC-114E-D208-7AE6927E1FE2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97D0317-33E4-E052-539F-8EFAD3EB726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59C3A5-9994-F8DB-6BB8-FED9C695A77D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7816A80-4B73-73C9-DA63-E3241EE78692}"/>
              </a:ext>
            </a:extLst>
          </p:cNvPr>
          <p:cNvSpPr/>
          <p:nvPr/>
        </p:nvSpPr>
        <p:spPr>
          <a:xfrm>
            <a:off x="3685032" y="5962303"/>
            <a:ext cx="832839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B135E0B-D31F-C85C-8D4A-5DA398E9AB89}"/>
              </a:ext>
            </a:extLst>
          </p:cNvPr>
          <p:cNvSpPr txBox="1"/>
          <p:nvPr/>
        </p:nvSpPr>
        <p:spPr>
          <a:xfrm>
            <a:off x="4131887" y="6158069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7FD8A50-5E36-413D-F26B-6FB6B3B82825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8BF18DC-E56E-D10D-7C55-3CD9CE14F970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104D22-BE9E-A0E8-A31F-DE050A4E4B1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B2CE20-657D-E02E-484D-9C57BA8C1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070" y="1374330"/>
            <a:ext cx="8328393" cy="449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80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685032" y="5962303"/>
            <a:ext cx="832839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131887" y="6158069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E3A5A-9EE8-BB07-1931-84B3B6480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569525"/>
            <a:ext cx="8328394" cy="530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594358" y="343248"/>
            <a:ext cx="8900623" cy="18365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248048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3429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627995" y="5959602"/>
            <a:ext cx="912473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2798619" y="6051042"/>
            <a:ext cx="865952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994" y="1062185"/>
            <a:ext cx="9226761" cy="4840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983B6-A27D-A88F-3629-C7A90B4B5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9C208AE-E52D-B860-1043-E287AFBCC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F02EE4A-3F1E-1EA9-5D1F-7977FA113296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36D6E5B-75EA-57F8-1BC1-EB0C6CE1470B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EA35C8-89AD-0B9B-524F-F5CE81B955EA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AE7E93B-692A-A2D6-C3E1-8C39129AE1E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AD8410-1B31-E9BD-A6E1-366A2726130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A103F47D-6273-4043-B01C-4952319FC58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1919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79815-81AE-BC77-3F4E-B0B3D399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AC5EA63-82AA-3649-BEA0-7ED3FACD90F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E35C7-5A7F-E762-7FC7-1E8D84B5C6EA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the Texas Legislature directed the EAA and  other Permittees to participate in the Edwards Aquifer Recovery and Implementation Program to develop a plan for managing the Edwards that would protect the Covered Species.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EA05F96-9FE5-B9EC-8661-8F3FE1C6F913}"/>
              </a:ext>
            </a:extLst>
          </p:cNvPr>
          <p:cNvSpPr txBox="1"/>
          <p:nvPr/>
        </p:nvSpPr>
        <p:spPr>
          <a:xfrm>
            <a:off x="1188720" y="2112264"/>
            <a:ext cx="315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SB3 Article 1.14 (h)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4E6C53A-0BB8-99C2-5EC4-79ED2B4F04F6}"/>
              </a:ext>
            </a:extLst>
          </p:cNvPr>
          <p:cNvSpPr txBox="1"/>
          <p:nvPr/>
        </p:nvSpPr>
        <p:spPr>
          <a:xfrm>
            <a:off x="1188719" y="2487167"/>
            <a:ext cx="3822193" cy="1575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“… the authority, through a program,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shal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implement and enforce water management practices, procedures and methods to ensure that, not later than December 31, 2012, the continuous minimum </a:t>
            </a:r>
            <a:r>
              <a:rPr lang="en-US" sz="120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springflows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the Comal Springs and the San Marcos Springs are maintained…to the extent required by federal law…”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63747A"/>
              </a:solidFill>
              <a:effectLst/>
              <a:uLnTx/>
              <a:uFillTx/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solidFill>
                <a:srgbClr val="63747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This was partly a response to SB3 and raising the pumping cap to 572k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af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-yr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FD248B-AEFD-5A26-DA0E-4CCF0442E602}"/>
              </a:ext>
            </a:extLst>
          </p:cNvPr>
          <p:cNvSpPr txBox="1"/>
          <p:nvPr/>
        </p:nvSpPr>
        <p:spPr>
          <a:xfrm>
            <a:off x="1188720" y="4368760"/>
            <a:ext cx="3152692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Why was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</a:t>
            </a: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required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0629266-FDB0-BA1B-3B08-4118753A5598}"/>
              </a:ext>
            </a:extLst>
          </p:cNvPr>
          <p:cNvSpPr txBox="1"/>
          <p:nvPr/>
        </p:nvSpPr>
        <p:spPr>
          <a:xfrm>
            <a:off x="1188720" y="4720634"/>
            <a:ext cx="3822192" cy="1286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The EARIP was part of a negotiation at the Texas Legislature to raise the pumping cap to 572k ac-ft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9A1631-1004-8720-51CC-B12CD1C6AC83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326E4A3-AF54-3BE2-4D62-0027662B087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2957987-28CA-423F-4E32-2246DF6558D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3ED7D0B-C094-5F87-B348-7858F681EB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0540" y="3393928"/>
            <a:ext cx="6490447" cy="151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75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74062-ACAF-722B-F7F8-CAE0A99D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FB2688-C35A-FF41-8432-024B00C84D64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70C874-E13D-8DD9-1378-898CF61C50AC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658F7C2-6A7D-5207-E4DE-ACBB919D8247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EARIP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135F07-0D76-A22B-58E0-D842A5D006F6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30FE826-C4EB-1340-F185-33A5F81D0305}"/>
              </a:ext>
            </a:extLst>
          </p:cNvPr>
          <p:cNvSpPr txBox="1"/>
          <p:nvPr/>
        </p:nvSpPr>
        <p:spPr>
          <a:xfrm>
            <a:off x="8869680" y="3010258"/>
            <a:ext cx="2148840" cy="768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not adequate to 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7E0D4A-27CB-700C-613B-71DC10CD3F50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F100EA2-3FD1-19B5-ED7A-983215B08725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Appendix 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16F8B0F-A077-C98E-510D-139C0EC07CD9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HDR, et al., Evaluation of Water Management Programs and Alternatives for </a:t>
            </a:r>
            <a:r>
              <a:rPr kumimoji="0" lang="en-US" sz="1300" b="0" i="1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Protection of Endangered Species at Comal and San Marcos Springs, 2011. 157p.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760CB08-1C08-F9B2-F8FE-6C7107C5F7E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80808B9C-4392-D1FC-C807-E64AAC2A9D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94DCFE9-FBA5-48FB-83DE-A8ECEF4EF3F3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254CBFD-500C-BAEB-89DD-B4E0273F0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101310"/>
            <a:ext cx="6384484" cy="4788363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262FEF3-AA9E-FAEF-7D40-0DAC3B22F3E7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24CE17-F305-D401-5A3B-6203639F355F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Adapted from Figure 3-9, Simulated </a:t>
            </a:r>
            <a:r>
              <a:rPr lang="en-US" sz="1200" dirty="0" err="1">
                <a:solidFill>
                  <a:schemeClr val="bg1"/>
                </a:solidFill>
              </a:rPr>
              <a:t>Springflow</a:t>
            </a:r>
            <a:r>
              <a:rPr lang="en-US" sz="1200" dirty="0">
                <a:solidFill>
                  <a:schemeClr val="bg1"/>
                </a:solidFill>
              </a:rPr>
              <a:t> at Comal Springs (1947-1960).  </a:t>
            </a:r>
          </a:p>
          <a:p>
            <a:r>
              <a:rPr lang="en-US" sz="800" dirty="0">
                <a:solidFill>
                  <a:schemeClr val="bg1"/>
                </a:solidFill>
              </a:rPr>
              <a:t>*AI generated, line values are approximate.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0022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B51DD-521A-122E-28E0-044F5960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E961769-B521-F127-DBD7-EEE3093FEFA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BA368-E7E8-2B7D-B4D0-042E0DBC8B21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The EAHCP ‘Bottom-Up’ package charted a way forward to achieve minimum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</a:rPr>
              <a:t>springflows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 during a repeat of the DOR.  These Programs were put into place starting in 2013 with acceptance of the HCP and issuance of the ITP.</a:t>
            </a:r>
            <a:endParaRPr lang="en-US" sz="14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16BABF-6F9B-AC38-727D-1F9D07151E65}"/>
              </a:ext>
            </a:extLst>
          </p:cNvPr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3A2A13-5354-B1FE-EF4C-98C50F144DFE}"/>
              </a:ext>
            </a:extLst>
          </p:cNvPr>
          <p:cNvSpPr txBox="1"/>
          <p:nvPr/>
        </p:nvSpPr>
        <p:spPr>
          <a:xfrm>
            <a:off x="653367" y="2293163"/>
            <a:ext cx="2431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C60E82-F7E9-8CD7-8047-55C6ECB83731}"/>
              </a:ext>
            </a:extLst>
          </p:cNvPr>
          <p:cNvSpPr txBox="1"/>
          <p:nvPr/>
        </p:nvSpPr>
        <p:spPr>
          <a:xfrm>
            <a:off x="94183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824543D-2A3D-11D3-4059-630A10655471}"/>
              </a:ext>
            </a:extLst>
          </p:cNvPr>
          <p:cNvSpPr txBox="1"/>
          <p:nvPr/>
        </p:nvSpPr>
        <p:spPr>
          <a:xfrm>
            <a:off x="94183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20,000 ac-ft yr</a:t>
            </a:r>
            <a:r>
              <a:rPr kumimoji="0" lang="en-US" sz="18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9DC7A7-3450-D4D2-312D-E4CE70980200}"/>
              </a:ext>
            </a:extLst>
          </p:cNvPr>
          <p:cNvSpPr txBox="1"/>
          <p:nvPr/>
        </p:nvSpPr>
        <p:spPr>
          <a:xfrm>
            <a:off x="94183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 detection, high-efficiency plumbing, water reclamation.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32C1F9-7BF1-3535-429D-08730D0AFB8D}"/>
              </a:ext>
            </a:extLst>
          </p:cNvPr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AACAE0-2977-ECD6-9E57-691229BC0CA6}"/>
              </a:ext>
            </a:extLst>
          </p:cNvPr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4D43BE-0AFD-BED7-90F4-A84B8E07DAFD}"/>
              </a:ext>
            </a:extLst>
          </p:cNvPr>
          <p:cNvSpPr txBox="1"/>
          <p:nvPr/>
        </p:nvSpPr>
        <p:spPr>
          <a:xfrm>
            <a:off x="3602736" y="2293162"/>
            <a:ext cx="2130552" cy="813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VOLUNTARY IRRIGATION SUSPENSION PROGRAM OPTION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83EAE42-2A4F-57C7-2876-D9D038A6C312}"/>
              </a:ext>
            </a:extLst>
          </p:cNvPr>
          <p:cNvSpPr txBox="1"/>
          <p:nvPr/>
        </p:nvSpPr>
        <p:spPr>
          <a:xfrm>
            <a:off x="377647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D1E979-00C1-1F38-8AC6-978060E03BCA}"/>
              </a:ext>
            </a:extLst>
          </p:cNvPr>
          <p:cNvSpPr txBox="1"/>
          <p:nvPr/>
        </p:nvSpPr>
        <p:spPr>
          <a:xfrm>
            <a:off x="377647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41,795 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CBA2121-F3E8-9F10-0928-1BBDA0EE2B25}"/>
              </a:ext>
            </a:extLst>
          </p:cNvPr>
          <p:cNvSpPr txBox="1"/>
          <p:nvPr/>
        </p:nvSpPr>
        <p:spPr>
          <a:xfrm>
            <a:off x="377647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</a:rPr>
              <a:t>Suspends the use of enrolled irrigation water during drought.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2BF81-DCA2-E997-48DC-10C89D0A9C35}"/>
              </a:ext>
            </a:extLst>
          </p:cNvPr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6810E2-75A7-57B8-14D8-FED19A7102B6}"/>
              </a:ext>
            </a:extLst>
          </p:cNvPr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5E8DE2-AFA7-A8FF-BF90-0639EA08E984}"/>
              </a:ext>
            </a:extLst>
          </p:cNvPr>
          <p:cNvSpPr txBox="1"/>
          <p:nvPr/>
        </p:nvSpPr>
        <p:spPr>
          <a:xfrm>
            <a:off x="643737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SAWS AQUIFER STORAGE AND RECOVERY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603E3A7-68CC-5D01-28A6-3FC2932296B8}"/>
              </a:ext>
            </a:extLst>
          </p:cNvPr>
          <p:cNvSpPr txBox="1"/>
          <p:nvPr/>
        </p:nvSpPr>
        <p:spPr>
          <a:xfrm>
            <a:off x="661111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16BA4A-F0F3-E5A3-B642-F01805648789}"/>
              </a:ext>
            </a:extLst>
          </p:cNvPr>
          <p:cNvSpPr txBox="1"/>
          <p:nvPr/>
        </p:nvSpPr>
        <p:spPr>
          <a:xfrm>
            <a:off x="661111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50,000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46,300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760F6-E344-D95D-1ADF-BA1681A97631}"/>
              </a:ext>
            </a:extLst>
          </p:cNvPr>
          <p:cNvSpPr txBox="1"/>
          <p:nvPr/>
        </p:nvSpPr>
        <p:spPr>
          <a:xfrm>
            <a:off x="661111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lease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agreements plus maximum amount of water delivered from ASR.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96DD00-5D39-B29E-7CD3-02C51DDB090E}"/>
              </a:ext>
            </a:extLst>
          </p:cNvPr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108F5E6-B7A8-BC40-D6BD-8F793120C4BD}"/>
              </a:ext>
            </a:extLst>
          </p:cNvPr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5FF24F-5D90-7A9C-C4F5-3858E112CA73}"/>
              </a:ext>
            </a:extLst>
          </p:cNvPr>
          <p:cNvSpPr txBox="1"/>
          <p:nvPr/>
        </p:nvSpPr>
        <p:spPr>
          <a:xfrm>
            <a:off x="927201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76F1A4-06D9-9CD0-7A1E-879152D3D800}"/>
              </a:ext>
            </a:extLst>
          </p:cNvPr>
          <p:cNvSpPr txBox="1"/>
          <p:nvPr/>
        </p:nvSpPr>
        <p:spPr>
          <a:xfrm>
            <a:off x="944575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0BFE93B-3EBF-7BBC-707D-C7587E515671}"/>
              </a:ext>
            </a:extLst>
          </p:cNvPr>
          <p:cNvSpPr txBox="1"/>
          <p:nvPr/>
        </p:nvSpPr>
        <p:spPr>
          <a:xfrm>
            <a:off x="9341963" y="3244988"/>
            <a:ext cx="1989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44% Cutback to Permitted Pumping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914B770-F36A-AF1A-DE5B-3B083164BC12}"/>
              </a:ext>
            </a:extLst>
          </p:cNvPr>
          <p:cNvSpPr txBox="1"/>
          <p:nvPr/>
        </p:nvSpPr>
        <p:spPr>
          <a:xfrm>
            <a:off x="944575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A0E9096-3BF7-DD3B-7885-34E392CFB5DC}"/>
              </a:ext>
            </a:extLst>
          </p:cNvPr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A5B4CB4-884A-4DFA-21F4-CD3B1D6192B4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6DB3A4-30FC-7BF7-063E-4E524A6D000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BCD4DF9-232B-12F6-21B3-77EFFB32A0E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149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AFAB1-F7DA-F1F1-28D9-A6589637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890AD8F-6DE5-B219-DE77-EDE63A45A7E9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9882B1F-BAB1-6C67-10EC-1928F5B1A571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BEC1F49-3AA6-221D-3564-B6FD72BE7F52}"/>
              </a:ext>
            </a:extLst>
          </p:cNvPr>
          <p:cNvSpPr txBox="1"/>
          <p:nvPr/>
        </p:nvSpPr>
        <p:spPr>
          <a:xfrm>
            <a:off x="8869680" y="16991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AB7113C-D782-532E-E1C1-DCDD6B2E58A5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23D4C50-067A-29D0-CDCC-A8B8C3C8483A}"/>
              </a:ext>
            </a:extLst>
          </p:cNvPr>
          <p:cNvSpPr txBox="1"/>
          <p:nvPr/>
        </p:nvSpPr>
        <p:spPr>
          <a:xfrm>
            <a:off x="8869680" y="3010257"/>
            <a:ext cx="2148840" cy="100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plus EAHCP </a:t>
            </a:r>
            <a:r>
              <a:rPr lang="en-US" sz="1300" dirty="0" err="1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4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measures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CB5F65A-10D9-FB24-D198-3DC319E4BEBB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1A2BAB2-3EE6-DD41-838E-990BA07AD61B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Strategic Adaptive Management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7FE140A-470F-B6EE-3BE4-FA08040FC727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Blanton and Associates, Transition from Phase I to Phase II. Summary Report and Administrative Record: Process, Activities, and Decisions, 2020. 43p.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D668EC5A-9652-B45F-DF4A-8408866F36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FE0DC0B2-9047-7E46-7385-77315F5227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9E63DF9-F0E5-22B8-4FF6-BCACB2909E3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1B4FC12-15C3-8118-82F8-DF8A09606A92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F9EF35-2015-1EA6-0B4E-E0F4C2C77525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Adapted from Figure 3-9, Simulated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Comal Springs (1947-1960).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*AI generated, line values are approximate.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53E4DF-A621-772C-62DE-9D3FDA660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19"/>
          <a:stretch>
            <a:fillRect/>
          </a:stretch>
        </p:blipFill>
        <p:spPr>
          <a:xfrm>
            <a:off x="990600" y="1179778"/>
            <a:ext cx="6305746" cy="452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5CECE-C248-95DA-058B-5851A6E68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9AA1CB-C45A-9F7F-932E-F6CCF698DA4D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3FEE55-B7F3-D93D-3997-F273632B813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F20D2F1-97AE-5BAE-606E-880EDA011A79}"/>
              </a:ext>
            </a:extLst>
          </p:cNvPr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F56EB-F287-2877-28FD-3491055810DF}"/>
              </a:ext>
            </a:extLst>
          </p:cNvPr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2013-2026 ACTIVITY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1DC8F12-EDE4-E985-BE5E-43EFE9338D6A}"/>
              </a:ext>
            </a:extLst>
          </p:cNvPr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2027 STATUS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5B4D7D-F999-D1AB-B9E4-58281A4EA5A2}"/>
              </a:ext>
            </a:extLst>
          </p:cNvPr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14ABAC-89A9-78F5-9748-5BBAA1598B98}"/>
              </a:ext>
            </a:extLst>
          </p:cNvPr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16E459D-BF51-79BE-A420-00C77EED8321}"/>
              </a:ext>
            </a:extLst>
          </p:cNvPr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has been completed.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04C16B0-CAEB-8A11-91DE-6080D5873042}"/>
              </a:ext>
            </a:extLst>
          </p:cNvPr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60325F-BBBB-CF82-D5BA-D11DCF650F16}"/>
              </a:ext>
            </a:extLst>
          </p:cNvPr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</a:rPr>
              <a:t>Implemented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21A78CB-4E3A-FB9B-F308-36CDF467C27C}"/>
              </a:ext>
            </a:extLst>
          </p:cNvPr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267E2F5-0B7A-2D75-BF39-BEE00D7B4717}"/>
              </a:ext>
            </a:extLst>
          </p:cNvPr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782B221-F5F5-D54F-019B-693E6E9ED990}"/>
              </a:ext>
            </a:extLst>
          </p:cNvPr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triggered: 2015, 2023, 2024, 2025, 2026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403207-672D-5F38-B6E5-EFDCCC6D6919}"/>
              </a:ext>
            </a:extLst>
          </p:cNvPr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A547B9-8CA5-1256-6E71-9B8F3884DA7B}"/>
              </a:ext>
            </a:extLst>
          </p:cNvPr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9B210A4-AA03-E46D-80FF-963924341318}"/>
              </a:ext>
            </a:extLst>
          </p:cNvPr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9D76CBF-B12C-04F2-26A3-60BEF681B49B}"/>
              </a:ext>
            </a:extLst>
          </p:cNvPr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40D0C84-7156-C411-D6F6-F963200EECC8}"/>
              </a:ext>
            </a:extLst>
          </p:cNvPr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year of 50,000 ac-ft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agreements 2027.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0334D70-9636-B0BA-1B78-2A792F6602CD}"/>
              </a:ext>
            </a:extLst>
          </p:cNvPr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0AECC6-D59B-FE7F-DBF8-4AF31AB53278}"/>
              </a:ext>
            </a:extLst>
          </p:cNvPr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B3C2AF3-A91B-BA7D-9F33-39E425BA2369}"/>
              </a:ext>
            </a:extLst>
          </p:cNvPr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F841764-EACE-9D96-18F2-FAC52ADEF0A2}"/>
              </a:ext>
            </a:extLst>
          </p:cNvPr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Critical Period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28E21F8-5A61-323E-D3BB-9820238E8948}"/>
              </a:ext>
            </a:extLst>
          </p:cNvPr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has triggered in both pools.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1E9A996-1E67-3F63-3FFF-51F56245F42F}"/>
              </a:ext>
            </a:extLst>
          </p:cNvPr>
          <p:cNvSpPr/>
          <p:nvPr/>
        </p:nvSpPr>
        <p:spPr>
          <a:xfrm>
            <a:off x="713232" y="5138927"/>
            <a:ext cx="10744200" cy="1197863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88EE2D9-B0BC-07B5-9713-DAB20E099459}"/>
              </a:ext>
            </a:extLst>
          </p:cNvPr>
          <p:cNvSpPr txBox="1"/>
          <p:nvPr/>
        </p:nvSpPr>
        <p:spPr>
          <a:xfrm>
            <a:off x="950976" y="543153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BF6A1E6-9BDE-54BE-A7DB-C50AA0A66F16}"/>
              </a:ext>
            </a:extLst>
          </p:cNvPr>
          <p:cNvSpPr txBox="1"/>
          <p:nvPr/>
        </p:nvSpPr>
        <p:spPr>
          <a:xfrm>
            <a:off x="2124635" y="5257800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 is triggered when the 10-year average aquifer recharge falls below 500,000 ac-ft yr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5945F42-3E2F-D936-A29B-671E4478E89F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B874E53-F593-37FD-DFE1-78FDA825CFE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D4D6562-03E5-A30C-52ED-ADE63BD7C99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CD9B1E4B-1C80-5C10-DF02-755BFFB240BC}"/>
              </a:ext>
            </a:extLst>
          </p:cNvPr>
          <p:cNvSpPr/>
          <p:nvPr/>
        </p:nvSpPr>
        <p:spPr>
          <a:xfrm>
            <a:off x="9523476" y="4257249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1AA25CFF-92C8-D6C2-83C0-382661B458B1}"/>
              </a:ext>
            </a:extLst>
          </p:cNvPr>
          <p:cNvSpPr txBox="1"/>
          <p:nvPr/>
        </p:nvSpPr>
        <p:spPr>
          <a:xfrm>
            <a:off x="9614916" y="4266393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483AA1B7-69AD-02C8-23C0-7270D072DE72}"/>
              </a:ext>
            </a:extLst>
          </p:cNvPr>
          <p:cNvSpPr txBox="1"/>
          <p:nvPr/>
        </p:nvSpPr>
        <p:spPr>
          <a:xfrm>
            <a:off x="950976" y="5824729"/>
            <a:ext cx="11736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4ED51D-6D0B-DF6F-7BAB-0DC1AAA7D2BC}"/>
              </a:ext>
            </a:extLst>
          </p:cNvPr>
          <p:cNvSpPr txBox="1"/>
          <p:nvPr/>
        </p:nvSpPr>
        <p:spPr>
          <a:xfrm>
            <a:off x="2124634" y="5696712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is triggered in the following year when J-17 level is below 635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famsl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on October 1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0813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81235-37FE-E188-C46F-AFD53254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3674A3-98D2-6543-2409-4570256D852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101CB9-8EFC-4902-7898-30AE7EB5566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A4B3143-5494-6D21-E139-33776C670876}"/>
              </a:ext>
            </a:extLst>
          </p:cNvPr>
          <p:cNvSpPr/>
          <p:nvPr/>
        </p:nvSpPr>
        <p:spPr>
          <a:xfrm>
            <a:off x="869462" y="6060142"/>
            <a:ext cx="10400518" cy="325062"/>
          </a:xfrm>
          <a:prstGeom prst="roundRect">
            <a:avLst>
              <a:gd name="adj" fmla="val 1882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BE6FD20-D31D-B3A8-5196-F3E8B913CD6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F8CBA72-5987-3F2D-2202-AAECDD16CBF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313C54F-71AB-FA42-426B-40FA750EA96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2">
            <a:extLst>
              <a:ext uri="{FF2B5EF4-FFF2-40B4-BE49-F238E27FC236}">
                <a16:creationId xmlns:a16="http://schemas.microsoft.com/office/drawing/2014/main" id="{F84F2CFB-159F-19A1-6F6A-03ED7753A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9462" y="1390962"/>
            <a:ext cx="10400518" cy="455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9327E82-2D43-2A1E-9B0A-F1EEEC8DADBA}"/>
              </a:ext>
            </a:extLst>
          </p:cNvPr>
          <p:cNvSpPr txBox="1"/>
          <p:nvPr/>
        </p:nvSpPr>
        <p:spPr>
          <a:xfrm>
            <a:off x="1151965" y="6051177"/>
            <a:ext cx="10049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10-yr average aquifer recharge values below 500,000 ac-ft yr-1 (2016-2025) will begin ASR forbearance in 2027</a:t>
            </a:r>
          </a:p>
        </p:txBody>
      </p:sp>
    </p:spTree>
    <p:extLst>
      <p:ext uri="{BB962C8B-B14F-4D97-AF65-F5344CB8AC3E}">
        <p14:creationId xmlns:p14="http://schemas.microsoft.com/office/powerpoint/2010/main" val="1010918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89F8C85-5B70-2F43-BF56-CDBEBA783BE0}"/>
              </a:ext>
            </a:extLst>
          </p:cNvPr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>
              <a:solidFill>
                <a:srgbClr val="0B3C5D"/>
              </a:solidFill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25B27595-38A1-4691-443C-A7EFD79AD741}"/>
              </a:ext>
            </a:extLst>
          </p:cNvPr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>
              <a:solidFill>
                <a:srgbClr val="0B3C5D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2475</TotalTime>
  <Words>1376</Words>
  <Application>Microsoft Office PowerPoint</Application>
  <PresentationFormat>Widescreen</PresentationFormat>
  <Paragraphs>248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2026-08-25T20:55:49Z</dcterms:modified>
</cp:coreProperties>
</file>