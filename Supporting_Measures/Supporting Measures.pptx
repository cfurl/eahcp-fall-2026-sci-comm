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modSld">
      <pc:chgData name="Chad Furl" userId="e1f063c0-f891-481e-b162-0b825299f031" providerId="ADAL" clId="{6ADDB542-7708-4E33-BA5D-95E7728F0CE2}" dt="2026-08-26T15:11:50.656" v="366" actId="20577"/>
      <pc:docMkLst>
        <pc:docMk/>
      </pc:docMkLst>
      <pc:sldChg chg="addSp delSp modSp mod">
        <pc:chgData name="Chad Furl" userId="e1f063c0-f891-481e-b162-0b825299f031" providerId="ADAL" clId="{6ADDB542-7708-4E33-BA5D-95E7728F0CE2}" dt="2026-08-26T15:11:50.656" v="366" actId="20577"/>
        <pc:sldMkLst>
          <pc:docMk/>
          <pc:sldMk cId="0" sldId="266"/>
        </pc:sldMkLst>
        <pc:spChg chg="mod">
          <ac:chgData name="Chad Furl" userId="e1f063c0-f891-481e-b162-0b825299f031" providerId="ADAL" clId="{6ADDB542-7708-4E33-BA5D-95E7728F0CE2}" dt="2026-08-26T15:03:46.940" v="90" actId="20577"/>
          <ac:spMkLst>
            <pc:docMk/>
            <pc:sldMk cId="0" sldId="266"/>
            <ac:spMk id="3" creationId="{00000000-0000-0000-0000-000000000000}"/>
          </ac:spMkLst>
        </pc:spChg>
        <pc:spChg chg="del mod">
          <ac:chgData name="Chad Furl" userId="e1f063c0-f891-481e-b162-0b825299f031" providerId="ADAL" clId="{6ADDB542-7708-4E33-BA5D-95E7728F0CE2}" dt="2026-08-26T15:03:50.846" v="91" actId="478"/>
          <ac:spMkLst>
            <pc:docMk/>
            <pc:sldMk cId="0" sldId="266"/>
            <ac:spMk id="4" creationId="{00000000-0000-0000-0000-000000000000}"/>
          </ac:spMkLst>
        </pc:spChg>
        <pc:spChg chg="add del mod">
          <ac:chgData name="Chad Furl" userId="e1f063c0-f891-481e-b162-0b825299f031" providerId="ADAL" clId="{6ADDB542-7708-4E33-BA5D-95E7728F0CE2}" dt="2026-08-26T15:04:09.176" v="103" actId="20577"/>
          <ac:spMkLst>
            <pc:docMk/>
            <pc:sldMk cId="0" sldId="266"/>
            <ac:spMk id="6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6:15.889" v="165" actId="20577"/>
          <ac:spMkLst>
            <pc:docMk/>
            <pc:sldMk cId="0" sldId="266"/>
            <ac:spMk id="7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11:13.296" v="343" actId="5793"/>
          <ac:spMkLst>
            <pc:docMk/>
            <pc:sldMk cId="0" sldId="266"/>
            <ac:spMk id="8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4:15.797" v="111" actId="20577"/>
          <ac:spMkLst>
            <pc:docMk/>
            <pc:sldMk cId="0" sldId="266"/>
            <ac:spMk id="10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7:05.888" v="181" actId="20577"/>
          <ac:spMkLst>
            <pc:docMk/>
            <pc:sldMk cId="0" sldId="266"/>
            <ac:spMk id="11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11:50.656" v="366" actId="20577"/>
          <ac:spMkLst>
            <pc:docMk/>
            <pc:sldMk cId="0" sldId="266"/>
            <ac:spMk id="12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4:26.901" v="120" actId="20577"/>
          <ac:spMkLst>
            <pc:docMk/>
            <pc:sldMk cId="0" sldId="266"/>
            <ac:spMk id="14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7:23.586" v="222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11:08.802" v="341" actId="5793"/>
          <ac:spMkLst>
            <pc:docMk/>
            <pc:sldMk cId="0" sldId="266"/>
            <ac:spMk id="16" creationId="{00000000-0000-0000-0000-000000000000}"/>
          </ac:spMkLst>
        </pc:spChg>
        <pc:spChg chg="del">
          <ac:chgData name="Chad Furl" userId="e1f063c0-f891-481e-b162-0b825299f031" providerId="ADAL" clId="{6ADDB542-7708-4E33-BA5D-95E7728F0CE2}" dt="2026-08-26T15:11:19.276" v="344" actId="478"/>
          <ac:spMkLst>
            <pc:docMk/>
            <pc:sldMk cId="0" sldId="266"/>
            <ac:spMk id="18" creationId="{00000000-0000-0000-0000-000000000000}"/>
          </ac:spMkLst>
        </pc:spChg>
      </pc:sldChg>
    </pc:docChg>
  </pc:docChgLst>
  <pc:docChgLst>
    <pc:chgData name="Chad Furl" userId="e1f063c0-f891-481e-b162-0b825299f031" providerId="ADAL" clId="{3E978C21-B3D0-4285-96BE-5AD851B5E1C0}"/>
    <pc:docChg chg="modSld sldOrd">
      <pc:chgData name="Chad Furl" userId="e1f063c0-f891-481e-b162-0b825299f031" providerId="ADAL" clId="{3E978C21-B3D0-4285-96BE-5AD851B5E1C0}" dt="2026-08-25T21:02:15.490" v="0"/>
      <pc:docMkLst>
        <pc:docMk/>
      </pc:docMkLst>
      <pc:sldChg chg="ord">
        <pc:chgData name="Chad Furl" userId="e1f063c0-f891-481e-b162-0b825299f031" providerId="ADAL" clId="{3E978C21-B3D0-4285-96BE-5AD851B5E1C0}" dt="2026-08-25T21:02:15.490" v="0"/>
        <pc:sldMkLst>
          <pc:docMk/>
          <pc:sldMk cId="0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98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315968"/>
            <a:ext cx="12188952" cy="2240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-594360"/>
            <a:ext cx="4800600" cy="4800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9808" y="658368"/>
            <a:ext cx="960120" cy="0"/>
          </a:xfrm>
          <a:prstGeom prst="line">
            <a:avLst/>
          </a:prstGeom>
          <a:noFill/>
          <a:ln w="508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 txBox="1"/>
          <p:nvPr/>
        </p:nvSpPr>
        <p:spPr>
          <a:xfrm>
            <a:off x="749808" y="78638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749808" y="1261872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 Protection</a:t>
            </a:r>
            <a:endParaRPr lang="en-US" sz="4300" dirty="0"/>
          </a:p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Programs</a:t>
            </a:r>
            <a:endParaRPr lang="en-US" sz="43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312724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D8E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implementation briefing template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86384" y="541324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SCIENCE COMMITTEE IMPLEMENTATION MEETING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86384" y="577900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date  ·  Location  ·  Presenter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412480" y="60441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BFD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SPRINGS / TECHNICAL STEWARDSHIP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Measures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87552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</a:rPr>
              <a:t>Biological and Water Quality Monitoring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buSzPct val="100000"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672584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Applied Research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72584" y="3180523"/>
            <a:ext cx="2670048" cy="197192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salamander monitoring protocol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CSRB genetics across droughts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dryopid monitoring protocol</a:t>
            </a:r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43B"/>
                </a:solidFill>
                <a:latin typeface="Aptos" pitchFamily="34" charset="0"/>
              </a:rPr>
              <a:t>Data Management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83296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357616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REFUGIA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Refugia Program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57616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buSzPct val="100000"/>
            </a:pP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LOOKING FORWARD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 THIS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Template design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PALETTE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8580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AQUIFER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#0B3C5D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984248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984248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84248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#2D7F83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82696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282696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282696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#6DB6C4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81144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5F7D68"/>
          </a:solidFill>
          <a:ln w="12700">
            <a:solidFill>
              <a:srgbClr val="5F7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581144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CYPRESS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#5F7D68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879592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D5CFC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879592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LIMESTONE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879592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#D5CFC2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7804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17804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#C65D4A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677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5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2706624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headings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307238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Aptos supports compact technical prose, tables, captions, and annotation.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RULE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scientific message per slide.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headline to state the finding—not merely name the topic.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08192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63733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FIGURE RULE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73368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attention with one accent.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6373368" y="4919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data stay aquifer blue or gray; coral marks thresholds, exceptions, or decisions.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GUIDANCE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DE4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8529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E5F0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subtitle or implementation question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330952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section dividers to reset the room and establish the question the next slides will answer.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DIVIDER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 protection is an operating system—not a single measure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declarative headline to frame the evidence on the slide.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D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77640" y="1874520"/>
            <a:ext cx="749808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215384" y="2048256"/>
            <a:ext cx="70225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FIGURE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15384" y="2304288"/>
            <a:ext cx="7022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in the primary plot, map, or monitoring result supporting the headline.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16552" y="2743200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16552" y="3344418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16552" y="3945636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16552" y="4546854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16552" y="2743200"/>
            <a:ext cx="0" cy="2404872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894576" y="525780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37810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conditions set the operating context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lang="en-US" sz="72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components are best reviewed by purpose and status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format works for ASR, VISPO, irrigation suspension, regional conservation, or other measures.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IN SPRINGFLOW PROTECTION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STATUS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B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23476" y="4343400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9614916" y="4352544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3232" y="5138928"/>
            <a:ext cx="10744200" cy="768096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53675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523744" y="5257800"/>
            <a:ext cx="8549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implementation functioning as designed, and where does the committee need additional evidence or context?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Place-based evidence keeps the program grounded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65D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evidence becomes implementation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outcomes.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signal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Monitoring, forecasts, and operational conditions.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77647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7647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determination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7647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thresholds, rules, and professional judgment.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61111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action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Activate, sustain, adjust, or conclude the measure.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944575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4575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44575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and learning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44575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69264" y="552297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QUESTION  ·  Is each handoff clear, documented, and supported by the right evidence?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the condition with the response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23544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HYDROLOGIC CONDITION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springflow, index well, pumping, recharge, or climate signal.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24712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24712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4712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24712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24712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2532888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53912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391656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PROGRAM RESPONSE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volume conserved, action timing, participation, or biological indicator.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92824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592824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92824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92824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92824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001000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285232" y="3520440"/>
            <a:ext cx="156362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376672" y="3529584"/>
            <a:ext cx="1380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D7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60120" y="207568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202082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the evidence sufficient?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870448" y="202082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gaps in monitoring, interpretation, or communication.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310896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960120" y="331012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27632" y="32552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implementation performing as intended?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325526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operational execution from environmental outcome.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" y="434340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74C68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454456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6DB6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448970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change before the next cycle?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448970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a specific analysis, action, or decision owner.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COMMITTEE DISCUSSION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794760"/>
            <a:ext cx="12188952" cy="27889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5160" y="-1051560"/>
            <a:ext cx="5760720" cy="57607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58952" y="65836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· SPRINGFLOW PROTECTION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225296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86384" y="28346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slides may follow using the same figure and status layouts.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86384" y="57790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PRESENTER  ·  TITLE  ·  CONTACT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86384" y="61081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Habitat Conservation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861</Words>
  <Application>Microsoft Office PowerPoint</Application>
  <PresentationFormat>Widescreen</PresentationFormat>
  <Paragraphs>193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Springflow Protection Programs — Scientific Presentation Template</dc:title>
  <dc:subject>EAHCP Springflow Protection Programs presentation template</dc:subject>
  <dc:creator>OpenAI</dc:creator>
  <cp:lastModifiedBy>Chad Furl</cp:lastModifiedBy>
  <cp:revision>1</cp:revision>
  <dcterms:created xsi:type="dcterms:W3CDTF">2026-07-21T14:31:18Z</dcterms:created>
  <dcterms:modified xsi:type="dcterms:W3CDTF">2026-08-26T15:11:57Z</dcterms:modified>
</cp:coreProperties>
</file>