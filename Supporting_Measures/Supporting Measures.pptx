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66" r:id="rId3"/>
    <p:sldId id="257" r:id="rId4"/>
    <p:sldId id="258" r:id="rId5"/>
    <p:sldId id="259" r:id="rId6"/>
    <p:sldId id="269" r:id="rId7"/>
    <p:sldId id="270" r:id="rId8"/>
    <p:sldId id="271" r:id="rId9"/>
    <p:sldId id="272" r:id="rId10"/>
    <p:sldId id="268" r:id="rId11"/>
    <p:sldId id="260" r:id="rId12"/>
    <p:sldId id="261" r:id="rId13"/>
    <p:sldId id="262" r:id="rId14"/>
    <p:sldId id="263" r:id="rId15"/>
    <p:sldId id="264" r:id="rId16"/>
    <p:sldId id="265" r:id="rId17"/>
    <p:sldId id="267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73BFD0-154A-49F6-BB9C-7C349FFD73EC}" v="28" dt="2026-09-04T20:15:19.0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undo custSel modSld">
      <pc:chgData name="Chad Furl" userId="e1f063c0-f891-481e-b162-0b825299f031" providerId="ADAL" clId="{6ADDB542-7708-4E33-BA5D-95E7728F0CE2}" dt="2026-08-27T16:35:32.334" v="396" actId="478"/>
      <pc:docMkLst>
        <pc:docMk/>
      </pc:docMkLst>
      <pc:sldChg chg="delSp modSp mod">
        <pc:chgData name="Chad Furl" userId="e1f063c0-f891-481e-b162-0b825299f031" providerId="ADAL" clId="{6ADDB542-7708-4E33-BA5D-95E7728F0CE2}" dt="2026-08-27T16:35:32.334" v="396" actId="478"/>
        <pc:sldMkLst>
          <pc:docMk/>
          <pc:sldMk cId="0" sldId="256"/>
        </pc:sldMkLst>
        <pc:spChg chg="mod">
          <ac:chgData name="Chad Furl" userId="e1f063c0-f891-481e-b162-0b825299f031" providerId="ADAL" clId="{6ADDB542-7708-4E33-BA5D-95E7728F0CE2}" dt="2026-08-27T16:35:11.087" v="395" actId="20577"/>
          <ac:spMkLst>
            <pc:docMk/>
            <pc:sldMk cId="0" sldId="256"/>
            <ac:spMk id="6" creationId="{00000000-0000-0000-0000-000000000000}"/>
          </ac:spMkLst>
        </pc:spChg>
      </pc:sldChg>
      <pc:sldChg chg="addSp delSp modSp mod">
        <pc:chgData name="Chad Furl" userId="e1f063c0-f891-481e-b162-0b825299f031" providerId="ADAL" clId="{6ADDB542-7708-4E33-BA5D-95E7728F0CE2}" dt="2026-08-26T15:11:50.656" v="366" actId="20577"/>
        <pc:sldMkLst>
          <pc:docMk/>
          <pc:sldMk cId="0" sldId="266"/>
        </pc:sldMkLst>
        <pc:spChg chg="mod">
          <ac:chgData name="Chad Furl" userId="e1f063c0-f891-481e-b162-0b825299f031" providerId="ADAL" clId="{6ADDB542-7708-4E33-BA5D-95E7728F0CE2}" dt="2026-08-26T15:03:46.940" v="90" actId="20577"/>
          <ac:spMkLst>
            <pc:docMk/>
            <pc:sldMk cId="0" sldId="266"/>
            <ac:spMk id="3" creationId="{00000000-0000-0000-0000-000000000000}"/>
          </ac:spMkLst>
        </pc:spChg>
        <pc:spChg chg="add del mod">
          <ac:chgData name="Chad Furl" userId="e1f063c0-f891-481e-b162-0b825299f031" providerId="ADAL" clId="{6ADDB542-7708-4E33-BA5D-95E7728F0CE2}" dt="2026-08-26T15:04:09.176" v="103" actId="20577"/>
          <ac:spMkLst>
            <pc:docMk/>
            <pc:sldMk cId="0" sldId="266"/>
            <ac:spMk id="6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6:15.889" v="165" actId="20577"/>
          <ac:spMkLst>
            <pc:docMk/>
            <pc:sldMk cId="0" sldId="266"/>
            <ac:spMk id="7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11:13.296" v="343" actId="5793"/>
          <ac:spMkLst>
            <pc:docMk/>
            <pc:sldMk cId="0" sldId="266"/>
            <ac:spMk id="8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4:15.797" v="111" actId="20577"/>
          <ac:spMkLst>
            <pc:docMk/>
            <pc:sldMk cId="0" sldId="266"/>
            <ac:spMk id="10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7:05.888" v="181" actId="20577"/>
          <ac:spMkLst>
            <pc:docMk/>
            <pc:sldMk cId="0" sldId="266"/>
            <ac:spMk id="11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11:50.656" v="366" actId="20577"/>
          <ac:spMkLst>
            <pc:docMk/>
            <pc:sldMk cId="0" sldId="266"/>
            <ac:spMk id="12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4:26.901" v="120" actId="20577"/>
          <ac:spMkLst>
            <pc:docMk/>
            <pc:sldMk cId="0" sldId="266"/>
            <ac:spMk id="14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07:23.586" v="222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Chad Furl" userId="e1f063c0-f891-481e-b162-0b825299f031" providerId="ADAL" clId="{6ADDB542-7708-4E33-BA5D-95E7728F0CE2}" dt="2026-08-26T15:11:08.802" v="341" actId="5793"/>
          <ac:spMkLst>
            <pc:docMk/>
            <pc:sldMk cId="0" sldId="266"/>
            <ac:spMk id="16" creationId="{00000000-0000-0000-0000-000000000000}"/>
          </ac:spMkLst>
        </pc:spChg>
      </pc:sldChg>
    </pc:docChg>
  </pc:docChgLst>
  <pc:docChgLst>
    <pc:chgData name="Chad Furl" userId="e1f063c0-f891-481e-b162-0b825299f031" providerId="ADAL" clId="{3E978C21-B3D0-4285-96BE-5AD851B5E1C0}"/>
    <pc:docChg chg="undo custSel addSld modSld sldOrd">
      <pc:chgData name="Chad Furl" userId="e1f063c0-f891-481e-b162-0b825299f031" providerId="ADAL" clId="{3E978C21-B3D0-4285-96BE-5AD851B5E1C0}" dt="2026-09-04T20:15:32.600" v="1572" actId="14100"/>
      <pc:docMkLst>
        <pc:docMk/>
      </pc:docMkLst>
      <pc:sldChg chg="delSp modSp mod">
        <pc:chgData name="Chad Furl" userId="e1f063c0-f891-481e-b162-0b825299f031" providerId="ADAL" clId="{3E978C21-B3D0-4285-96BE-5AD851B5E1C0}" dt="2026-09-04T19:05:05.248" v="7" actId="478"/>
        <pc:sldMkLst>
          <pc:docMk/>
          <pc:sldMk cId="0" sldId="256"/>
        </pc:sldMkLst>
        <pc:spChg chg="mod">
          <ac:chgData name="Chad Furl" userId="e1f063c0-f891-481e-b162-0b825299f031" providerId="ADAL" clId="{3E978C21-B3D0-4285-96BE-5AD851B5E1C0}" dt="2026-09-04T19:04:57.157" v="6" actId="20577"/>
          <ac:spMkLst>
            <pc:docMk/>
            <pc:sldMk cId="0" sldId="256"/>
            <ac:spMk id="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05:05.248" v="7" actId="478"/>
          <ac:spMkLst>
            <pc:docMk/>
            <pc:sldMk cId="0" sldId="256"/>
            <ac:spMk id="10" creationId="{00000000-0000-0000-0000-000000000000}"/>
          </ac:spMkLst>
        </pc:spChg>
      </pc:sldChg>
      <pc:sldChg chg="addSp delSp modSp mod">
        <pc:chgData name="Chad Furl" userId="e1f063c0-f891-481e-b162-0b825299f031" providerId="ADAL" clId="{3E978C21-B3D0-4285-96BE-5AD851B5E1C0}" dt="2026-09-04T19:22:46.677" v="145" actId="1035"/>
        <pc:sldMkLst>
          <pc:docMk/>
          <pc:sldMk cId="0" sldId="259"/>
        </pc:sldMkLst>
        <pc:spChg chg="del">
          <ac:chgData name="Chad Furl" userId="e1f063c0-f891-481e-b162-0b825299f031" providerId="ADAL" clId="{3E978C21-B3D0-4285-96BE-5AD851B5E1C0}" dt="2026-09-04T19:14:56.377" v="9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9-04T19:15:10.649" v="50" actId="20577"/>
          <ac:spMkLst>
            <pc:docMk/>
            <pc:sldMk cId="0" sldId="259"/>
            <ac:spMk id="3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4:50.907" v="8" actId="478"/>
          <ac:spMkLst>
            <pc:docMk/>
            <pc:sldMk cId="0" sldId="259"/>
            <ac:spMk id="4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38.786" v="53" actId="478"/>
          <ac:spMkLst>
            <pc:docMk/>
            <pc:sldMk cId="0" sldId="259"/>
            <ac:spMk id="5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42.929" v="54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45.908" v="55" actId="478"/>
          <ac:spMkLst>
            <pc:docMk/>
            <pc:sldMk cId="0" sldId="259"/>
            <ac:spMk id="7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27.060" v="51" actId="478"/>
          <ac:spMkLst>
            <pc:docMk/>
            <pc:sldMk cId="0" sldId="259"/>
            <ac:spMk id="8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27.060" v="51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27.060" v="51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32.526" v="52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27.060" v="51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27.060" v="51" actId="478"/>
          <ac:spMkLst>
            <pc:docMk/>
            <pc:sldMk cId="0" sldId="259"/>
            <ac:spMk id="13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27.060" v="51" actId="478"/>
          <ac:spMkLst>
            <pc:docMk/>
            <pc:sldMk cId="0" sldId="259"/>
            <ac:spMk id="14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54.878" v="58" actId="478"/>
          <ac:spMkLst>
            <pc:docMk/>
            <pc:sldMk cId="0" sldId="259"/>
            <ac:spMk id="15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32.526" v="52" actId="478"/>
          <ac:spMkLst>
            <pc:docMk/>
            <pc:sldMk cId="0" sldId="259"/>
            <ac:spMk id="16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27.060" v="51" actId="478"/>
          <ac:spMkLst>
            <pc:docMk/>
            <pc:sldMk cId="0" sldId="259"/>
            <ac:spMk id="17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27.060" v="51" actId="478"/>
          <ac:spMkLst>
            <pc:docMk/>
            <pc:sldMk cId="0" sldId="259"/>
            <ac:spMk id="18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32.526" v="52" actId="478"/>
          <ac:spMkLst>
            <pc:docMk/>
            <pc:sldMk cId="0" sldId="259"/>
            <ac:spMk id="19" creationId="{00000000-0000-0000-0000-000000000000}"/>
          </ac:spMkLst>
        </pc:spChg>
        <pc:spChg chg="del mod">
          <ac:chgData name="Chad Furl" userId="e1f063c0-f891-481e-b162-0b825299f031" providerId="ADAL" clId="{3E978C21-B3D0-4285-96BE-5AD851B5E1C0}" dt="2026-09-04T19:22:34.930" v="139" actId="478"/>
          <ac:spMkLst>
            <pc:docMk/>
            <pc:sldMk cId="0" sldId="259"/>
            <ac:spMk id="20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6:14.177" v="60" actId="478"/>
          <ac:spMkLst>
            <pc:docMk/>
            <pc:sldMk cId="0" sldId="259"/>
            <ac:spMk id="21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49.186" v="56" actId="478"/>
          <ac:spMkLst>
            <pc:docMk/>
            <pc:sldMk cId="0" sldId="259"/>
            <ac:spMk id="23" creationId="{00000000-0000-0000-0000-000000000000}"/>
          </ac:spMkLst>
        </pc:spChg>
        <pc:spChg chg="del">
          <ac:chgData name="Chad Furl" userId="e1f063c0-f891-481e-b162-0b825299f031" providerId="ADAL" clId="{3E978C21-B3D0-4285-96BE-5AD851B5E1C0}" dt="2026-09-04T19:15:52.286" v="57" actId="478"/>
          <ac:spMkLst>
            <pc:docMk/>
            <pc:sldMk cId="0" sldId="259"/>
            <ac:spMk id="24" creationId="{00000000-0000-0000-0000-000000000000}"/>
          </ac:spMkLst>
        </pc:spChg>
        <pc:spChg chg="add mod">
          <ac:chgData name="Chad Furl" userId="e1f063c0-f891-481e-b162-0b825299f031" providerId="ADAL" clId="{3E978C21-B3D0-4285-96BE-5AD851B5E1C0}" dt="2026-09-04T19:22:46.677" v="145" actId="1035"/>
          <ac:spMkLst>
            <pc:docMk/>
            <pc:sldMk cId="0" sldId="259"/>
            <ac:spMk id="25" creationId="{B1A93D8D-CD7F-A089-E4B6-B770E829A31E}"/>
          </ac:spMkLst>
        </pc:spChg>
        <pc:spChg chg="add mod">
          <ac:chgData name="Chad Furl" userId="e1f063c0-f891-481e-b162-0b825299f031" providerId="ADAL" clId="{3E978C21-B3D0-4285-96BE-5AD851B5E1C0}" dt="2026-09-04T19:22:46.677" v="145" actId="1035"/>
          <ac:spMkLst>
            <pc:docMk/>
            <pc:sldMk cId="0" sldId="259"/>
            <ac:spMk id="28" creationId="{50CAE5EE-7BD8-840A-C2E7-E7A74D198093}"/>
          </ac:spMkLst>
        </pc:spChg>
        <pc:picChg chg="add mod">
          <ac:chgData name="Chad Furl" userId="e1f063c0-f891-481e-b162-0b825299f031" providerId="ADAL" clId="{3E978C21-B3D0-4285-96BE-5AD851B5E1C0}" dt="2026-09-04T19:21:43.807" v="125" actId="1076"/>
          <ac:picMkLst>
            <pc:docMk/>
            <pc:sldMk cId="0" sldId="259"/>
            <ac:picMk id="26" creationId="{C3ECC4CD-B8C9-2B9C-1F70-D33414652F2F}"/>
          </ac:picMkLst>
        </pc:picChg>
        <pc:picChg chg="add mod">
          <ac:chgData name="Chad Furl" userId="e1f063c0-f891-481e-b162-0b825299f031" providerId="ADAL" clId="{3E978C21-B3D0-4285-96BE-5AD851B5E1C0}" dt="2026-09-04T19:21:14.674" v="122" actId="1076"/>
          <ac:picMkLst>
            <pc:docMk/>
            <pc:sldMk cId="0" sldId="259"/>
            <ac:picMk id="27" creationId="{788CB16C-C2FA-5C3D-335D-0A2C681FF062}"/>
          </ac:picMkLst>
        </pc:picChg>
      </pc:sldChg>
      <pc:sldChg chg="modSp mod">
        <pc:chgData name="Chad Furl" userId="e1f063c0-f891-481e-b162-0b825299f031" providerId="ADAL" clId="{3E978C21-B3D0-4285-96BE-5AD851B5E1C0}" dt="2026-09-04T19:16:23.306" v="62" actId="27636"/>
        <pc:sldMkLst>
          <pc:docMk/>
          <pc:sldMk cId="0" sldId="260"/>
        </pc:sldMkLst>
        <pc:spChg chg="mod">
          <ac:chgData name="Chad Furl" userId="e1f063c0-f891-481e-b162-0b825299f031" providerId="ADAL" clId="{3E978C21-B3D0-4285-96BE-5AD851B5E1C0}" dt="2026-09-04T19:16:23.306" v="62" actId="27636"/>
          <ac:spMkLst>
            <pc:docMk/>
            <pc:sldMk cId="0" sldId="260"/>
            <ac:spMk id="22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9-04T19:16:23.314" v="64" actId="27636"/>
        <pc:sldMkLst>
          <pc:docMk/>
          <pc:sldMk cId="0" sldId="262"/>
        </pc:sldMkLst>
        <pc:spChg chg="mod">
          <ac:chgData name="Chad Furl" userId="e1f063c0-f891-481e-b162-0b825299f031" providerId="ADAL" clId="{3E978C21-B3D0-4285-96BE-5AD851B5E1C0}" dt="2026-09-04T19:16:23.314" v="64" actId="2763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9-04T19:16:23.314" v="63" actId="27636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Chad Furl" userId="e1f063c0-f891-481e-b162-0b825299f031" providerId="ADAL" clId="{3E978C21-B3D0-4285-96BE-5AD851B5E1C0}" dt="2026-09-04T19:16:23.322" v="66" actId="27636"/>
        <pc:sldMkLst>
          <pc:docMk/>
          <pc:sldMk cId="0" sldId="265"/>
        </pc:sldMkLst>
        <pc:spChg chg="mod">
          <ac:chgData name="Chad Furl" userId="e1f063c0-f891-481e-b162-0b825299f031" providerId="ADAL" clId="{3E978C21-B3D0-4285-96BE-5AD851B5E1C0}" dt="2026-09-04T19:16:23.322" v="66" actId="27636"/>
          <ac:spMkLst>
            <pc:docMk/>
            <pc:sldMk cId="0" sldId="265"/>
            <ac:spMk id="11" creationId="{00000000-0000-0000-0000-000000000000}"/>
          </ac:spMkLst>
        </pc:spChg>
        <pc:spChg chg="mod">
          <ac:chgData name="Chad Furl" userId="e1f063c0-f891-481e-b162-0b825299f031" providerId="ADAL" clId="{3E978C21-B3D0-4285-96BE-5AD851B5E1C0}" dt="2026-09-04T19:16:23.322" v="65" actId="27636"/>
          <ac:spMkLst>
            <pc:docMk/>
            <pc:sldMk cId="0" sldId="265"/>
            <ac:spMk id="15" creationId="{00000000-0000-0000-0000-000000000000}"/>
          </ac:spMkLst>
        </pc:spChg>
      </pc:sldChg>
      <pc:sldChg chg="ord">
        <pc:chgData name="Chad Furl" userId="e1f063c0-f891-481e-b162-0b825299f031" providerId="ADAL" clId="{3E978C21-B3D0-4285-96BE-5AD851B5E1C0}" dt="2026-08-25T21:02:15.490" v="0"/>
        <pc:sldMkLst>
          <pc:docMk/>
          <pc:sldMk cId="0" sldId="266"/>
        </pc:sldMkLst>
      </pc:sldChg>
      <pc:sldChg chg="modSp mod">
        <pc:chgData name="Chad Furl" userId="e1f063c0-f891-481e-b162-0b825299f031" providerId="ADAL" clId="{3E978C21-B3D0-4285-96BE-5AD851B5E1C0}" dt="2026-09-04T19:16:23.322" v="67" actId="27636"/>
        <pc:sldMkLst>
          <pc:docMk/>
          <pc:sldMk cId="0" sldId="267"/>
        </pc:sldMkLst>
        <pc:spChg chg="mod">
          <ac:chgData name="Chad Furl" userId="e1f063c0-f891-481e-b162-0b825299f031" providerId="ADAL" clId="{3E978C21-B3D0-4285-96BE-5AD851B5E1C0}" dt="2026-09-04T19:16:23.322" v="67" actId="27636"/>
          <ac:spMkLst>
            <pc:docMk/>
            <pc:sldMk cId="0" sldId="267"/>
            <ac:spMk id="5" creationId="{00000000-0000-0000-0000-000000000000}"/>
          </ac:spMkLst>
        </pc:spChg>
      </pc:sldChg>
      <pc:sldChg chg="new">
        <pc:chgData name="Chad Furl" userId="e1f063c0-f891-481e-b162-0b825299f031" providerId="ADAL" clId="{3E978C21-B3D0-4285-96BE-5AD851B5E1C0}" dt="2026-09-04T19:22:50.741" v="146" actId="680"/>
        <pc:sldMkLst>
          <pc:docMk/>
          <pc:sldMk cId="2454527110" sldId="268"/>
        </pc:sldMkLst>
      </pc:sldChg>
      <pc:sldChg chg="addSp delSp modSp add mod">
        <pc:chgData name="Chad Furl" userId="e1f063c0-f891-481e-b162-0b825299f031" providerId="ADAL" clId="{3E978C21-B3D0-4285-96BE-5AD851B5E1C0}" dt="2026-09-04T19:29:29.105" v="555" actId="1076"/>
        <pc:sldMkLst>
          <pc:docMk/>
          <pc:sldMk cId="3506664462" sldId="269"/>
        </pc:sldMkLst>
        <pc:spChg chg="mod">
          <ac:chgData name="Chad Furl" userId="e1f063c0-f891-481e-b162-0b825299f031" providerId="ADAL" clId="{3E978C21-B3D0-4285-96BE-5AD851B5E1C0}" dt="2026-09-04T19:25:23.344" v="223" actId="20577"/>
          <ac:spMkLst>
            <pc:docMk/>
            <pc:sldMk cId="3506664462" sldId="269"/>
            <ac:spMk id="3" creationId="{A56ED19B-7624-AE32-1261-FCC04E525C07}"/>
          </ac:spMkLst>
        </pc:spChg>
        <pc:spChg chg="mod">
          <ac:chgData name="Chad Furl" userId="e1f063c0-f891-481e-b162-0b825299f031" providerId="ADAL" clId="{3E978C21-B3D0-4285-96BE-5AD851B5E1C0}" dt="2026-09-04T19:29:03.116" v="550" actId="404"/>
          <ac:spMkLst>
            <pc:docMk/>
            <pc:sldMk cId="3506664462" sldId="269"/>
            <ac:spMk id="25" creationId="{9B7FD299-08F4-083B-03F7-E701DC8DA6F2}"/>
          </ac:spMkLst>
        </pc:spChg>
        <pc:spChg chg="mod">
          <ac:chgData name="Chad Furl" userId="e1f063c0-f891-481e-b162-0b825299f031" providerId="ADAL" clId="{3E978C21-B3D0-4285-96BE-5AD851B5E1C0}" dt="2026-09-04T19:29:29.105" v="555" actId="1076"/>
          <ac:spMkLst>
            <pc:docMk/>
            <pc:sldMk cId="3506664462" sldId="269"/>
            <ac:spMk id="28" creationId="{FA67717C-B2A7-9638-0EB8-377CED8A27D2}"/>
          </ac:spMkLst>
        </pc:spChg>
        <pc:picChg chg="add mod">
          <ac:chgData name="Chad Furl" userId="e1f063c0-f891-481e-b162-0b825299f031" providerId="ADAL" clId="{3E978C21-B3D0-4285-96BE-5AD851B5E1C0}" dt="2026-09-04T19:28:52.076" v="536" actId="1076"/>
          <ac:picMkLst>
            <pc:docMk/>
            <pc:sldMk cId="3506664462" sldId="269"/>
            <ac:picMk id="2" creationId="{9DEC0D5C-5921-EC28-2F92-F14B9EC3ACBC}"/>
          </ac:picMkLst>
        </pc:picChg>
        <pc:picChg chg="del">
          <ac:chgData name="Chad Furl" userId="e1f063c0-f891-481e-b162-0b825299f031" providerId="ADAL" clId="{3E978C21-B3D0-4285-96BE-5AD851B5E1C0}" dt="2026-09-04T19:24:41.824" v="198" actId="478"/>
          <ac:picMkLst>
            <pc:docMk/>
            <pc:sldMk cId="3506664462" sldId="269"/>
            <ac:picMk id="26" creationId="{E1E555F9-51E9-7608-8CB7-D4427C2A9980}"/>
          </ac:picMkLst>
        </pc:picChg>
        <pc:picChg chg="del">
          <ac:chgData name="Chad Furl" userId="e1f063c0-f891-481e-b162-0b825299f031" providerId="ADAL" clId="{3E978C21-B3D0-4285-96BE-5AD851B5E1C0}" dt="2026-09-04T19:24:43.832" v="199" actId="478"/>
          <ac:picMkLst>
            <pc:docMk/>
            <pc:sldMk cId="3506664462" sldId="269"/>
            <ac:picMk id="27" creationId="{7C12340F-8F96-D656-FA69-D75D3B66204E}"/>
          </ac:picMkLst>
        </pc:picChg>
      </pc:sldChg>
      <pc:sldChg chg="addSp delSp modSp add mod">
        <pc:chgData name="Chad Furl" userId="e1f063c0-f891-481e-b162-0b825299f031" providerId="ADAL" clId="{3E978C21-B3D0-4285-96BE-5AD851B5E1C0}" dt="2026-09-04T19:57:07.697" v="857" actId="1076"/>
        <pc:sldMkLst>
          <pc:docMk/>
          <pc:sldMk cId="2371490989" sldId="270"/>
        </pc:sldMkLst>
        <pc:spChg chg="mod">
          <ac:chgData name="Chad Furl" userId="e1f063c0-f891-481e-b162-0b825299f031" providerId="ADAL" clId="{3E978C21-B3D0-4285-96BE-5AD851B5E1C0}" dt="2026-09-04T19:56:34.563" v="822" actId="20577"/>
          <ac:spMkLst>
            <pc:docMk/>
            <pc:sldMk cId="2371490989" sldId="270"/>
            <ac:spMk id="25" creationId="{E555B560-A49F-31EB-886F-4CCBEEE646A6}"/>
          </ac:spMkLst>
        </pc:spChg>
        <pc:spChg chg="mod">
          <ac:chgData name="Chad Furl" userId="e1f063c0-f891-481e-b162-0b825299f031" providerId="ADAL" clId="{3E978C21-B3D0-4285-96BE-5AD851B5E1C0}" dt="2026-09-04T19:56:54.478" v="854" actId="1076"/>
          <ac:spMkLst>
            <pc:docMk/>
            <pc:sldMk cId="2371490989" sldId="270"/>
            <ac:spMk id="28" creationId="{E555B3F0-3DB0-35F4-0412-F2F4A629B7F1}"/>
          </ac:spMkLst>
        </pc:spChg>
        <pc:picChg chg="del">
          <ac:chgData name="Chad Furl" userId="e1f063c0-f891-481e-b162-0b825299f031" providerId="ADAL" clId="{3E978C21-B3D0-4285-96BE-5AD851B5E1C0}" dt="2026-09-04T19:54:17.080" v="778" actId="478"/>
          <ac:picMkLst>
            <pc:docMk/>
            <pc:sldMk cId="2371490989" sldId="270"/>
            <ac:picMk id="2" creationId="{E7E24558-56E0-A875-20B2-97AA4B63CB30}"/>
          </ac:picMkLst>
        </pc:picChg>
        <pc:picChg chg="add mod">
          <ac:chgData name="Chad Furl" userId="e1f063c0-f891-481e-b162-0b825299f031" providerId="ADAL" clId="{3E978C21-B3D0-4285-96BE-5AD851B5E1C0}" dt="2026-09-04T19:57:07.697" v="857" actId="1076"/>
          <ac:picMkLst>
            <pc:docMk/>
            <pc:sldMk cId="2371490989" sldId="270"/>
            <ac:picMk id="4" creationId="{9991CE9F-3D54-27CC-FC5F-C43A733205F5}"/>
          </ac:picMkLst>
        </pc:picChg>
      </pc:sldChg>
      <pc:sldChg chg="delSp modSp add mod">
        <pc:chgData name="Chad Furl" userId="e1f063c0-f891-481e-b162-0b825299f031" providerId="ADAL" clId="{3E978C21-B3D0-4285-96BE-5AD851B5E1C0}" dt="2026-09-04T19:43:58.355" v="776" actId="404"/>
        <pc:sldMkLst>
          <pc:docMk/>
          <pc:sldMk cId="4214966734" sldId="271"/>
        </pc:sldMkLst>
        <pc:spChg chg="mod">
          <ac:chgData name="Chad Furl" userId="e1f063c0-f891-481e-b162-0b825299f031" providerId="ADAL" clId="{3E978C21-B3D0-4285-96BE-5AD851B5E1C0}" dt="2026-09-04T19:33:49.096" v="578" actId="20577"/>
          <ac:spMkLst>
            <pc:docMk/>
            <pc:sldMk cId="4214966734" sldId="271"/>
            <ac:spMk id="3" creationId="{EDCB0ED0-73FD-DA11-4FCF-ADE2C6259C9A}"/>
          </ac:spMkLst>
        </pc:spChg>
        <pc:spChg chg="mod">
          <ac:chgData name="Chad Furl" userId="e1f063c0-f891-481e-b162-0b825299f031" providerId="ADAL" clId="{3E978C21-B3D0-4285-96BE-5AD851B5E1C0}" dt="2026-09-04T19:43:58.355" v="776" actId="404"/>
          <ac:spMkLst>
            <pc:docMk/>
            <pc:sldMk cId="4214966734" sldId="271"/>
            <ac:spMk id="25" creationId="{00576166-71D7-4376-7608-71515A984ECF}"/>
          </ac:spMkLst>
        </pc:spChg>
        <pc:spChg chg="del">
          <ac:chgData name="Chad Furl" userId="e1f063c0-f891-481e-b162-0b825299f031" providerId="ADAL" clId="{3E978C21-B3D0-4285-96BE-5AD851B5E1C0}" dt="2026-09-04T19:42:38.044" v="645" actId="478"/>
          <ac:spMkLst>
            <pc:docMk/>
            <pc:sldMk cId="4214966734" sldId="271"/>
            <ac:spMk id="28" creationId="{B7DCD53E-8F10-4A90-45BE-2EFED834DD1E}"/>
          </ac:spMkLst>
        </pc:spChg>
        <pc:picChg chg="del">
          <ac:chgData name="Chad Furl" userId="e1f063c0-f891-481e-b162-0b825299f031" providerId="ADAL" clId="{3E978C21-B3D0-4285-96BE-5AD851B5E1C0}" dt="2026-09-04T19:33:52.409" v="579" actId="478"/>
          <ac:picMkLst>
            <pc:docMk/>
            <pc:sldMk cId="4214966734" sldId="271"/>
            <ac:picMk id="2" creationId="{E36A7CEE-2C0F-68A2-17E7-2185CF4F1FD7}"/>
          </ac:picMkLst>
        </pc:picChg>
      </pc:sldChg>
      <pc:sldChg chg="addSp delSp modSp add mod">
        <pc:chgData name="Chad Furl" userId="e1f063c0-f891-481e-b162-0b825299f031" providerId="ADAL" clId="{3E978C21-B3D0-4285-96BE-5AD851B5E1C0}" dt="2026-09-04T20:15:32.600" v="1572" actId="14100"/>
        <pc:sldMkLst>
          <pc:docMk/>
          <pc:sldMk cId="3829721467" sldId="272"/>
        </pc:sldMkLst>
        <pc:spChg chg="mod">
          <ac:chgData name="Chad Furl" userId="e1f063c0-f891-481e-b162-0b825299f031" providerId="ADAL" clId="{3E978C21-B3D0-4285-96BE-5AD851B5E1C0}" dt="2026-09-04T19:57:45.389" v="875" actId="20577"/>
          <ac:spMkLst>
            <pc:docMk/>
            <pc:sldMk cId="3829721467" sldId="272"/>
            <ac:spMk id="3" creationId="{476C0EFC-BB59-B512-A165-D46BBBCC3573}"/>
          </ac:spMkLst>
        </pc:spChg>
        <pc:spChg chg="mod">
          <ac:chgData name="Chad Furl" userId="e1f063c0-f891-481e-b162-0b825299f031" providerId="ADAL" clId="{3E978C21-B3D0-4285-96BE-5AD851B5E1C0}" dt="2026-09-04T20:15:00.816" v="1569" actId="313"/>
          <ac:spMkLst>
            <pc:docMk/>
            <pc:sldMk cId="3829721467" sldId="272"/>
            <ac:spMk id="25" creationId="{A757F61E-88EF-7A2B-65BA-5B53A4B32C51}"/>
          </ac:spMkLst>
        </pc:spChg>
        <pc:spChg chg="del">
          <ac:chgData name="Chad Furl" userId="e1f063c0-f891-481e-b162-0b825299f031" providerId="ADAL" clId="{3E978C21-B3D0-4285-96BE-5AD851B5E1C0}" dt="2026-09-04T20:14:36.008" v="1564" actId="478"/>
          <ac:spMkLst>
            <pc:docMk/>
            <pc:sldMk cId="3829721467" sldId="272"/>
            <ac:spMk id="28" creationId="{DFECE64E-C6EA-AD01-3ECC-5C02AD51DB31}"/>
          </ac:spMkLst>
        </pc:spChg>
        <pc:picChg chg="del">
          <ac:chgData name="Chad Furl" userId="e1f063c0-f891-481e-b162-0b825299f031" providerId="ADAL" clId="{3E978C21-B3D0-4285-96BE-5AD851B5E1C0}" dt="2026-09-04T19:57:47.476" v="876" actId="478"/>
          <ac:picMkLst>
            <pc:docMk/>
            <pc:sldMk cId="3829721467" sldId="272"/>
            <ac:picMk id="2" creationId="{FF602752-2CCC-C225-ED64-47E48C2A5F48}"/>
          </ac:picMkLst>
        </pc:picChg>
        <pc:picChg chg="add mod">
          <ac:chgData name="Chad Furl" userId="e1f063c0-f891-481e-b162-0b825299f031" providerId="ADAL" clId="{3E978C21-B3D0-4285-96BE-5AD851B5E1C0}" dt="2026-09-04T20:15:32.600" v="1572" actId="14100"/>
          <ac:picMkLst>
            <pc:docMk/>
            <pc:sldMk cId="3829721467" sldId="272"/>
            <ac:picMk id="4" creationId="{A6B925E7-2D4F-8B9E-8B67-4B758D2B105F}"/>
          </ac:picMkLst>
        </pc:picChg>
        <pc:picChg chg="add mod">
          <ac:chgData name="Chad Furl" userId="e1f063c0-f891-481e-b162-0b825299f031" providerId="ADAL" clId="{3E978C21-B3D0-4285-96BE-5AD851B5E1C0}" dt="2026-09-04T20:15:32.600" v="1572" actId="14100"/>
          <ac:picMkLst>
            <pc:docMk/>
            <pc:sldMk cId="3829721467" sldId="272"/>
            <ac:picMk id="5" creationId="{FCFBD633-E39B-3A10-0052-48E87CCDCC6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98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F52EB-6BAD-4C8D-B574-90134E3A7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749D7-2F5A-66D8-CE6A-22CD51EDB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1958C3-59AF-A8FB-6851-E31478361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1002BE-4F2F-C371-292B-D672EE68F8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58429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15905-5204-1320-641B-09EE60FC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0E6C1-9B17-79D7-BC5F-6AF1EBCD0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6C1C6-52D4-B11A-BC9B-65EAF899D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66B335-B007-DDAC-E2A7-546298EABC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0628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6F730-125D-76D0-7A61-371E43577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49AD56-5711-AEAE-7255-0AEF57518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AC627-0829-B06F-DE18-52871151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C59CB4-84CB-8932-7119-2D06F76306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67556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8260D-B7AE-99E7-DA67-B6132DF74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C63E0F-29E1-FE74-7835-16FD25338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75802B-815F-A1E9-4958-EFDE89CFD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C782C5-86FE-ED59-0955-700267D32C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2112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 txBox="1"/>
          <p:nvPr/>
        </p:nvSpPr>
        <p:spPr>
          <a:xfrm>
            <a:off x="749808" y="78638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Supporting Measures</a:t>
            </a:r>
            <a:endParaRPr lang="en-US" sz="430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541324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SCIENCE COMMITTEE IMPLEMENTATION MEETING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86384" y="577900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date  ·  Location  ·  Presenter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Measures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</a:rPr>
              <a:t>Biological and Water Quality Monitoring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buSzPct val="100000"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Applied Research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72584" y="3180523"/>
            <a:ext cx="2670048" cy="197192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 Marcos salamander monitoring protocol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CSRB genetics across droughts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Comal Springs dryopid monitoring protocol</a:t>
            </a:r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4343B"/>
                </a:solidFill>
                <a:latin typeface="Aptos" pitchFamily="34" charset="0"/>
              </a:rPr>
              <a:t>Data Management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REFUGIA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Edwards Aquifer Refugia Program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>
              <a:buSzPct val="100000"/>
            </a:pP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LOOKING FORWARD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THIS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Template design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PALETTE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8580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AQUIFER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#0B3C5D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984248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984248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84248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#2D7F83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82696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282696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#6DB6C4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81144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5F7D68"/>
          </a:solidFill>
          <a:ln w="12700">
            <a:solidFill>
              <a:srgbClr val="5F7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581144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CYPRESS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#5F7D68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879592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D5CFC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879592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LIMESTONE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879592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#D5CFC2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7804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17804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#C65D4A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677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5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2706624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headings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30723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Aptos supports compact technical prose, tables, captions, and annotation.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RULE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scientific message per slide.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headline to state the finding—not merely name the topic.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08192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63733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FIGURE RULE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73368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attention with one accent.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6373368" y="4919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data stay aquifer blue or gray; coral marks thresholds, exceptions, or decisions.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GUIDANCE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8529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E5F0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subtitle or implementation question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33095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section dividers to reset the room and establish the question the next slides will answer.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DIVIDER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San Marcos salamander monitoring protocol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A93D8D-CD7F-A089-E4B6-B770E829A31E}"/>
              </a:ext>
            </a:extLst>
          </p:cNvPr>
          <p:cNvSpPr txBox="1"/>
          <p:nvPr/>
        </p:nvSpPr>
        <p:spPr>
          <a:xfrm>
            <a:off x="685800" y="1470203"/>
            <a:ext cx="107262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Goal: Develop sampling and analytical protocols to monitor occupancy and abundance dynamics of the San Marcos salamander.</a:t>
            </a:r>
          </a:p>
          <a:p>
            <a:endParaRPr lang="en-US" dirty="0"/>
          </a:p>
          <a:p>
            <a:r>
              <a:rPr lang="en-US" dirty="0"/>
              <a:t>Sampling occurred 2025-2026 for a total of 9 sampling events per year. Switched from transect to quadrat (0.5 m</a:t>
            </a:r>
            <a:r>
              <a:rPr lang="en-US" baseline="30000" dirty="0"/>
              <a:t>2</a:t>
            </a:r>
            <a:r>
              <a:rPr lang="en-US" dirty="0"/>
              <a:t>) sampling in 2026. ~30% occupied habitat sampled.</a:t>
            </a:r>
          </a:p>
          <a:p>
            <a:endParaRPr lang="en-US" dirty="0"/>
          </a:p>
          <a:p>
            <a:r>
              <a:rPr lang="en-US" dirty="0"/>
              <a:t>Occupancy models look promising with site covariates substrate type and spring presence as top predictors.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Track juvenile and adults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Add fourth sampling event </a:t>
            </a:r>
          </a:p>
          <a:p>
            <a:pPr lvl="1"/>
            <a:r>
              <a:rPr lang="en-US" dirty="0"/>
              <a:t>      per year</a:t>
            </a:r>
          </a:p>
          <a:p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3ECC4CD-B8C9-2B9C-1F70-D33414652F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873"/>
          <a:stretch>
            <a:fillRect/>
          </a:stretch>
        </p:blipFill>
        <p:spPr>
          <a:xfrm>
            <a:off x="4659668" y="3617149"/>
            <a:ext cx="3272144" cy="271049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88CB16C-C2FA-5C3D-335D-0A2C681FF0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518" y="3770317"/>
            <a:ext cx="3480259" cy="219113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0CAE5EE-7BD8-840A-C2E7-E7A74D198093}"/>
              </a:ext>
            </a:extLst>
          </p:cNvPr>
          <p:cNvSpPr txBox="1"/>
          <p:nvPr/>
        </p:nvSpPr>
        <p:spPr>
          <a:xfrm>
            <a:off x="685800" y="4746237"/>
            <a:ext cx="34110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Final report will be finished by December 2026 with plans to complete an additional sampling event in 2027.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D5194-B006-2411-1912-FA344F73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56ED19B-7624-AE32-1261-FCC04E525C07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Comal Springs dryopid beetle monitoring protocol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712FECA-C81D-13B7-9049-46023365DB38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7FD299-08F4-083B-03F7-E701DC8DA6F2}"/>
              </a:ext>
            </a:extLst>
          </p:cNvPr>
          <p:cNvSpPr txBox="1"/>
          <p:nvPr/>
        </p:nvSpPr>
        <p:spPr>
          <a:xfrm>
            <a:off x="685801" y="1470203"/>
            <a:ext cx="5410200" cy="4324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Goal: </a:t>
            </a:r>
            <a:r>
              <a:rPr lang="en-US" dirty="0"/>
              <a:t>Develop monitoring protocols for the previously unmonitored Comal Springs dryopid beetle.</a:t>
            </a:r>
          </a:p>
          <a:p>
            <a:pPr lvl="0"/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Evaluate and standardize the use of wooden discs to capture the animal.  Wooden disc have recently been proven as an effective capture technique during Refugia collections.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r>
              <a:rPr lang="en-US" dirty="0"/>
              <a:t>2026 findings:</a:t>
            </a:r>
          </a:p>
          <a:p>
            <a:pPr lvl="1"/>
            <a:r>
              <a:rPr lang="en-US" dirty="0"/>
              <a:t>Low flows limited areas that could be sampled for much of the year.</a:t>
            </a:r>
          </a:p>
          <a:p>
            <a:pPr lvl="1"/>
            <a:r>
              <a:rPr lang="en-US" dirty="0"/>
              <a:t>Spring Island served as the most useful area to test wooden disc techniques.</a:t>
            </a:r>
          </a:p>
          <a:p>
            <a:pPr lvl="1"/>
            <a:r>
              <a:rPr lang="en-US" dirty="0"/>
              <a:t>Early data suggests CSDB are more common or detectable during February-April.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67717C-B2A7-9638-0EB8-377CED8A27D2}"/>
              </a:ext>
            </a:extLst>
          </p:cNvPr>
          <p:cNvSpPr txBox="1"/>
          <p:nvPr/>
        </p:nvSpPr>
        <p:spPr>
          <a:xfrm>
            <a:off x="685801" y="5501808"/>
            <a:ext cx="56522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Field sampling will be complete by end of 2026 with report available in 2027.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EC0D5C-5921-EC28-2F92-F14B9EC3A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093" y="1444752"/>
            <a:ext cx="4994787" cy="4442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664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D55AF9-C3FB-E5D1-A5F2-0F59149B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A0E60B2-BF1A-3343-BE25-9222D45BBB58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Comal Springs dryopid beetle monitoring protocol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65D91DEA-D9E8-375A-3A9A-1915A8D6134E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55B560-A49F-31EB-886F-4CCBEEE646A6}"/>
              </a:ext>
            </a:extLst>
          </p:cNvPr>
          <p:cNvSpPr txBox="1"/>
          <p:nvPr/>
        </p:nvSpPr>
        <p:spPr>
          <a:xfrm>
            <a:off x="685800" y="1470203"/>
            <a:ext cx="998219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Goal: </a:t>
            </a:r>
            <a:r>
              <a:rPr lang="en-US" dirty="0"/>
              <a:t>Examine population genetics of the Comal Springs riffle beetle based on collected specimens from 2007-2024.</a:t>
            </a:r>
          </a:p>
          <a:p>
            <a:pPr marL="798513" indent="-287338">
              <a:buFont typeface="+mj-lt"/>
              <a:buAutoNum type="arabicPeriod"/>
            </a:pPr>
            <a:r>
              <a:rPr lang="en-US" dirty="0"/>
              <a:t>Estimate genetic diversity, patterns of gene flow, and population structure for each locality and temporal sample (n=4) and assess change over time. </a:t>
            </a:r>
          </a:p>
          <a:p>
            <a:pPr marL="798513" indent="-287338">
              <a:buFont typeface="+mj-lt"/>
              <a:buAutoNum type="arabicPeriod"/>
            </a:pPr>
            <a:r>
              <a:rPr lang="en-US" dirty="0"/>
              <a:t>Estimate effective population sizes at each locality and explore if there is evidence that any populations have gone through a genetic bottleneck. </a:t>
            </a:r>
          </a:p>
          <a:p>
            <a:pPr marL="798513" indent="-287338">
              <a:buFont typeface="+mj-lt"/>
              <a:buAutoNum type="arabicPeriod"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2026 progress: </a:t>
            </a:r>
            <a:r>
              <a:rPr lang="en-US" dirty="0"/>
              <a:t>Individuals of CSRB and CSDB were sent to genome sequencing lab. CSDB extraction was successful and ready for sequencing. CSRB extraction unsuccessful, additional specimens being sent to lab.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55B3F0-3DB0-35F4-0412-F2F4A629B7F1}"/>
              </a:ext>
            </a:extLst>
          </p:cNvPr>
          <p:cNvSpPr txBox="1"/>
          <p:nvPr/>
        </p:nvSpPr>
        <p:spPr>
          <a:xfrm>
            <a:off x="685801" y="4461902"/>
            <a:ext cx="56522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Final report planned by end of 2027.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91CE9F-3D54-27CC-FC5F-C43A73320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972743">
            <a:off x="9371738" y="4344877"/>
            <a:ext cx="2023423" cy="2085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490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A495B6-8B69-3592-95E3-2DC47406E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DCB0ED0-73FD-DA11-4FCF-ADE2C6259C9A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EAHCP Data Management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5FCBAFFD-B4CA-89A8-AF57-92F6CD3113A2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576166-71D7-4376-7608-71515A984ECF}"/>
              </a:ext>
            </a:extLst>
          </p:cNvPr>
          <p:cNvSpPr txBox="1"/>
          <p:nvPr/>
        </p:nvSpPr>
        <p:spPr>
          <a:xfrm>
            <a:off x="685800" y="1470203"/>
            <a:ext cx="11018519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Goal: </a:t>
            </a:r>
            <a:r>
              <a:rPr lang="en-US" dirty="0"/>
              <a:t>Develop a simple, public-facing Shiny-based data portal that allows users to query, filter, and download approved EAHCP environmental monitoring datasets.</a:t>
            </a:r>
          </a:p>
          <a:p>
            <a:pPr lvl="0"/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/>
            <a:r>
              <a:rPr lang="en-US" dirty="0"/>
              <a:t>Provides access to core EAHCP datasets.</a:t>
            </a:r>
          </a:p>
          <a:p>
            <a:pPr lvl="0"/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/>
            <a:r>
              <a:rPr lang="en-US" dirty="0"/>
              <a:t>Focused on data discovery and standardized downloads, not analysis, modeling, or interpretation.</a:t>
            </a:r>
          </a:p>
          <a:p>
            <a:pPr lvl="0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/>
            <a:r>
              <a:rPr lang="en-US" dirty="0"/>
              <a:t>Built around a maintainable, configuration-driven framework so EAA can update datasets, metadata, schemas, and download packages annually without rebuilding the application.</a:t>
            </a:r>
          </a:p>
          <a:p>
            <a:pPr lvl="0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lvl="0"/>
            <a:r>
              <a:rPr lang="en-US" dirty="0">
                <a:solidFill>
                  <a:prstClr val="black"/>
                </a:solidFill>
                <a:latin typeface="Aptos"/>
              </a:rPr>
              <a:t>Presently, in the data standardization and architecture design phase.  Plan to hand off to a developer early 2027.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4966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CC5712-9985-862E-614F-8E5CD5F9A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76C0EFC-BB59-B512-A165-D46BBBCC3573}"/>
              </a:ext>
            </a:extLst>
          </p:cNvPr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3C5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Refugia Program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0B42F04-2125-FBA7-6804-85389560C0AD}"/>
              </a:ext>
            </a:extLst>
          </p:cNvPr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57F61E-88EF-7A2B-65BA-5B53A4B32C51}"/>
              </a:ext>
            </a:extLst>
          </p:cNvPr>
          <p:cNvSpPr txBox="1"/>
          <p:nvPr/>
        </p:nvSpPr>
        <p:spPr>
          <a:xfrm>
            <a:off x="685801" y="1470203"/>
            <a:ext cx="6405281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Gas supersaturation event occurred at the Uvalde hatchery on June 6</a:t>
            </a:r>
            <a:r>
              <a:rPr lang="en-US" baseline="30000" dirty="0"/>
              <a:t>th </a:t>
            </a:r>
            <a:r>
              <a:rPr lang="en-US" dirty="0"/>
              <a:t>resulting in the loss of</a:t>
            </a:r>
            <a:r>
              <a:rPr lang="en-US" baseline="30000" dirty="0"/>
              <a:t> </a:t>
            </a:r>
            <a:r>
              <a:rPr lang="en-US" dirty="0"/>
              <a:t> 231 San Marcos salamanders and 92 Texas blind salamanders.</a:t>
            </a:r>
          </a:p>
          <a:p>
            <a:r>
              <a:rPr lang="en-US" baseline="30000" dirty="0"/>
              <a:t>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There was an interruption of power to the well pump and a malfunction of the diversion valve when supersaturated water was detected.  </a:t>
            </a:r>
            <a:r>
              <a:rPr lang="en-US" dirty="0">
                <a:solidFill>
                  <a:prstClr val="black"/>
                </a:solidFill>
                <a:latin typeface="Aptos"/>
              </a:rPr>
              <a:t>A chunk of calcium carbonate was wedged into the valve allowing it to not fully close.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New standard operating procedures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hav</a:t>
            </a:r>
            <a:r>
              <a:rPr lang="en-US" dirty="0">
                <a:solidFill>
                  <a:prstClr val="black"/>
                </a:solidFill>
                <a:latin typeface="Aptos"/>
              </a:rPr>
              <a:t>e been adopted: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Aptos"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prstClr val="black"/>
                </a:solidFill>
                <a:latin typeface="Aptos"/>
              </a:rPr>
              <a:t>	Diversion valve exercised weekly and will be broken down and cleaned or replaced on a bi-annual basis.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	Off-gassing chambers installed to reduce saturated gas before entering systems.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B925E7-2D4F-8B9E-8B67-4B758D2B10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751" y="751019"/>
            <a:ext cx="3999517" cy="29746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FBD633-E39B-3A10-0052-48E87CCDCC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0752" y="3429000"/>
            <a:ext cx="3999518" cy="2613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721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4527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conditions set the operating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lang="en-US" sz="72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components are best reviewed by purpose and status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format works for ASR, VISPO, irrigation suspension, regional conservation, or other measures.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IN SPRINGFLOW PROTECTION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STATUS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23476" y="4343400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9614916" y="4352544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5138928"/>
            <a:ext cx="10744200" cy="768096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53675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523744" y="5257800"/>
            <a:ext cx="8549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implementation functioning as designed, and where does the committee need additional evidence or context?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Place-based evidence keeps the program grounded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65D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evidence becomes implementation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outcomes.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signal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Monitoring, forecasts, and operational conditions.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77647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7647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determination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thresholds, rules, and professional judgment.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61111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action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Activate, sustain, adjust, or conclude the measure.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44575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4575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44575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and learning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44575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69264" y="552297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QUESTION  ·  Is each handoff clear, documented, and supported by the right evidence?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the condition with the response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23544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HYDROLOGIC CONDITION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springflow, index well, pumping, recharge, or climate signal.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24712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24712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4712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24712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24712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532888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53912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391656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PROGRAM RESPONSE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volume conserved, action timing, participation, or biological indicator.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92824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92824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92824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92824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92824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001000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285232" y="3520440"/>
            <a:ext cx="156362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376672" y="3529584"/>
            <a:ext cx="1380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D7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60120" y="207568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2020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evidence sufficient?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870448" y="202082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gaps in monitoring, interpretation, or communication.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310896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60120" y="331012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27632" y="32552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implementation performing as intended?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32552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operational execution from environmental outcome.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434340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74C68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454456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DB6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448970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change before the next cycle?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44897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a specific analysis, action, or decision owner.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COMMITTEE DISCUSSION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86384" y="28346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slides may follow using the same figure and status layouts.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86384" y="57790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PRESENTER  ·  TITLE  ·  CONTACT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6108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Habitat Conservation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1303</Words>
  <Application>Microsoft Office PowerPoint</Application>
  <PresentationFormat>Widescreen</PresentationFormat>
  <Paragraphs>227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2026-09-04T20:15:37Z</dcterms:modified>
</cp:coreProperties>
</file>