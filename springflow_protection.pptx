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59" r:id="rId8"/>
    <p:sldId id="267" r:id="rId9"/>
    <p:sldId id="260" r:id="rId10"/>
    <p:sldId id="261" r:id="rId11"/>
    <p:sldId id="263" r:id="rId12"/>
    <p:sldId id="270" r:id="rId13"/>
    <p:sldId id="271" r:id="rId14"/>
    <p:sldId id="262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Furl" userId="e1f063c0-f891-481e-b162-0b825299f031" providerId="ADAL" clId="{6ADDB542-7708-4E33-BA5D-95E7728F0CE2}"/>
    <pc:docChg chg="custSel addSld modSld">
      <pc:chgData name="Chad Furl" userId="e1f063c0-f891-481e-b162-0b825299f031" providerId="ADAL" clId="{6ADDB542-7708-4E33-BA5D-95E7728F0CE2}" dt="2026-07-09T14:13:13.370" v="140" actId="20577"/>
      <pc:docMkLst>
        <pc:docMk/>
      </pc:docMkLst>
      <pc:sldChg chg="new">
        <pc:chgData name="Chad Furl" userId="e1f063c0-f891-481e-b162-0b825299f031" providerId="ADAL" clId="{6ADDB542-7708-4E33-BA5D-95E7728F0CE2}" dt="2026-07-09T14:12:20.421" v="0" actId="680"/>
        <pc:sldMkLst>
          <pc:docMk/>
          <pc:sldMk cId="3401967032" sldId="256"/>
        </pc:sldMkLst>
      </pc:sldChg>
      <pc:sldChg chg="modSp new mod">
        <pc:chgData name="Chad Furl" userId="e1f063c0-f891-481e-b162-0b825299f031" providerId="ADAL" clId="{6ADDB542-7708-4E33-BA5D-95E7728F0CE2}" dt="2026-07-09T14:13:13.370" v="140" actId="20577"/>
        <pc:sldMkLst>
          <pc:docMk/>
          <pc:sldMk cId="2858927937" sldId="257"/>
        </pc:sldMkLst>
        <pc:spChg chg="mod">
          <ac:chgData name="Chad Furl" userId="e1f063c0-f891-481e-b162-0b825299f031" providerId="ADAL" clId="{6ADDB542-7708-4E33-BA5D-95E7728F0CE2}" dt="2026-07-09T14:12:48.626" v="38" actId="20577"/>
          <ac:spMkLst>
            <pc:docMk/>
            <pc:sldMk cId="2858927937" sldId="257"/>
            <ac:spMk id="2" creationId="{FD2AF112-7770-3A2D-92B1-C476D4C7B013}"/>
          </ac:spMkLst>
        </pc:spChg>
        <pc:spChg chg="mod">
          <ac:chgData name="Chad Furl" userId="e1f063c0-f891-481e-b162-0b825299f031" providerId="ADAL" clId="{6ADDB542-7708-4E33-BA5D-95E7728F0CE2}" dt="2026-07-09T14:13:13.370" v="140" actId="20577"/>
          <ac:spMkLst>
            <pc:docMk/>
            <pc:sldMk cId="2858927937" sldId="257"/>
            <ac:spMk id="3" creationId="{0BA18771-D8D5-92CB-6779-5753CF2ABFCB}"/>
          </ac:spMkLst>
        </pc:spChg>
      </pc:sldChg>
      <pc:sldChg chg="new">
        <pc:chgData name="Chad Furl" userId="e1f063c0-f891-481e-b162-0b825299f031" providerId="ADAL" clId="{6ADDB542-7708-4E33-BA5D-95E7728F0CE2}" dt="2026-07-09T14:12:22.046" v="2" actId="680"/>
        <pc:sldMkLst>
          <pc:docMk/>
          <pc:sldMk cId="1097111950" sldId="258"/>
        </pc:sldMkLst>
      </pc:sldChg>
      <pc:sldChg chg="new">
        <pc:chgData name="Chad Furl" userId="e1f063c0-f891-481e-b162-0b825299f031" providerId="ADAL" clId="{6ADDB542-7708-4E33-BA5D-95E7728F0CE2}" dt="2026-07-09T14:12:22.790" v="3" actId="680"/>
        <pc:sldMkLst>
          <pc:docMk/>
          <pc:sldMk cId="979973508" sldId="259"/>
        </pc:sldMkLst>
      </pc:sldChg>
    </pc:docChg>
  </pc:docChgLst>
  <pc:docChgLst>
    <pc:chgData name="Chad Furl" userId="e1f063c0-f891-481e-b162-0b825299f031" providerId="ADAL" clId="{3E978C21-B3D0-4285-96BE-5AD851B5E1C0}"/>
    <pc:docChg chg="undo custSel addSld modSld sldOrd">
      <pc:chgData name="Chad Furl" userId="e1f063c0-f891-481e-b162-0b825299f031" providerId="ADAL" clId="{3E978C21-B3D0-4285-96BE-5AD851B5E1C0}" dt="2026-07-27T18:54:38.289" v="2170" actId="20577"/>
      <pc:docMkLst>
        <pc:docMk/>
      </pc:docMkLst>
      <pc:sldChg chg="modSp mod">
        <pc:chgData name="Chad Furl" userId="e1f063c0-f891-481e-b162-0b825299f031" providerId="ADAL" clId="{3E978C21-B3D0-4285-96BE-5AD851B5E1C0}" dt="2026-07-20T21:18:04.851" v="1749" actId="6549"/>
        <pc:sldMkLst>
          <pc:docMk/>
          <pc:sldMk cId="1097111950" sldId="258"/>
        </pc:sldMkLst>
        <pc:spChg chg="mod">
          <ac:chgData name="Chad Furl" userId="e1f063c0-f891-481e-b162-0b825299f031" providerId="ADAL" clId="{3E978C21-B3D0-4285-96BE-5AD851B5E1C0}" dt="2026-07-14T15:38:28.276" v="20" actId="20577"/>
          <ac:spMkLst>
            <pc:docMk/>
            <pc:sldMk cId="1097111950" sldId="258"/>
            <ac:spMk id="2" creationId="{CB3AC4FC-D66D-44AC-AE46-F3344E52FF30}"/>
          </ac:spMkLst>
        </pc:spChg>
        <pc:spChg chg="mod">
          <ac:chgData name="Chad Furl" userId="e1f063c0-f891-481e-b162-0b825299f031" providerId="ADAL" clId="{3E978C21-B3D0-4285-96BE-5AD851B5E1C0}" dt="2026-07-20T21:18:04.851" v="1749" actId="6549"/>
          <ac:spMkLst>
            <pc:docMk/>
            <pc:sldMk cId="1097111950" sldId="258"/>
            <ac:spMk id="3" creationId="{691DC1AB-4AF2-31C1-5DC2-CD9F94FC3387}"/>
          </ac:spMkLst>
        </pc:spChg>
      </pc:sldChg>
      <pc:sldChg chg="modSp mod">
        <pc:chgData name="Chad Furl" userId="e1f063c0-f891-481e-b162-0b825299f031" providerId="ADAL" clId="{3E978C21-B3D0-4285-96BE-5AD851B5E1C0}" dt="2026-07-14T16:00:00.839" v="791" actId="20577"/>
        <pc:sldMkLst>
          <pc:docMk/>
          <pc:sldMk cId="979973508" sldId="259"/>
        </pc:sldMkLst>
        <pc:spChg chg="mod">
          <ac:chgData name="Chad Furl" userId="e1f063c0-f891-481e-b162-0b825299f031" providerId="ADAL" clId="{3E978C21-B3D0-4285-96BE-5AD851B5E1C0}" dt="2026-07-14T15:57:01.349" v="545" actId="20577"/>
          <ac:spMkLst>
            <pc:docMk/>
            <pc:sldMk cId="979973508" sldId="259"/>
            <ac:spMk id="2" creationId="{A211159C-C84C-53FA-64E4-CB202E0CE8A1}"/>
          </ac:spMkLst>
        </pc:spChg>
        <pc:spChg chg="mod">
          <ac:chgData name="Chad Furl" userId="e1f063c0-f891-481e-b162-0b825299f031" providerId="ADAL" clId="{3E978C21-B3D0-4285-96BE-5AD851B5E1C0}" dt="2026-07-14T16:00:00.839" v="791" actId="20577"/>
          <ac:spMkLst>
            <pc:docMk/>
            <pc:sldMk cId="979973508" sldId="259"/>
            <ac:spMk id="3" creationId="{5708651F-4BE1-5797-3046-20B97FF9EA74}"/>
          </ac:spMkLst>
        </pc:spChg>
      </pc:sldChg>
      <pc:sldChg chg="modSp add mod">
        <pc:chgData name="Chad Furl" userId="e1f063c0-f891-481e-b162-0b825299f031" providerId="ADAL" clId="{3E978C21-B3D0-4285-96BE-5AD851B5E1C0}" dt="2026-07-14T16:12:17.109" v="1106" actId="20577"/>
        <pc:sldMkLst>
          <pc:docMk/>
          <pc:sldMk cId="3061179283" sldId="260"/>
        </pc:sldMkLst>
        <pc:spChg chg="mod">
          <ac:chgData name="Chad Furl" userId="e1f063c0-f891-481e-b162-0b825299f031" providerId="ADAL" clId="{3E978C21-B3D0-4285-96BE-5AD851B5E1C0}" dt="2026-07-14T16:06:29.788" v="827" actId="20577"/>
          <ac:spMkLst>
            <pc:docMk/>
            <pc:sldMk cId="3061179283" sldId="260"/>
            <ac:spMk id="2" creationId="{75E45F79-B97A-67E8-70FD-D5572C279031}"/>
          </ac:spMkLst>
        </pc:spChg>
        <pc:spChg chg="mod">
          <ac:chgData name="Chad Furl" userId="e1f063c0-f891-481e-b162-0b825299f031" providerId="ADAL" clId="{3E978C21-B3D0-4285-96BE-5AD851B5E1C0}" dt="2026-07-14T16:12:17.109" v="1106" actId="20577"/>
          <ac:spMkLst>
            <pc:docMk/>
            <pc:sldMk cId="3061179283" sldId="260"/>
            <ac:spMk id="3" creationId="{8DDD8017-D386-C265-F810-13B5E1E4965C}"/>
          </ac:spMkLst>
        </pc:spChg>
      </pc:sldChg>
      <pc:sldChg chg="modSp add mod">
        <pc:chgData name="Chad Furl" userId="e1f063c0-f891-481e-b162-0b825299f031" providerId="ADAL" clId="{3E978C21-B3D0-4285-96BE-5AD851B5E1C0}" dt="2026-07-20T21:21:01.885" v="1813" actId="20577"/>
        <pc:sldMkLst>
          <pc:docMk/>
          <pc:sldMk cId="1924886879" sldId="261"/>
        </pc:sldMkLst>
        <pc:spChg chg="mod">
          <ac:chgData name="Chad Furl" userId="e1f063c0-f891-481e-b162-0b825299f031" providerId="ADAL" clId="{3E978C21-B3D0-4285-96BE-5AD851B5E1C0}" dt="2026-07-14T16:12:45.970" v="1150" actId="20577"/>
          <ac:spMkLst>
            <pc:docMk/>
            <pc:sldMk cId="1924886879" sldId="261"/>
            <ac:spMk id="2" creationId="{06F3C0E1-35B5-68E3-A658-245D3EA3859E}"/>
          </ac:spMkLst>
        </pc:spChg>
        <pc:spChg chg="mod">
          <ac:chgData name="Chad Furl" userId="e1f063c0-f891-481e-b162-0b825299f031" providerId="ADAL" clId="{3E978C21-B3D0-4285-96BE-5AD851B5E1C0}" dt="2026-07-20T21:21:01.885" v="1813" actId="20577"/>
          <ac:spMkLst>
            <pc:docMk/>
            <pc:sldMk cId="1924886879" sldId="261"/>
            <ac:spMk id="3" creationId="{2F9D6E28-25B0-3A73-9FEA-32A8040AD3AC}"/>
          </ac:spMkLst>
        </pc:spChg>
      </pc:sldChg>
      <pc:sldChg chg="modSp add mod">
        <pc:chgData name="Chad Furl" userId="e1f063c0-f891-481e-b162-0b825299f031" providerId="ADAL" clId="{3E978C21-B3D0-4285-96BE-5AD851B5E1C0}" dt="2026-07-27T18:54:38.289" v="2170" actId="20577"/>
        <pc:sldMkLst>
          <pc:docMk/>
          <pc:sldMk cId="3828646604" sldId="262"/>
        </pc:sldMkLst>
        <pc:spChg chg="mod">
          <ac:chgData name="Chad Furl" userId="e1f063c0-f891-481e-b162-0b825299f031" providerId="ADAL" clId="{3E978C21-B3D0-4285-96BE-5AD851B5E1C0}" dt="2026-07-14T16:14:48.444" v="1315" actId="20577"/>
          <ac:spMkLst>
            <pc:docMk/>
            <pc:sldMk cId="3828646604" sldId="262"/>
            <ac:spMk id="2" creationId="{1D17CD25-088E-B356-9E26-F84975C7FC4D}"/>
          </ac:spMkLst>
        </pc:spChg>
        <pc:spChg chg="mod">
          <ac:chgData name="Chad Furl" userId="e1f063c0-f891-481e-b162-0b825299f031" providerId="ADAL" clId="{3E978C21-B3D0-4285-96BE-5AD851B5E1C0}" dt="2026-07-27T18:54:38.289" v="2170" actId="20577"/>
          <ac:spMkLst>
            <pc:docMk/>
            <pc:sldMk cId="3828646604" sldId="262"/>
            <ac:spMk id="3" creationId="{B725161E-376D-09E0-2D93-283A1B70B4B4}"/>
          </ac:spMkLst>
        </pc:spChg>
      </pc:sldChg>
      <pc:sldChg chg="modSp add mod ord">
        <pc:chgData name="Chad Furl" userId="e1f063c0-f891-481e-b162-0b825299f031" providerId="ADAL" clId="{3E978C21-B3D0-4285-96BE-5AD851B5E1C0}" dt="2026-07-20T21:22:42.444" v="1819"/>
        <pc:sldMkLst>
          <pc:docMk/>
          <pc:sldMk cId="2499565460" sldId="263"/>
        </pc:sldMkLst>
        <pc:spChg chg="mod">
          <ac:chgData name="Chad Furl" userId="e1f063c0-f891-481e-b162-0b825299f031" providerId="ADAL" clId="{3E978C21-B3D0-4285-96BE-5AD851B5E1C0}" dt="2026-07-14T16:17:44.645" v="1617" actId="20577"/>
          <ac:spMkLst>
            <pc:docMk/>
            <pc:sldMk cId="2499565460" sldId="263"/>
            <ac:spMk id="2" creationId="{A51F9534-2011-2FFB-B9E1-E30D4B41FAE8}"/>
          </ac:spMkLst>
        </pc:spChg>
      </pc:sldChg>
      <pc:sldChg chg="modSp add mod">
        <pc:chgData name="Chad Furl" userId="e1f063c0-f891-481e-b162-0b825299f031" providerId="ADAL" clId="{3E978C21-B3D0-4285-96BE-5AD851B5E1C0}" dt="2026-07-21T16:27:19.089" v="1942" actId="20577"/>
        <pc:sldMkLst>
          <pc:docMk/>
          <pc:sldMk cId="1733948081" sldId="264"/>
        </pc:sldMkLst>
        <pc:spChg chg="mod">
          <ac:chgData name="Chad Furl" userId="e1f063c0-f891-481e-b162-0b825299f031" providerId="ADAL" clId="{3E978C21-B3D0-4285-96BE-5AD851B5E1C0}" dt="2026-07-21T16:27:19.089" v="1942" actId="20577"/>
          <ac:spMkLst>
            <pc:docMk/>
            <pc:sldMk cId="1733948081" sldId="264"/>
            <ac:spMk id="3" creationId="{F2E9DCB6-38DC-BE1D-3636-2522F394D8EA}"/>
          </ac:spMkLst>
        </pc:spChg>
      </pc:sldChg>
      <pc:sldChg chg="modSp add mod ord">
        <pc:chgData name="Chad Furl" userId="e1f063c0-f891-481e-b162-0b825299f031" providerId="ADAL" clId="{3E978C21-B3D0-4285-96BE-5AD851B5E1C0}" dt="2026-07-22T21:24:53.344" v="1962" actId="20577"/>
        <pc:sldMkLst>
          <pc:docMk/>
          <pc:sldMk cId="2768404552" sldId="265"/>
        </pc:sldMkLst>
        <pc:spChg chg="mod">
          <ac:chgData name="Chad Furl" userId="e1f063c0-f891-481e-b162-0b825299f031" providerId="ADAL" clId="{3E978C21-B3D0-4285-96BE-5AD851B5E1C0}" dt="2026-07-22T21:24:53.344" v="1962" actId="20577"/>
          <ac:spMkLst>
            <pc:docMk/>
            <pc:sldMk cId="2768404552" sldId="265"/>
            <ac:spMk id="3" creationId="{863E3E74-112F-F68E-A448-965C5B529440}"/>
          </ac:spMkLst>
        </pc:spChg>
      </pc:sldChg>
      <pc:sldChg chg="modSp new mod">
        <pc:chgData name="Chad Furl" userId="e1f063c0-f891-481e-b162-0b825299f031" providerId="ADAL" clId="{3E978C21-B3D0-4285-96BE-5AD851B5E1C0}" dt="2026-07-20T21:04:42.311" v="1748" actId="20577"/>
        <pc:sldMkLst>
          <pc:docMk/>
          <pc:sldMk cId="382790369" sldId="266"/>
        </pc:sldMkLst>
        <pc:spChg chg="mod">
          <ac:chgData name="Chad Furl" userId="e1f063c0-f891-481e-b162-0b825299f031" providerId="ADAL" clId="{3E978C21-B3D0-4285-96BE-5AD851B5E1C0}" dt="2026-07-14T15:58:29.769" v="644" actId="20577"/>
          <ac:spMkLst>
            <pc:docMk/>
            <pc:sldMk cId="382790369" sldId="266"/>
            <ac:spMk id="2" creationId="{C2F118EF-B8A7-BA2F-7E35-DA30F71B7D07}"/>
          </ac:spMkLst>
        </pc:spChg>
        <pc:spChg chg="mod">
          <ac:chgData name="Chad Furl" userId="e1f063c0-f891-481e-b162-0b825299f031" providerId="ADAL" clId="{3E978C21-B3D0-4285-96BE-5AD851B5E1C0}" dt="2026-07-20T21:04:42.311" v="1748" actId="20577"/>
          <ac:spMkLst>
            <pc:docMk/>
            <pc:sldMk cId="382790369" sldId="266"/>
            <ac:spMk id="3" creationId="{5C604388-F7EA-39C4-6478-2E29F6B2E0D3}"/>
          </ac:spMkLst>
        </pc:spChg>
      </pc:sldChg>
      <pc:sldChg chg="modSp new mod">
        <pc:chgData name="Chad Furl" userId="e1f063c0-f891-481e-b162-0b825299f031" providerId="ADAL" clId="{3E978C21-B3D0-4285-96BE-5AD851B5E1C0}" dt="2026-07-24T20:17:57.611" v="2119" actId="20577"/>
        <pc:sldMkLst>
          <pc:docMk/>
          <pc:sldMk cId="413581659" sldId="267"/>
        </pc:sldMkLst>
        <pc:spChg chg="mod">
          <ac:chgData name="Chad Furl" userId="e1f063c0-f891-481e-b162-0b825299f031" providerId="ADAL" clId="{3E978C21-B3D0-4285-96BE-5AD851B5E1C0}" dt="2026-07-20T21:04:24.136" v="1694" actId="20577"/>
          <ac:spMkLst>
            <pc:docMk/>
            <pc:sldMk cId="413581659" sldId="267"/>
            <ac:spMk id="2" creationId="{85C369F3-3DF2-040D-A7DB-01357093686B}"/>
          </ac:spMkLst>
        </pc:spChg>
        <pc:spChg chg="mod">
          <ac:chgData name="Chad Furl" userId="e1f063c0-f891-481e-b162-0b825299f031" providerId="ADAL" clId="{3E978C21-B3D0-4285-96BE-5AD851B5E1C0}" dt="2026-07-24T20:17:57.611" v="2119" actId="20577"/>
          <ac:spMkLst>
            <pc:docMk/>
            <pc:sldMk cId="413581659" sldId="267"/>
            <ac:spMk id="3" creationId="{190D1E8D-E1EB-D17D-BBC6-651C9C5D01CF}"/>
          </ac:spMkLst>
        </pc:spChg>
      </pc:sldChg>
      <pc:sldChg chg="modSp add mod">
        <pc:chgData name="Chad Furl" userId="e1f063c0-f891-481e-b162-0b825299f031" providerId="ADAL" clId="{3E978C21-B3D0-4285-96BE-5AD851B5E1C0}" dt="2026-07-20T21:25:12.903" v="1893" actId="20577"/>
        <pc:sldMkLst>
          <pc:docMk/>
          <pc:sldMk cId="2544393652" sldId="268"/>
        </pc:sldMkLst>
        <pc:spChg chg="mod">
          <ac:chgData name="Chad Furl" userId="e1f063c0-f891-481e-b162-0b825299f031" providerId="ADAL" clId="{3E978C21-B3D0-4285-96BE-5AD851B5E1C0}" dt="2026-07-20T21:25:12.903" v="1893" actId="20577"/>
          <ac:spMkLst>
            <pc:docMk/>
            <pc:sldMk cId="2544393652" sldId="268"/>
            <ac:spMk id="3" creationId="{F894C1D4-348D-2C9E-AC51-0DCB6FFCEEEE}"/>
          </ac:spMkLst>
        </pc:spChg>
      </pc:sldChg>
      <pc:sldChg chg="modSp add mod">
        <pc:chgData name="Chad Furl" userId="e1f063c0-f891-481e-b162-0b825299f031" providerId="ADAL" clId="{3E978C21-B3D0-4285-96BE-5AD851B5E1C0}" dt="2026-07-20T21:25:34.276" v="1922" actId="20577"/>
        <pc:sldMkLst>
          <pc:docMk/>
          <pc:sldMk cId="1670861652" sldId="269"/>
        </pc:sldMkLst>
        <pc:spChg chg="mod">
          <ac:chgData name="Chad Furl" userId="e1f063c0-f891-481e-b162-0b825299f031" providerId="ADAL" clId="{3E978C21-B3D0-4285-96BE-5AD851B5E1C0}" dt="2026-07-20T21:25:34.276" v="1922" actId="20577"/>
          <ac:spMkLst>
            <pc:docMk/>
            <pc:sldMk cId="1670861652" sldId="269"/>
            <ac:spMk id="3" creationId="{300E4B59-DE85-C9FC-2D36-EB2E6321203A}"/>
          </ac:spMkLst>
        </pc:spChg>
      </pc:sldChg>
      <pc:sldChg chg="modSp add mod">
        <pc:chgData name="Chad Furl" userId="e1f063c0-f891-481e-b162-0b825299f031" providerId="ADAL" clId="{3E978C21-B3D0-4285-96BE-5AD851B5E1C0}" dt="2026-07-20T21:23:27.100" v="1825" actId="20577"/>
        <pc:sldMkLst>
          <pc:docMk/>
          <pc:sldMk cId="762413730" sldId="270"/>
        </pc:sldMkLst>
        <pc:spChg chg="mod">
          <ac:chgData name="Chad Furl" userId="e1f063c0-f891-481e-b162-0b825299f031" providerId="ADAL" clId="{3E978C21-B3D0-4285-96BE-5AD851B5E1C0}" dt="2026-07-20T21:23:27.100" v="1825" actId="20577"/>
          <ac:spMkLst>
            <pc:docMk/>
            <pc:sldMk cId="762413730" sldId="270"/>
            <ac:spMk id="2" creationId="{24DA7927-AF9C-482E-F02E-CFAD913778AF}"/>
          </ac:spMkLst>
        </pc:spChg>
      </pc:sldChg>
      <pc:sldChg chg="modSp add mod">
        <pc:chgData name="Chad Furl" userId="e1f063c0-f891-481e-b162-0b825299f031" providerId="ADAL" clId="{3E978C21-B3D0-4285-96BE-5AD851B5E1C0}" dt="2026-07-20T21:23:44.520" v="1835" actId="20577"/>
        <pc:sldMkLst>
          <pc:docMk/>
          <pc:sldMk cId="2749606402" sldId="271"/>
        </pc:sldMkLst>
        <pc:spChg chg="mod">
          <ac:chgData name="Chad Furl" userId="e1f063c0-f891-481e-b162-0b825299f031" providerId="ADAL" clId="{3E978C21-B3D0-4285-96BE-5AD851B5E1C0}" dt="2026-07-20T21:23:44.520" v="1835" actId="20577"/>
          <ac:spMkLst>
            <pc:docMk/>
            <pc:sldMk cId="2749606402" sldId="271"/>
            <ac:spMk id="2" creationId="{5AF0FD6C-E513-21E7-F8FB-1AA90A4EDA4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F45B-1C54-A21C-0AA3-8F639E44A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A89DB-DBC4-606C-5715-03D3D560B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5A65F-7F80-00CB-1D16-C3D18C6D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BD004-905A-7702-F853-92261268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25B4D-38BF-8585-6322-EC32336E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5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426F-1651-DE67-12EE-BDB55808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83CC4-DB21-5817-FC11-0AE89A4B3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8287E-401D-D2B4-0C25-0FC047BF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BFCE1-B6FB-F3D4-7F8A-BC22EECA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DA693-8C33-CEFC-454F-218B0840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1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92A2-2607-35CA-8736-A0B6304B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5FD7B-8BE6-4320-3E22-055634E96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C9028-3C32-8C7F-4A84-7E570F49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F52ED-FADA-06FD-2B14-69F9013B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8266B-D486-8C46-E051-863D5808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7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4F27-75DE-70D3-011F-4F65B8BB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FCADF-76C4-FB40-A754-05D6341BA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92E5E-BAED-5ABC-F784-B9379D9B8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E600E-C034-1EAC-0697-FCE61C3C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53CD6-F68F-C8AA-73F8-D7DC98AF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2756B-82F1-B108-CD12-1C6B0567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1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7C38F-5CDA-925E-4E9D-E390A540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6C314-CB0E-BB84-2D7A-83B3B0FFB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F8AC8-B383-F966-7FA7-3DF3B91B8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94742-67D6-D439-6088-67D7C953D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AAA47-9493-DE99-442C-EB6D470749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7109B-06B8-84A6-FB01-EE3CC46B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2E6CB-994B-623F-0544-78AF600AD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695F1-14A2-52DB-B63F-B19F880E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2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1262-A82D-0FC3-6EA8-AD7AA51D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B7CA4-6DFB-8191-E5DC-458A5D3C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0304C-71E4-6E81-57C7-E3FD85C3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DB4E2-A4C6-77FC-CE5A-77C9CA49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64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7955D6-F1FD-2424-972A-AC900B922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894FE-B948-D3B3-5AC4-B763C630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D47AE-115F-F922-614A-BF93D7742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1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1185-6151-143F-C603-AAF71B8A0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19823-054D-3F91-8E7A-9BD4646E7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161D3-3363-F3FF-93BA-39A4273DA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B7DCA-25B2-52FB-FB9E-01EB6604E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23D17-F2DE-92AE-B0AA-6EB68E5F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6E370-6A03-E34E-E99B-F6A769BD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34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3C76-4389-EBBE-58EA-C05F21CA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5043B-8674-0CCF-25FC-FB289A3A8F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E71A5-D8F7-044E-AE80-3A4B6ABB8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308A6-2916-DFE3-9475-CC1ACE08C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E6177-B3F8-26EF-9652-A2263759E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42CE4-2EF6-668A-A1D9-9C06E67F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15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2DF8-3441-01E4-4BE7-F1D490E4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E5238-08F9-F59F-96A8-5610B5147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6C5F-A4FE-CF74-C10E-820A92E63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CA527-D121-95DE-9DC2-45B2AFDF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F64EB-604C-3FE0-93AC-8FCCFC518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6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E04DCC-D10E-42B7-A527-4E985C465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3C7B9-54AE-98A0-A97B-EC54A168A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BCDBB-7135-0711-C9AC-CA8A9E64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F93E8-932F-D1EE-A728-5AB179F76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E5CAC-571C-BF09-A3EF-FDA65DDF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2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73381-BF9D-2539-783F-03E505A9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3A970-CC6E-83E9-0B27-0C4373032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F7644-0447-0FAA-C5A8-F35B96E4D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F4C1E-3527-44F2-9D59-10FE85C7F17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1C6B1-0DE1-5AF4-808B-EA75EBE1E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ADA3C-984E-869C-A9B4-84E4D4AD9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EC0B7-2EDC-4591-9EC0-77AC87996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4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B095-109E-4F19-C237-2ADABFAE40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8DB9E-5E8E-0ACF-057A-A326C77BD7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67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F112-7770-3A2D-92B1-C476D4C7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SF protection </a:t>
            </a:r>
            <a:r>
              <a:rPr lang="en-US" err="1"/>
              <a:t>activites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8771-D8D5-92CB-6779-5753CF2AB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Non-HCP permitting CPM</a:t>
            </a:r>
          </a:p>
          <a:p>
            <a:r>
              <a:rPr lang="en-US"/>
              <a:t>HCP layered on activities</a:t>
            </a:r>
          </a:p>
          <a:p>
            <a:r>
              <a:rPr lang="en-US"/>
              <a:t>This slide should be an easily digestible graphic</a:t>
            </a:r>
          </a:p>
        </p:txBody>
      </p:sp>
    </p:spTree>
    <p:extLst>
      <p:ext uri="{BB962C8B-B14F-4D97-AF65-F5344CB8AC3E}">
        <p14:creationId xmlns:p14="http://schemas.microsoft.com/office/powerpoint/2010/main" val="285892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C4FC-D66D-44AC-AE46-F3344E52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EAA SF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DC1AB-4AF2-31C1-5DC2-CD9F94FC3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Permitting system</a:t>
            </a:r>
          </a:p>
          <a:p>
            <a:r>
              <a:rPr lang="en-US"/>
              <a:t>Some level of detail about the history of the permitting system</a:t>
            </a:r>
          </a:p>
        </p:txBody>
      </p:sp>
    </p:spTree>
    <p:extLst>
      <p:ext uri="{BB962C8B-B14F-4D97-AF65-F5344CB8AC3E}">
        <p14:creationId xmlns:p14="http://schemas.microsoft.com/office/powerpoint/2010/main" val="1097111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B746-E3BC-81B8-1218-266CA2F7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32F3-CFDF-B0B9-EB24-CCEE5C25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EAA SF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9DCB6-38DC-BE1D-3636-2522F394D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Modern implementation of permitting system</a:t>
            </a:r>
          </a:p>
          <a:p>
            <a:pPr lvl="1"/>
            <a:r>
              <a:rPr lang="en-US"/>
              <a:t>Use type </a:t>
            </a:r>
          </a:p>
          <a:p>
            <a:pPr lvl="1"/>
            <a:r>
              <a:rPr lang="en-US"/>
              <a:t>Number of permittees</a:t>
            </a:r>
          </a:p>
          <a:p>
            <a:pPr lvl="1"/>
            <a:r>
              <a:rPr lang="en-US"/>
              <a:t>Base versus unrestricted</a:t>
            </a:r>
          </a:p>
          <a:p>
            <a:pPr lvl="1"/>
            <a:r>
              <a:rPr lang="en-US"/>
              <a:t>Pumping cap</a:t>
            </a:r>
          </a:p>
          <a:p>
            <a:pPr lvl="1"/>
            <a:r>
              <a:rPr lang="en-US"/>
              <a:t>Unpermitted pumping</a:t>
            </a:r>
          </a:p>
        </p:txBody>
      </p:sp>
    </p:spTree>
    <p:extLst>
      <p:ext uri="{BB962C8B-B14F-4D97-AF65-F5344CB8AC3E}">
        <p14:creationId xmlns:p14="http://schemas.microsoft.com/office/powerpoint/2010/main" val="173394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0BB3-60E0-4A84-5017-CFB3421F9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6365-AFC3-0FDC-69D8-27C2E141B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EAA SF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E3E74-112F-F68E-A448-965C5B529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look at modern implementation of permitting system</a:t>
            </a:r>
          </a:p>
          <a:p>
            <a:pPr lvl="1"/>
            <a:r>
              <a:rPr lang="en-US"/>
              <a:t>Use type (what percentage of GW is allocated to each type) DONE</a:t>
            </a:r>
          </a:p>
          <a:p>
            <a:pPr lvl="1"/>
            <a:r>
              <a:rPr lang="en-US"/>
              <a:t>Base versus unrestricted (same question)DONE</a:t>
            </a:r>
          </a:p>
          <a:p>
            <a:pPr lvl="1"/>
            <a:r>
              <a:rPr lang="en-US"/>
              <a:t>Pumping cap (show pumping cap prior to any stage restriction levies) DONE</a:t>
            </a:r>
          </a:p>
          <a:p>
            <a:pPr lvl="1"/>
            <a:r>
              <a:rPr lang="en-US"/>
              <a:t>How is the water distributed across counties by vol and use type? DONE.</a:t>
            </a:r>
          </a:p>
        </p:txBody>
      </p:sp>
    </p:spTree>
    <p:extLst>
      <p:ext uri="{BB962C8B-B14F-4D97-AF65-F5344CB8AC3E}">
        <p14:creationId xmlns:p14="http://schemas.microsoft.com/office/powerpoint/2010/main" val="2768404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18EF-B8A7-BA2F-7E35-DA30F71B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CPM stage restrictions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04388-F7EA-39C4-6478-2E29F6B2E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Show the two pools and how they are subject to curtailment through CPM.</a:t>
            </a:r>
          </a:p>
          <a:p>
            <a:r>
              <a:rPr lang="en-US"/>
              <a:t>How long has this CPM stage structure been in place?</a:t>
            </a:r>
          </a:p>
        </p:txBody>
      </p:sp>
    </p:spTree>
    <p:extLst>
      <p:ext uri="{BB962C8B-B14F-4D97-AF65-F5344CB8AC3E}">
        <p14:creationId xmlns:p14="http://schemas.microsoft.com/office/powerpoint/2010/main" val="382790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159C-C84C-53FA-64E4-CB202E0C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 a year and provide an example of implementation of CPM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651F-4BE1-5797-3046-20B97FF9E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how stage allocation is spread throughout year for both pools.</a:t>
            </a:r>
          </a:p>
          <a:p>
            <a:r>
              <a:rPr lang="en-US" dirty="0"/>
              <a:t>Introduce the idea of unpumped water that was authorized</a:t>
            </a:r>
          </a:p>
        </p:txBody>
      </p:sp>
    </p:spTree>
    <p:extLst>
      <p:ext uri="{BB962C8B-B14F-4D97-AF65-F5344CB8AC3E}">
        <p14:creationId xmlns:p14="http://schemas.microsoft.com/office/powerpoint/2010/main" val="979973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69F3-3DF2-040D-A7DB-013570936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CPM implementation down through the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D1E8D-E1EB-D17D-BBC6-651C9C5D0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CPM through the years. Let’s go.</a:t>
            </a:r>
          </a:p>
          <a:p>
            <a:r>
              <a:rPr lang="en-US" dirty="0"/>
              <a:t>How often have we been in various CPM stages since 2013? How much pumping has been curtailed as a result?</a:t>
            </a:r>
          </a:p>
          <a:p>
            <a:r>
              <a:rPr lang="en-US" dirty="0"/>
              <a:t>Graph 1 – both pools combined, permit types combined, auth, pumped, unpumped.</a:t>
            </a:r>
          </a:p>
          <a:p>
            <a:r>
              <a:rPr lang="en-US" dirty="0"/>
              <a:t>Graph 2 – 4 panel, broken out by each pool and mandi </a:t>
            </a:r>
            <a:r>
              <a:rPr lang="en-US"/>
              <a:t>+ irrigation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81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F5F9-B381-ED9A-4F34-88B1B9AF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5F79-B97A-67E8-70FD-D5572C27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HCP </a:t>
            </a:r>
            <a:r>
              <a:rPr lang="en-US" err="1"/>
              <a:t>Springflow</a:t>
            </a:r>
            <a:r>
              <a:rPr lang="en-US"/>
              <a:t> protection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D8017-D386-C265-F810-13B5E1E49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Why were additional </a:t>
            </a:r>
            <a:r>
              <a:rPr lang="en-US" err="1"/>
              <a:t>springflow</a:t>
            </a:r>
            <a:r>
              <a:rPr lang="en-US"/>
              <a:t> protection measures needed?</a:t>
            </a:r>
          </a:p>
          <a:p>
            <a:r>
              <a:rPr lang="en-US"/>
              <a:t>We couldn’t meet the minimum level of flow required by the extent of federal law to protect the </a:t>
            </a:r>
            <a:r>
              <a:rPr lang="en-US" err="1"/>
              <a:t>speceis</a:t>
            </a:r>
            <a:r>
              <a:rPr lang="en-US"/>
              <a:t>.</a:t>
            </a:r>
          </a:p>
          <a:p>
            <a:r>
              <a:rPr lang="en-US"/>
              <a:t>Introduce </a:t>
            </a:r>
            <a:r>
              <a:rPr lang="en-US" err="1"/>
              <a:t>larry</a:t>
            </a:r>
            <a:r>
              <a:rPr lang="en-US"/>
              <a:t> land/</a:t>
            </a:r>
            <a:r>
              <a:rPr lang="en-US" err="1"/>
              <a:t>sam</a:t>
            </a:r>
            <a:r>
              <a:rPr lang="en-US"/>
              <a:t> Vaugh and bottom-up package</a:t>
            </a:r>
          </a:p>
        </p:txBody>
      </p:sp>
    </p:spTree>
    <p:extLst>
      <p:ext uri="{BB962C8B-B14F-4D97-AF65-F5344CB8AC3E}">
        <p14:creationId xmlns:p14="http://schemas.microsoft.com/office/powerpoint/2010/main" val="3061179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F58F-EF14-1545-4A22-60A374BB9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C0E1-35B5-68E3-A658-245D3EA3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HCP </a:t>
            </a:r>
            <a:r>
              <a:rPr lang="en-US" err="1"/>
              <a:t>springflow</a:t>
            </a:r>
            <a:r>
              <a:rPr lang="en-US"/>
              <a:t> protection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6E28-25B0-3A73-9FEA-32A8040AD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Describe the package that they came up with to meet minimum </a:t>
            </a:r>
            <a:r>
              <a:rPr lang="en-US" err="1"/>
              <a:t>springflow</a:t>
            </a:r>
            <a:r>
              <a:rPr lang="en-US"/>
              <a:t> during a repeat of the DOR, Vol, trigger.</a:t>
            </a:r>
          </a:p>
          <a:p>
            <a:r>
              <a:rPr lang="en-US"/>
              <a:t>Bottom up package Appendix K</a:t>
            </a:r>
          </a:p>
        </p:txBody>
      </p:sp>
    </p:spTree>
    <p:extLst>
      <p:ext uri="{BB962C8B-B14F-4D97-AF65-F5344CB8AC3E}">
        <p14:creationId xmlns:p14="http://schemas.microsoft.com/office/powerpoint/2010/main" val="1924886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DC756-5A72-9FB4-5706-56B9C0C9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9534-2011-2FFB-B9E1-E30D4B41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6E018-453C-00AF-997E-9CF805BEB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6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E35B2-71FB-3EBC-D5E7-199B67F9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7927-AF9C-482E-F02E-CFAD9137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70957-110F-5E18-716C-DC34627C7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3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AD95-8378-526B-B13E-0E18ABC74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FD6C-E513-21E7-F8FB-1AA90A4E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RWCP/STGV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1F242-05D0-E0E6-7DA9-234EDF774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0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E3CC-C1D3-3D5B-6920-F3885D63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CD25-088E-B356-9E26-F84975C7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Modern implementation of  SF package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5161E-376D-09E0-2D93-283A1B70B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often have SF measures been triggered? How much pumping has been curtailed as a result?</a:t>
            </a:r>
          </a:p>
          <a:p>
            <a:r>
              <a:rPr lang="en-US" dirty="0"/>
              <a:t>What is the estimated vs authorized pumping for 2013 to present.</a:t>
            </a:r>
          </a:p>
          <a:p>
            <a:r>
              <a:rPr lang="en-US" dirty="0"/>
              <a:t>J17/</a:t>
            </a:r>
            <a:r>
              <a:rPr lang="en-US" dirty="0" err="1"/>
              <a:t>springflow</a:t>
            </a:r>
            <a:r>
              <a:rPr lang="en-US" dirty="0"/>
              <a:t> notes.</a:t>
            </a:r>
          </a:p>
          <a:p>
            <a:r>
              <a:rPr lang="en-US" dirty="0"/>
              <a:t>Perhaps a slide looking at </a:t>
            </a:r>
            <a:r>
              <a:rPr lang="en-US" dirty="0" err="1"/>
              <a:t>precip</a:t>
            </a:r>
            <a:r>
              <a:rPr lang="en-US"/>
              <a:t>/recharge</a:t>
            </a:r>
          </a:p>
        </p:txBody>
      </p:sp>
    </p:spTree>
    <p:extLst>
      <p:ext uri="{BB962C8B-B14F-4D97-AF65-F5344CB8AC3E}">
        <p14:creationId xmlns:p14="http://schemas.microsoft.com/office/powerpoint/2010/main" val="3828646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93411-335D-42C8-589B-589248BC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CE10-28FC-4494-306E-2C8CE6620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4C1D4-348D-2C9E-AC51-0DCB6FFCE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going down in 2027?</a:t>
            </a:r>
          </a:p>
        </p:txBody>
      </p:sp>
    </p:spTree>
    <p:extLst>
      <p:ext uri="{BB962C8B-B14F-4D97-AF65-F5344CB8AC3E}">
        <p14:creationId xmlns:p14="http://schemas.microsoft.com/office/powerpoint/2010/main" val="2544393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5D617-DFB9-A4F7-01A9-122ABA55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135E-3CAE-880C-F5D7-D4F74679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E4B59-DE85-C9FC-2D36-EB2E63212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proposed in next HCP?</a:t>
            </a:r>
          </a:p>
        </p:txBody>
      </p:sp>
    </p:spTree>
    <p:extLst>
      <p:ext uri="{BB962C8B-B14F-4D97-AF65-F5344CB8AC3E}">
        <p14:creationId xmlns:p14="http://schemas.microsoft.com/office/powerpoint/2010/main" val="1670861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390</Words>
  <Application>Microsoft Office PowerPoint</Application>
  <PresentationFormat>Widescreen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Overview of SF protection activites</vt:lpstr>
      <vt:lpstr>EAA SF protection</vt:lpstr>
      <vt:lpstr>EAA SF protection</vt:lpstr>
      <vt:lpstr>EAA SF protection</vt:lpstr>
      <vt:lpstr>CPM stage restrictions </vt:lpstr>
      <vt:lpstr>Take a year and provide an example of implementation of CPM</vt:lpstr>
      <vt:lpstr>CPM implementation down through the years</vt:lpstr>
      <vt:lpstr>HCP Springflow protection measures</vt:lpstr>
      <vt:lpstr>HCP springflow protection measures</vt:lpstr>
      <vt:lpstr>ASR</vt:lpstr>
      <vt:lpstr>VISPO</vt:lpstr>
      <vt:lpstr>RWCP/STGV</vt:lpstr>
      <vt:lpstr>Modern implementation of  SF package </vt:lpstr>
      <vt:lpstr>ASR</vt:lpstr>
      <vt:lpstr>ASR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Furl</dc:creator>
  <cp:lastModifiedBy>Chad Furl</cp:lastModifiedBy>
  <cp:revision>1</cp:revision>
  <dcterms:created xsi:type="dcterms:W3CDTF">2026-07-09T14:12:16Z</dcterms:created>
  <dcterms:modified xsi:type="dcterms:W3CDTF">2026-07-27T18:54:41Z</dcterms:modified>
</cp:coreProperties>
</file>