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68" r:id="rId3"/>
    <p:sldId id="271" r:id="rId4"/>
    <p:sldId id="269" r:id="rId5"/>
    <p:sldId id="270" r:id="rId6"/>
    <p:sldId id="258" r:id="rId7"/>
    <p:sldId id="272" r:id="rId8"/>
    <p:sldId id="273" r:id="rId9"/>
    <p:sldId id="274" r:id="rId10"/>
    <p:sldId id="275" r:id="rId11"/>
    <p:sldId id="276" r:id="rId12"/>
    <p:sldId id="277" r:id="rId13"/>
    <p:sldId id="279" r:id="rId14"/>
    <p:sldId id="260" r:id="rId15"/>
    <p:sldId id="261" r:id="rId16"/>
    <p:sldId id="262" r:id="rId17"/>
    <p:sldId id="263" r:id="rId18"/>
    <p:sldId id="264" r:id="rId19"/>
    <p:sldId id="257" r:id="rId20"/>
    <p:sldId id="259" r:id="rId21"/>
    <p:sldId id="265" r:id="rId22"/>
    <p:sldId id="266" r:id="rId23"/>
    <p:sldId id="267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5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552176-765B-49A6-B408-0864F1E32D5E}" v="10" dt="2026-07-24T21:08:32.4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3E978C21-B3D0-4285-96BE-5AD851B5E1C0}"/>
    <pc:docChg chg="undo custSel addSld delSld modSld sldOrd">
      <pc:chgData name="Chad Furl" userId="e1f063c0-f891-481e-b162-0b825299f031" providerId="ADAL" clId="{3E978C21-B3D0-4285-96BE-5AD851B5E1C0}" dt="2026-07-24T21:45:26.488" v="3892" actId="1076"/>
      <pc:docMkLst>
        <pc:docMk/>
      </pc:docMkLst>
      <pc:sldChg chg="delSp modSp mod">
        <pc:chgData name="Chad Furl" userId="e1f063c0-f891-481e-b162-0b825299f031" providerId="ADAL" clId="{3E978C21-B3D0-4285-96BE-5AD851B5E1C0}" dt="2026-07-21T16:37:50.359" v="178" actId="20577"/>
        <pc:sldMkLst>
          <pc:docMk/>
          <pc:sldMk cId="0" sldId="256"/>
        </pc:sldMkLst>
        <pc:spChg chg="mod">
          <ac:chgData name="Chad Furl" userId="e1f063c0-f891-481e-b162-0b825299f031" providerId="ADAL" clId="{3E978C21-B3D0-4285-96BE-5AD851B5E1C0}" dt="2026-07-21T16:37:50.359" v="178" actId="20577"/>
          <ac:spMkLst>
            <pc:docMk/>
            <pc:sldMk cId="0" sldId="256"/>
            <ac:spMk id="6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1T16:34:44.421" v="92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1T16:34:44.421" v="92" actId="1076"/>
          <ac:spMkLst>
            <pc:docMk/>
            <pc:sldMk cId="0" sldId="256"/>
            <ac:spMk id="9" creationId="{00000000-0000-0000-0000-000000000000}"/>
          </ac:spMkLst>
        </pc:spChg>
      </pc:sldChg>
      <pc:sldChg chg="ord">
        <pc:chgData name="Chad Furl" userId="e1f063c0-f891-481e-b162-0b825299f031" providerId="ADAL" clId="{3E978C21-B3D0-4285-96BE-5AD851B5E1C0}" dt="2026-07-22T21:36:49.679" v="2444"/>
        <pc:sldMkLst>
          <pc:docMk/>
          <pc:sldMk cId="0" sldId="257"/>
        </pc:sldMkLst>
      </pc:sldChg>
      <pc:sldChg chg="delSp modSp mod">
        <pc:chgData name="Chad Furl" userId="e1f063c0-f891-481e-b162-0b825299f031" providerId="ADAL" clId="{3E978C21-B3D0-4285-96BE-5AD851B5E1C0}" dt="2026-07-22T21:35:43.772" v="2441" actId="20577"/>
        <pc:sldMkLst>
          <pc:docMk/>
          <pc:sldMk cId="0" sldId="258"/>
        </pc:sldMkLst>
        <pc:spChg chg="mod">
          <ac:chgData name="Chad Furl" userId="e1f063c0-f891-481e-b162-0b825299f031" providerId="ADAL" clId="{3E978C21-B3D0-4285-96BE-5AD851B5E1C0}" dt="2026-07-22T21:34:31.497" v="2328" actId="20577"/>
          <ac:spMkLst>
            <pc:docMk/>
            <pc:sldMk cId="0" sldId="258"/>
            <ac:spMk id="4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2T21:35:30.510" v="2417" actId="27636"/>
          <ac:spMkLst>
            <pc:docMk/>
            <pc:sldMk cId="0" sldId="258"/>
            <ac:spMk id="5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2T21:35:43.772" v="2441" actId="20577"/>
          <ac:spMkLst>
            <pc:docMk/>
            <pc:sldMk cId="0" sldId="258"/>
            <ac:spMk id="9" creationId="{00000000-0000-0000-0000-000000000000}"/>
          </ac:spMkLst>
        </pc:spChg>
      </pc:sldChg>
      <pc:sldChg chg="modSp mod ord">
        <pc:chgData name="Chad Furl" userId="e1f063c0-f891-481e-b162-0b825299f031" providerId="ADAL" clId="{3E978C21-B3D0-4285-96BE-5AD851B5E1C0}" dt="2026-07-24T20:20:45.369" v="3701"/>
        <pc:sldMkLst>
          <pc:docMk/>
          <pc:sldMk cId="0" sldId="259"/>
        </pc:sldMkLst>
        <pc:spChg chg="mod">
          <ac:chgData name="Chad Furl" userId="e1f063c0-f891-481e-b162-0b825299f031" providerId="ADAL" clId="{3E978C21-B3D0-4285-96BE-5AD851B5E1C0}" dt="2026-07-21T16:35:48.941" v="94" actId="27636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7-21T16:35:48.945" v="95" actId="27636"/>
        <pc:sldMkLst>
          <pc:docMk/>
          <pc:sldMk cId="0" sldId="260"/>
        </pc:sldMkLst>
        <pc:spChg chg="mod">
          <ac:chgData name="Chad Furl" userId="e1f063c0-f891-481e-b162-0b825299f031" providerId="ADAL" clId="{3E978C21-B3D0-4285-96BE-5AD851B5E1C0}" dt="2026-07-21T16:35:48.945" v="95" actId="27636"/>
          <ac:spMkLst>
            <pc:docMk/>
            <pc:sldMk cId="0" sldId="260"/>
            <ac:spMk id="22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7-21T16:35:48.949" v="97" actId="27636"/>
        <pc:sldMkLst>
          <pc:docMk/>
          <pc:sldMk cId="0" sldId="262"/>
        </pc:sldMkLst>
        <pc:spChg chg="mod">
          <ac:chgData name="Chad Furl" userId="e1f063c0-f891-481e-b162-0b825299f031" providerId="ADAL" clId="{3E978C21-B3D0-4285-96BE-5AD851B5E1C0}" dt="2026-07-21T16:35:48.949" v="97" actId="2763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1T16:35:48.947" v="96" actId="27636"/>
          <ac:spMkLst>
            <pc:docMk/>
            <pc:sldMk cId="0" sldId="262"/>
            <ac:spMk id="19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7-21T16:35:48.955" v="99" actId="27636"/>
        <pc:sldMkLst>
          <pc:docMk/>
          <pc:sldMk cId="0" sldId="265"/>
        </pc:sldMkLst>
        <pc:spChg chg="mod">
          <ac:chgData name="Chad Furl" userId="e1f063c0-f891-481e-b162-0b825299f031" providerId="ADAL" clId="{3E978C21-B3D0-4285-96BE-5AD851B5E1C0}" dt="2026-07-21T16:35:48.953" v="98" actId="27636"/>
          <ac:spMkLst>
            <pc:docMk/>
            <pc:sldMk cId="0" sldId="265"/>
            <ac:spMk id="11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1T16:35:48.955" v="99" actId="27636"/>
          <ac:spMkLst>
            <pc:docMk/>
            <pc:sldMk cId="0" sldId="265"/>
            <ac:spMk id="15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7-21T16:35:48.959" v="100" actId="27636"/>
        <pc:sldMkLst>
          <pc:docMk/>
          <pc:sldMk cId="0" sldId="267"/>
        </pc:sldMkLst>
        <pc:spChg chg="mod">
          <ac:chgData name="Chad Furl" userId="e1f063c0-f891-481e-b162-0b825299f031" providerId="ADAL" clId="{3E978C21-B3D0-4285-96BE-5AD851B5E1C0}" dt="2026-07-21T16:35:48.959" v="100" actId="27636"/>
          <ac:spMkLst>
            <pc:docMk/>
            <pc:sldMk cId="0" sldId="267"/>
            <ac:spMk id="5" creationId="{00000000-0000-0000-0000-000000000000}"/>
          </ac:spMkLst>
        </pc:spChg>
      </pc:sldChg>
      <pc:sldChg chg="addSp delSp modSp add mod setBg">
        <pc:chgData name="Chad Furl" userId="e1f063c0-f891-481e-b162-0b825299f031" providerId="ADAL" clId="{3E978C21-B3D0-4285-96BE-5AD851B5E1C0}" dt="2026-07-21T20:43:42.328" v="1892" actId="478"/>
        <pc:sldMkLst>
          <pc:docMk/>
          <pc:sldMk cId="3303877617" sldId="268"/>
        </pc:sldMkLst>
        <pc:spChg chg="mod">
          <ac:chgData name="Chad Furl" userId="e1f063c0-f891-481e-b162-0b825299f031" providerId="ADAL" clId="{3E978C21-B3D0-4285-96BE-5AD851B5E1C0}" dt="2026-07-21T18:45:47.987" v="206" actId="20577"/>
          <ac:spMkLst>
            <pc:docMk/>
            <pc:sldMk cId="3303877617" sldId="268"/>
            <ac:spMk id="3" creationId="{7C8FA14E-E158-7628-9AD7-BF264B4F7621}"/>
          </ac:spMkLst>
        </pc:spChg>
        <pc:spChg chg="mod">
          <ac:chgData name="Chad Furl" userId="e1f063c0-f891-481e-b162-0b825299f031" providerId="ADAL" clId="{3E978C21-B3D0-4285-96BE-5AD851B5E1C0}" dt="2026-07-21T19:04:38.927" v="710" actId="20577"/>
          <ac:spMkLst>
            <pc:docMk/>
            <pc:sldMk cId="3303877617" sldId="268"/>
            <ac:spMk id="4" creationId="{1ACC7BD2-5288-B193-4D4A-FAC91F9FDFDD}"/>
          </ac:spMkLst>
        </pc:spChg>
        <pc:spChg chg="mod">
          <ac:chgData name="Chad Furl" userId="e1f063c0-f891-481e-b162-0b825299f031" providerId="ADAL" clId="{3E978C21-B3D0-4285-96BE-5AD851B5E1C0}" dt="2026-07-21T16:36:46.356" v="109" actId="1076"/>
          <ac:spMkLst>
            <pc:docMk/>
            <pc:sldMk cId="3303877617" sldId="268"/>
            <ac:spMk id="5" creationId="{4A6291EC-612A-ABC1-1DBF-AFD660B75A12}"/>
          </ac:spMkLst>
        </pc:spChg>
        <pc:spChg chg="mod">
          <ac:chgData name="Chad Furl" userId="e1f063c0-f891-481e-b162-0b825299f031" providerId="ADAL" clId="{3E978C21-B3D0-4285-96BE-5AD851B5E1C0}" dt="2026-07-21T18:48:11.785" v="358" actId="20577"/>
          <ac:spMkLst>
            <pc:docMk/>
            <pc:sldMk cId="3303877617" sldId="268"/>
            <ac:spMk id="6" creationId="{7055C3BC-47A0-7237-9AB0-2B6D9C1CF524}"/>
          </ac:spMkLst>
        </pc:spChg>
        <pc:spChg chg="mod">
          <ac:chgData name="Chad Furl" userId="e1f063c0-f891-481e-b162-0b825299f031" providerId="ADAL" clId="{3E978C21-B3D0-4285-96BE-5AD851B5E1C0}" dt="2026-07-21T19:15:58.494" v="849" actId="20577"/>
          <ac:spMkLst>
            <pc:docMk/>
            <pc:sldMk cId="3303877617" sldId="268"/>
            <ac:spMk id="7" creationId="{95A28A72-A177-8F1F-589F-85D1C92B33EA}"/>
          </ac:spMkLst>
        </pc:spChg>
        <pc:spChg chg="mod">
          <ac:chgData name="Chad Furl" userId="e1f063c0-f891-481e-b162-0b825299f031" providerId="ADAL" clId="{3E978C21-B3D0-4285-96BE-5AD851B5E1C0}" dt="2026-07-21T19:15:51.286" v="848" actId="27636"/>
          <ac:spMkLst>
            <pc:docMk/>
            <pc:sldMk cId="3303877617" sldId="268"/>
            <ac:spMk id="8" creationId="{1F49E8AE-11E8-A50D-7397-A93E4F95376A}"/>
          </ac:spMkLst>
        </pc:spChg>
        <pc:spChg chg="mod">
          <ac:chgData name="Chad Furl" userId="e1f063c0-f891-481e-b162-0b825299f031" providerId="ADAL" clId="{3E978C21-B3D0-4285-96BE-5AD851B5E1C0}" dt="2026-07-21T16:36:46.356" v="109" actId="1076"/>
          <ac:spMkLst>
            <pc:docMk/>
            <pc:sldMk cId="3303877617" sldId="268"/>
            <ac:spMk id="9" creationId="{1955B4BD-F36A-AA56-AE21-9878CD0534D1}"/>
          </ac:spMkLst>
        </pc:spChg>
        <pc:spChg chg="mod">
          <ac:chgData name="Chad Furl" userId="e1f063c0-f891-481e-b162-0b825299f031" providerId="ADAL" clId="{3E978C21-B3D0-4285-96BE-5AD851B5E1C0}" dt="2026-07-21T18:49:00.723" v="427" actId="20577"/>
          <ac:spMkLst>
            <pc:docMk/>
            <pc:sldMk cId="3303877617" sldId="268"/>
            <ac:spMk id="10" creationId="{FB844996-8214-4F03-8F86-A4F01B5A4C8A}"/>
          </ac:spMkLst>
        </pc:spChg>
        <pc:spChg chg="mod">
          <ac:chgData name="Chad Furl" userId="e1f063c0-f891-481e-b162-0b825299f031" providerId="ADAL" clId="{3E978C21-B3D0-4285-96BE-5AD851B5E1C0}" dt="2026-07-21T18:49:32.128" v="465" actId="122"/>
          <ac:spMkLst>
            <pc:docMk/>
            <pc:sldMk cId="3303877617" sldId="268"/>
            <ac:spMk id="11" creationId="{677C6B04-D659-EEBC-4FB4-C63785EAB317}"/>
          </ac:spMkLst>
        </pc:spChg>
        <pc:spChg chg="mod">
          <ac:chgData name="Chad Furl" userId="e1f063c0-f891-481e-b162-0b825299f031" providerId="ADAL" clId="{3E978C21-B3D0-4285-96BE-5AD851B5E1C0}" dt="2026-07-21T19:16:11.060" v="857" actId="27636"/>
          <ac:spMkLst>
            <pc:docMk/>
            <pc:sldMk cId="3303877617" sldId="268"/>
            <ac:spMk id="12" creationId="{9D3B548A-6EEB-C68C-1E92-20059FC56F1F}"/>
          </ac:spMkLst>
        </pc:spChg>
        <pc:spChg chg="mod">
          <ac:chgData name="Chad Furl" userId="e1f063c0-f891-481e-b162-0b825299f031" providerId="ADAL" clId="{3E978C21-B3D0-4285-96BE-5AD851B5E1C0}" dt="2026-07-21T19:16:45.815" v="891" actId="20577"/>
          <ac:spMkLst>
            <pc:docMk/>
            <pc:sldMk cId="3303877617" sldId="268"/>
            <ac:spMk id="20" creationId="{EB26B23A-060A-030C-FC78-C510E723E23C}"/>
          </ac:spMkLst>
        </pc:spChg>
        <pc:spChg chg="mod">
          <ac:chgData name="Chad Furl" userId="e1f063c0-f891-481e-b162-0b825299f031" providerId="ADAL" clId="{3E978C21-B3D0-4285-96BE-5AD851B5E1C0}" dt="2026-07-21T19:16:50.037" v="892" actId="20577"/>
          <ac:spMkLst>
            <pc:docMk/>
            <pc:sldMk cId="3303877617" sldId="268"/>
            <ac:spMk id="21" creationId="{F794CF73-CA11-A07D-64C6-ABA8043E2E14}"/>
          </ac:spMkLst>
        </pc:spChg>
      </pc:sldChg>
      <pc:sldChg chg="addSp delSp modSp add mod">
        <pc:chgData name="Chad Furl" userId="e1f063c0-f891-481e-b162-0b825299f031" providerId="ADAL" clId="{3E978C21-B3D0-4285-96BE-5AD851B5E1C0}" dt="2026-07-22T21:25:10.636" v="2229" actId="20577"/>
        <pc:sldMkLst>
          <pc:docMk/>
          <pc:sldMk cId="2270720204" sldId="269"/>
        </pc:sldMkLst>
        <pc:spChg chg="mod">
          <ac:chgData name="Chad Furl" userId="e1f063c0-f891-481e-b162-0b825299f031" providerId="ADAL" clId="{3E978C21-B3D0-4285-96BE-5AD851B5E1C0}" dt="2026-07-22T21:25:10.636" v="2229" actId="20577"/>
          <ac:spMkLst>
            <pc:docMk/>
            <pc:sldMk cId="2270720204" sldId="269"/>
            <ac:spMk id="3" creationId="{9F819CD2-9BB6-D646-66DD-B6EA04C2D723}"/>
          </ac:spMkLst>
        </pc:spChg>
        <pc:spChg chg="mod">
          <ac:chgData name="Chad Furl" userId="e1f063c0-f891-481e-b162-0b825299f031" providerId="ADAL" clId="{3E978C21-B3D0-4285-96BE-5AD851B5E1C0}" dt="2026-07-21T19:28:48.726" v="1056" actId="20577"/>
          <ac:spMkLst>
            <pc:docMk/>
            <pc:sldMk cId="2270720204" sldId="269"/>
            <ac:spMk id="6" creationId="{0A0D5D4B-E2F9-1ECD-E3AF-AC252C1D630D}"/>
          </ac:spMkLst>
        </pc:spChg>
        <pc:spChg chg="mod">
          <ac:chgData name="Chad Furl" userId="e1f063c0-f891-481e-b162-0b825299f031" providerId="ADAL" clId="{3E978C21-B3D0-4285-96BE-5AD851B5E1C0}" dt="2026-07-21T19:47:33.616" v="1729" actId="14100"/>
          <ac:spMkLst>
            <pc:docMk/>
            <pc:sldMk cId="2270720204" sldId="269"/>
            <ac:spMk id="7" creationId="{489C6635-2A14-8963-AFFF-328B1D5BBFA4}"/>
          </ac:spMkLst>
        </pc:spChg>
        <pc:spChg chg="mod">
          <ac:chgData name="Chad Furl" userId="e1f063c0-f891-481e-b162-0b825299f031" providerId="ADAL" clId="{3E978C21-B3D0-4285-96BE-5AD851B5E1C0}" dt="2026-07-21T20:42:53.103" v="1891" actId="1076"/>
          <ac:spMkLst>
            <pc:docMk/>
            <pc:sldMk cId="2270720204" sldId="269"/>
            <ac:spMk id="21" creationId="{472DB391-70C9-17EF-DA3E-08A422B24C65}"/>
          </ac:spMkLst>
        </pc:spChg>
        <pc:spChg chg="mod">
          <ac:chgData name="Chad Furl" userId="e1f063c0-f891-481e-b162-0b825299f031" providerId="ADAL" clId="{3E978C21-B3D0-4285-96BE-5AD851B5E1C0}" dt="2026-07-21T19:45:32.998" v="1707" actId="20577"/>
          <ac:spMkLst>
            <pc:docMk/>
            <pc:sldMk cId="2270720204" sldId="269"/>
            <ac:spMk id="23" creationId="{4E283A4B-A290-4C17-60BD-A3769F1CB2F6}"/>
          </ac:spMkLst>
        </pc:spChg>
        <pc:spChg chg="mod">
          <ac:chgData name="Chad Furl" userId="e1f063c0-f891-481e-b162-0b825299f031" providerId="ADAL" clId="{3E978C21-B3D0-4285-96BE-5AD851B5E1C0}" dt="2026-07-21T19:45:39.272" v="1710" actId="20577"/>
          <ac:spMkLst>
            <pc:docMk/>
            <pc:sldMk cId="2270720204" sldId="269"/>
            <ac:spMk id="24" creationId="{ECAB1851-C04C-C544-8F4C-A9041F4D78C5}"/>
          </ac:spMkLst>
        </pc:spChg>
        <pc:spChg chg="add mod">
          <ac:chgData name="Chad Furl" userId="e1f063c0-f891-481e-b162-0b825299f031" providerId="ADAL" clId="{3E978C21-B3D0-4285-96BE-5AD851B5E1C0}" dt="2026-07-21T19:46:42.577" v="1719" actId="1076"/>
          <ac:spMkLst>
            <pc:docMk/>
            <pc:sldMk cId="2270720204" sldId="269"/>
            <ac:spMk id="28" creationId="{F2D73782-F603-198B-3F98-C72AEDB9509E}"/>
          </ac:spMkLst>
        </pc:spChg>
        <pc:spChg chg="add mod">
          <ac:chgData name="Chad Furl" userId="e1f063c0-f891-481e-b162-0b825299f031" providerId="ADAL" clId="{3E978C21-B3D0-4285-96BE-5AD851B5E1C0}" dt="2026-07-21T19:47:46.360" v="1731" actId="1076"/>
          <ac:spMkLst>
            <pc:docMk/>
            <pc:sldMk cId="2270720204" sldId="269"/>
            <ac:spMk id="30" creationId="{489F027D-7C01-A9B8-824A-A881F2404D5C}"/>
          </ac:spMkLst>
        </pc:spChg>
        <pc:spChg chg="add mod">
          <ac:chgData name="Chad Furl" userId="e1f063c0-f891-481e-b162-0b825299f031" providerId="ADAL" clId="{3E978C21-B3D0-4285-96BE-5AD851B5E1C0}" dt="2026-07-21T19:46:37.174" v="1718" actId="1076"/>
          <ac:spMkLst>
            <pc:docMk/>
            <pc:sldMk cId="2270720204" sldId="269"/>
            <ac:spMk id="32" creationId="{DBAEF6C0-B635-FC57-B442-910BFAC824FF}"/>
          </ac:spMkLst>
        </pc:spChg>
        <pc:spChg chg="add mod">
          <ac:chgData name="Chad Furl" userId="e1f063c0-f891-481e-b162-0b825299f031" providerId="ADAL" clId="{3E978C21-B3D0-4285-96BE-5AD851B5E1C0}" dt="2026-07-21T19:47:44.117" v="1730" actId="1076"/>
          <ac:spMkLst>
            <pc:docMk/>
            <pc:sldMk cId="2270720204" sldId="269"/>
            <ac:spMk id="36" creationId="{AB44F956-6C05-EF62-9C88-412E252C6391}"/>
          </ac:spMkLst>
        </pc:spChg>
        <pc:picChg chg="add mod">
          <ac:chgData name="Chad Furl" userId="e1f063c0-f891-481e-b162-0b825299f031" providerId="ADAL" clId="{3E978C21-B3D0-4285-96BE-5AD851B5E1C0}" dt="2026-07-21T20:36:12.939" v="1746" actId="14100"/>
          <ac:picMkLst>
            <pc:docMk/>
            <pc:sldMk cId="2270720204" sldId="269"/>
            <ac:picMk id="38" creationId="{85300E01-13A8-793D-7AF1-35FBC63A3CF2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2T21:28:10.918" v="2261" actId="20577"/>
        <pc:sldMkLst>
          <pc:docMk/>
          <pc:sldMk cId="3427202569" sldId="270"/>
        </pc:sldMkLst>
        <pc:spChg chg="mod">
          <ac:chgData name="Chad Furl" userId="e1f063c0-f891-481e-b162-0b825299f031" providerId="ADAL" clId="{3E978C21-B3D0-4285-96BE-5AD851B5E1C0}" dt="2026-07-21T20:47:21.474" v="1899" actId="6549"/>
          <ac:spMkLst>
            <pc:docMk/>
            <pc:sldMk cId="3427202569" sldId="270"/>
            <ac:spMk id="2" creationId="{4BA78883-3B80-7862-D650-AFABAF57AFC2}"/>
          </ac:spMkLst>
        </pc:spChg>
        <pc:spChg chg="mod">
          <ac:chgData name="Chad Furl" userId="e1f063c0-f891-481e-b162-0b825299f031" providerId="ADAL" clId="{3E978C21-B3D0-4285-96BE-5AD851B5E1C0}" dt="2026-07-21T21:27:20.283" v="2210" actId="20577"/>
          <ac:spMkLst>
            <pc:docMk/>
            <pc:sldMk cId="3427202569" sldId="270"/>
            <ac:spMk id="3" creationId="{82851CCF-24C9-8636-3BF7-02DB8B7969AA}"/>
          </ac:spMkLst>
        </pc:spChg>
        <pc:spChg chg="mod">
          <ac:chgData name="Chad Furl" userId="e1f063c0-f891-481e-b162-0b825299f031" providerId="ADAL" clId="{3E978C21-B3D0-4285-96BE-5AD851B5E1C0}" dt="2026-07-21T21:20:33.314" v="1964" actId="20577"/>
          <ac:spMkLst>
            <pc:docMk/>
            <pc:sldMk cId="3427202569" sldId="270"/>
            <ac:spMk id="21" creationId="{1EE764F9-5DAF-B856-6A1D-306AAA444946}"/>
          </ac:spMkLst>
        </pc:spChg>
        <pc:spChg chg="mod">
          <ac:chgData name="Chad Furl" userId="e1f063c0-f891-481e-b162-0b825299f031" providerId="ADAL" clId="{3E978C21-B3D0-4285-96BE-5AD851B5E1C0}" dt="2026-07-22T20:00:11.041" v="2227" actId="27636"/>
          <ac:spMkLst>
            <pc:docMk/>
            <pc:sldMk cId="3427202569" sldId="270"/>
            <ac:spMk id="22" creationId="{3A45BF16-3FDC-7774-A28E-D005E627C1DB}"/>
          </ac:spMkLst>
        </pc:spChg>
        <pc:spChg chg="mod">
          <ac:chgData name="Chad Furl" userId="e1f063c0-f891-481e-b162-0b825299f031" providerId="ADAL" clId="{3E978C21-B3D0-4285-96BE-5AD851B5E1C0}" dt="2026-07-21T21:27:05.538" v="2180" actId="255"/>
          <ac:spMkLst>
            <pc:docMk/>
            <pc:sldMk cId="3427202569" sldId="270"/>
            <ac:spMk id="23" creationId="{A95A4FE6-CCC6-4410-05B9-CA0C43808A6B}"/>
          </ac:spMkLst>
        </pc:spChg>
        <pc:spChg chg="mod">
          <ac:chgData name="Chad Furl" userId="e1f063c0-f891-481e-b162-0b825299f031" providerId="ADAL" clId="{3E978C21-B3D0-4285-96BE-5AD851B5E1C0}" dt="2026-07-21T21:21:59.693" v="2044" actId="1076"/>
          <ac:spMkLst>
            <pc:docMk/>
            <pc:sldMk cId="3427202569" sldId="270"/>
            <ac:spMk id="24" creationId="{3434C552-C031-B8DA-65B9-B4D08F3BD909}"/>
          </ac:spMkLst>
        </pc:spChg>
        <pc:spChg chg="mod">
          <ac:chgData name="Chad Furl" userId="e1f063c0-f891-481e-b162-0b825299f031" providerId="ADAL" clId="{3E978C21-B3D0-4285-96BE-5AD851B5E1C0}" dt="2026-07-21T21:23:38.595" v="2074" actId="20577"/>
          <ac:spMkLst>
            <pc:docMk/>
            <pc:sldMk cId="3427202569" sldId="270"/>
            <ac:spMk id="25" creationId="{F1E7F10B-95E5-DE23-375F-EB79937F3945}"/>
          </ac:spMkLst>
        </pc:spChg>
        <pc:spChg chg="mod">
          <ac:chgData name="Chad Furl" userId="e1f063c0-f891-481e-b162-0b825299f031" providerId="ADAL" clId="{3E978C21-B3D0-4285-96BE-5AD851B5E1C0}" dt="2026-07-22T21:28:10.918" v="2261" actId="20577"/>
          <ac:spMkLst>
            <pc:docMk/>
            <pc:sldMk cId="3427202569" sldId="270"/>
            <ac:spMk id="26" creationId="{3F9BC6A5-8A3E-929E-518B-0D8D2F3F1C89}"/>
          </ac:spMkLst>
        </pc:spChg>
        <pc:spChg chg="mod">
          <ac:chgData name="Chad Furl" userId="e1f063c0-f891-481e-b162-0b825299f031" providerId="ADAL" clId="{3E978C21-B3D0-4285-96BE-5AD851B5E1C0}" dt="2026-07-22T21:25:50.772" v="2253" actId="20577"/>
          <ac:spMkLst>
            <pc:docMk/>
            <pc:sldMk cId="3427202569" sldId="270"/>
            <ac:spMk id="32" creationId="{E448270C-7748-1EE7-E708-0B769D5D4CD5}"/>
          </ac:spMkLst>
        </pc:spChg>
        <pc:picChg chg="add mod modCrop">
          <ac:chgData name="Chad Furl" userId="e1f063c0-f891-481e-b162-0b825299f031" providerId="ADAL" clId="{3E978C21-B3D0-4285-96BE-5AD851B5E1C0}" dt="2026-07-21T21:19:31.893" v="1941" actId="1076"/>
          <ac:picMkLst>
            <pc:docMk/>
            <pc:sldMk cId="3427202569" sldId="270"/>
            <ac:picMk id="39" creationId="{35F447E1-5DB9-068B-136E-DA417FA56BE6}"/>
          </ac:picMkLst>
        </pc:picChg>
        <pc:picChg chg="add mod modCrop">
          <ac:chgData name="Chad Furl" userId="e1f063c0-f891-481e-b162-0b825299f031" providerId="ADAL" clId="{3E978C21-B3D0-4285-96BE-5AD851B5E1C0}" dt="2026-07-21T21:20:04.481" v="1951" actId="1038"/>
          <ac:picMkLst>
            <pc:docMk/>
            <pc:sldMk cId="3427202569" sldId="270"/>
            <ac:picMk id="41" creationId="{D6DCDAB4-4A6E-E6A7-B9F9-F133058F40DF}"/>
          </ac:picMkLst>
        </pc:picChg>
      </pc:sldChg>
      <pc:sldChg chg="delSp modSp add mod">
        <pc:chgData name="Chad Furl" userId="e1f063c0-f891-481e-b162-0b825299f031" providerId="ADAL" clId="{3E978C21-B3D0-4285-96BE-5AD851B5E1C0}" dt="2026-07-22T21:35:11.999" v="2386" actId="20577"/>
        <pc:sldMkLst>
          <pc:docMk/>
          <pc:sldMk cId="3939841031" sldId="271"/>
        </pc:sldMkLst>
        <pc:spChg chg="mod">
          <ac:chgData name="Chad Furl" userId="e1f063c0-f891-481e-b162-0b825299f031" providerId="ADAL" clId="{3E978C21-B3D0-4285-96BE-5AD851B5E1C0}" dt="2026-07-22T21:31:05.521" v="2324" actId="20577"/>
          <ac:spMkLst>
            <pc:docMk/>
            <pc:sldMk cId="3939841031" sldId="271"/>
            <ac:spMk id="5" creationId="{840F7326-C190-8AD8-88E8-9E6173EFC01E}"/>
          </ac:spMkLst>
        </pc:spChg>
        <pc:spChg chg="mod">
          <ac:chgData name="Chad Furl" userId="e1f063c0-f891-481e-b162-0b825299f031" providerId="ADAL" clId="{3E978C21-B3D0-4285-96BE-5AD851B5E1C0}" dt="2026-07-22T21:35:11.999" v="2386" actId="20577"/>
          <ac:spMkLst>
            <pc:docMk/>
            <pc:sldMk cId="3939841031" sldId="271"/>
            <ac:spMk id="9" creationId="{5788328E-C3A6-C0D2-72E4-5090C39FD38F}"/>
          </ac:spMkLst>
        </pc:spChg>
      </pc:sldChg>
      <pc:sldChg chg="addSp delSp modSp add mod">
        <pc:chgData name="Chad Furl" userId="e1f063c0-f891-481e-b162-0b825299f031" providerId="ADAL" clId="{3E978C21-B3D0-4285-96BE-5AD851B5E1C0}" dt="2026-07-24T19:05:57.259" v="3514" actId="1036"/>
        <pc:sldMkLst>
          <pc:docMk/>
          <pc:sldMk cId="176559583" sldId="272"/>
        </pc:sldMkLst>
        <pc:spChg chg="mod">
          <ac:chgData name="Chad Furl" userId="e1f063c0-f891-481e-b162-0b825299f031" providerId="ADAL" clId="{3E978C21-B3D0-4285-96BE-5AD851B5E1C0}" dt="2026-07-22T21:37:32.797" v="2470" actId="20577"/>
          <ac:spMkLst>
            <pc:docMk/>
            <pc:sldMk cId="176559583" sldId="272"/>
            <ac:spMk id="3" creationId="{2186F761-C2F0-D007-91BA-01F8C023EFCC}"/>
          </ac:spMkLst>
        </pc:spChg>
        <pc:spChg chg="add mod">
          <ac:chgData name="Chad Furl" userId="e1f063c0-f891-481e-b162-0b825299f031" providerId="ADAL" clId="{3E978C21-B3D0-4285-96BE-5AD851B5E1C0}" dt="2026-07-24T19:05:37.260" v="3473" actId="20577"/>
          <ac:spMkLst>
            <pc:docMk/>
            <pc:sldMk cId="176559583" sldId="272"/>
            <ac:spMk id="4" creationId="{5E5C4F1B-1CFD-3079-E8AB-F3248A69D66E}"/>
          </ac:spMkLst>
        </pc:spChg>
        <pc:spChg chg="mod">
          <ac:chgData name="Chad Furl" userId="e1f063c0-f891-481e-b162-0b825299f031" providerId="ADAL" clId="{3E978C21-B3D0-4285-96BE-5AD851B5E1C0}" dt="2026-07-22T22:01:02.943" v="2534" actId="14100"/>
          <ac:spMkLst>
            <pc:docMk/>
            <pc:sldMk cId="176559583" sldId="272"/>
            <ac:spMk id="5" creationId="{304130F2-995A-7C3C-83E7-62FA922FB5C3}"/>
          </ac:spMkLst>
        </pc:spChg>
        <pc:spChg chg="mod ord">
          <ac:chgData name="Chad Furl" userId="e1f063c0-f891-481e-b162-0b825299f031" providerId="ADAL" clId="{3E978C21-B3D0-4285-96BE-5AD851B5E1C0}" dt="2026-07-22T22:05:46.507" v="2594" actId="1076"/>
          <ac:spMkLst>
            <pc:docMk/>
            <pc:sldMk cId="176559583" sldId="272"/>
            <ac:spMk id="6" creationId="{127B17B5-01D0-578A-9C83-3215E568A4EC}"/>
          </ac:spMkLst>
        </pc:spChg>
        <pc:spChg chg="mod">
          <ac:chgData name="Chad Furl" userId="e1f063c0-f891-481e-b162-0b825299f031" providerId="ADAL" clId="{3E978C21-B3D0-4285-96BE-5AD851B5E1C0}" dt="2026-07-22T22:04:16.698" v="2562" actId="14100"/>
          <ac:spMkLst>
            <pc:docMk/>
            <pc:sldMk cId="176559583" sldId="272"/>
            <ac:spMk id="9" creationId="{D4DA43EB-CFED-432C-E655-CAEB54CF1F39}"/>
          </ac:spMkLst>
        </pc:spChg>
        <pc:spChg chg="mod ord">
          <ac:chgData name="Chad Furl" userId="e1f063c0-f891-481e-b162-0b825299f031" providerId="ADAL" clId="{3E978C21-B3D0-4285-96BE-5AD851B5E1C0}" dt="2026-07-22T22:05:33.725" v="2587" actId="1076"/>
          <ac:spMkLst>
            <pc:docMk/>
            <pc:sldMk cId="176559583" sldId="272"/>
            <ac:spMk id="10" creationId="{8057935C-87EC-8F73-7B81-AD7CDEB5DADD}"/>
          </ac:spMkLst>
        </pc:spChg>
        <pc:spChg chg="add mod">
          <ac:chgData name="Chad Furl" userId="e1f063c0-f891-481e-b162-0b825299f031" providerId="ADAL" clId="{3E978C21-B3D0-4285-96BE-5AD851B5E1C0}" dt="2026-07-22T22:07:05.387" v="2838" actId="20577"/>
          <ac:spMkLst>
            <pc:docMk/>
            <pc:sldMk cId="176559583" sldId="272"/>
            <ac:spMk id="13" creationId="{172E07DB-4C03-535F-0AF5-E0DD885392DD}"/>
          </ac:spMkLst>
        </pc:spChg>
        <pc:spChg chg="add mod">
          <ac:chgData name="Chad Furl" userId="e1f063c0-f891-481e-b162-0b825299f031" providerId="ADAL" clId="{3E978C21-B3D0-4285-96BE-5AD851B5E1C0}" dt="2026-07-24T19:05:57.259" v="3514" actId="1036"/>
          <ac:spMkLst>
            <pc:docMk/>
            <pc:sldMk cId="176559583" sldId="272"/>
            <ac:spMk id="15" creationId="{9AFB1B04-493C-4980-2FF1-D5FD90141DF3}"/>
          </ac:spMkLst>
        </pc:spChg>
        <pc:spChg chg="add mod">
          <ac:chgData name="Chad Furl" userId="e1f063c0-f891-481e-b162-0b825299f031" providerId="ADAL" clId="{3E978C21-B3D0-4285-96BE-5AD851B5E1C0}" dt="2026-07-24T19:05:44.159" v="3475" actId="1076"/>
          <ac:spMkLst>
            <pc:docMk/>
            <pc:sldMk cId="176559583" sldId="272"/>
            <ac:spMk id="18" creationId="{2545D50F-098D-5A32-3825-9B2B54DA5DD1}"/>
          </ac:spMkLst>
        </pc:spChg>
        <pc:spChg chg="add del mod">
          <ac:chgData name="Chad Furl" userId="e1f063c0-f891-481e-b162-0b825299f031" providerId="ADAL" clId="{3E978C21-B3D0-4285-96BE-5AD851B5E1C0}" dt="2026-07-24T19:02:24.527" v="3331" actId="478"/>
          <ac:spMkLst>
            <pc:docMk/>
            <pc:sldMk cId="176559583" sldId="272"/>
            <ac:spMk id="23" creationId="{4B4679DF-0B23-AD82-CE23-3AF89E727053}"/>
          </ac:spMkLst>
        </pc:spChg>
        <pc:picChg chg="add mod modCrop">
          <ac:chgData name="Chad Furl" userId="e1f063c0-f891-481e-b162-0b825299f031" providerId="ADAL" clId="{3E978C21-B3D0-4285-96BE-5AD851B5E1C0}" dt="2026-07-22T22:03:06.786" v="2549" actId="1035"/>
          <ac:picMkLst>
            <pc:docMk/>
            <pc:sldMk cId="176559583" sldId="272"/>
            <ac:picMk id="29" creationId="{03437B1F-CF85-1078-BD48-E0FD09B60FA1}"/>
          </ac:picMkLst>
        </pc:picChg>
        <pc:picChg chg="add mod modCrop">
          <ac:chgData name="Chad Furl" userId="e1f063c0-f891-481e-b162-0b825299f031" providerId="ADAL" clId="{3E978C21-B3D0-4285-96BE-5AD851B5E1C0}" dt="2026-07-22T22:04:33.863" v="2572" actId="1038"/>
          <ac:picMkLst>
            <pc:docMk/>
            <pc:sldMk cId="176559583" sldId="272"/>
            <ac:picMk id="31" creationId="{C6296BAB-28E0-5D7E-8CD2-F6868BCA0E34}"/>
          </ac:picMkLst>
        </pc:picChg>
      </pc:sldChg>
      <pc:sldChg chg="modSp add mod">
        <pc:chgData name="Chad Furl" userId="e1f063c0-f891-481e-b162-0b825299f031" providerId="ADAL" clId="{3E978C21-B3D0-4285-96BE-5AD851B5E1C0}" dt="2026-07-24T19:03:55.108" v="3384" actId="20577"/>
        <pc:sldMkLst>
          <pc:docMk/>
          <pc:sldMk cId="1295662293" sldId="273"/>
        </pc:sldMkLst>
        <pc:spChg chg="mod">
          <ac:chgData name="Chad Furl" userId="e1f063c0-f891-481e-b162-0b825299f031" providerId="ADAL" clId="{3E978C21-B3D0-4285-96BE-5AD851B5E1C0}" dt="2026-07-24T19:03:55.108" v="3384" actId="20577"/>
          <ac:spMkLst>
            <pc:docMk/>
            <pc:sldMk cId="1295662293" sldId="273"/>
            <ac:spMk id="3" creationId="{D687FB3E-9C9C-B72E-24F0-0E1E15EDD22C}"/>
          </ac:spMkLst>
        </pc:spChg>
      </pc:sldChg>
      <pc:sldChg chg="addSp delSp modSp add mod">
        <pc:chgData name="Chad Furl" userId="e1f063c0-f891-481e-b162-0b825299f031" providerId="ADAL" clId="{3E978C21-B3D0-4285-96BE-5AD851B5E1C0}" dt="2026-07-24T21:45:26.488" v="3892" actId="1076"/>
        <pc:sldMkLst>
          <pc:docMk/>
          <pc:sldMk cId="2055627289" sldId="274"/>
        </pc:sldMkLst>
        <pc:spChg chg="del">
          <ac:chgData name="Chad Furl" userId="e1f063c0-f891-481e-b162-0b825299f031" providerId="ADAL" clId="{3E978C21-B3D0-4285-96BE-5AD851B5E1C0}" dt="2026-07-24T19:23:06.465" v="3522" actId="478"/>
          <ac:spMkLst>
            <pc:docMk/>
            <pc:sldMk cId="2055627289" sldId="274"/>
            <ac:spMk id="2" creationId="{D5A745DE-6FA3-967E-F178-EED46B9AB2F0}"/>
          </ac:spMkLst>
        </pc:spChg>
        <pc:spChg chg="mod">
          <ac:chgData name="Chad Furl" userId="e1f063c0-f891-481e-b162-0b825299f031" providerId="ADAL" clId="{3E978C21-B3D0-4285-96BE-5AD851B5E1C0}" dt="2026-07-24T19:26:58.490" v="3539" actId="14100"/>
          <ac:spMkLst>
            <pc:docMk/>
            <pc:sldMk cId="2055627289" sldId="274"/>
            <ac:spMk id="3" creationId="{1642B371-832A-CD4A-5066-7C18D55019EC}"/>
          </ac:spMkLst>
        </pc:spChg>
        <pc:spChg chg="del">
          <ac:chgData name="Chad Furl" userId="e1f063c0-f891-481e-b162-0b825299f031" providerId="ADAL" clId="{3E978C21-B3D0-4285-96BE-5AD851B5E1C0}" dt="2026-07-24T19:23:25.658" v="3523" actId="478"/>
          <ac:spMkLst>
            <pc:docMk/>
            <pc:sldMk cId="2055627289" sldId="274"/>
            <ac:spMk id="4" creationId="{FA18A6CE-64F4-EBBB-28D5-5A93177906BE}"/>
          </ac:spMkLst>
        </pc:spChg>
        <pc:spChg chg="del">
          <ac:chgData name="Chad Furl" userId="e1f063c0-f891-481e-b162-0b825299f031" providerId="ADAL" clId="{3E978C21-B3D0-4285-96BE-5AD851B5E1C0}" dt="2026-07-24T19:19:17.179" v="3516" actId="478"/>
          <ac:spMkLst>
            <pc:docMk/>
            <pc:sldMk cId="2055627289" sldId="274"/>
            <ac:spMk id="5" creationId="{CAE64F24-5787-F8EA-470B-FC127160E548}"/>
          </ac:spMkLst>
        </pc:spChg>
        <pc:spChg chg="del">
          <ac:chgData name="Chad Furl" userId="e1f063c0-f891-481e-b162-0b825299f031" providerId="ADAL" clId="{3E978C21-B3D0-4285-96BE-5AD851B5E1C0}" dt="2026-07-24T19:19:17.179" v="3516" actId="478"/>
          <ac:spMkLst>
            <pc:docMk/>
            <pc:sldMk cId="2055627289" sldId="274"/>
            <ac:spMk id="6" creationId="{56AF6202-1889-D91A-A513-7BF57D7DDAD5}"/>
          </ac:spMkLst>
        </pc:spChg>
        <pc:spChg chg="del">
          <ac:chgData name="Chad Furl" userId="e1f063c0-f891-481e-b162-0b825299f031" providerId="ADAL" clId="{3E978C21-B3D0-4285-96BE-5AD851B5E1C0}" dt="2026-07-24T19:19:17.179" v="3516" actId="478"/>
          <ac:spMkLst>
            <pc:docMk/>
            <pc:sldMk cId="2055627289" sldId="274"/>
            <ac:spMk id="7" creationId="{2BAFCBDD-385C-3837-1943-FF34EB4AD083}"/>
          </ac:spMkLst>
        </pc:spChg>
        <pc:spChg chg="del">
          <ac:chgData name="Chad Furl" userId="e1f063c0-f891-481e-b162-0b825299f031" providerId="ADAL" clId="{3E978C21-B3D0-4285-96BE-5AD851B5E1C0}" dt="2026-07-24T19:19:17.179" v="3516" actId="478"/>
          <ac:spMkLst>
            <pc:docMk/>
            <pc:sldMk cId="2055627289" sldId="274"/>
            <ac:spMk id="8" creationId="{A2B37E95-F069-4213-4796-C5F787CFC469}"/>
          </ac:spMkLst>
        </pc:spChg>
        <pc:spChg chg="del">
          <ac:chgData name="Chad Furl" userId="e1f063c0-f891-481e-b162-0b825299f031" providerId="ADAL" clId="{3E978C21-B3D0-4285-96BE-5AD851B5E1C0}" dt="2026-07-24T19:19:28.075" v="3517" actId="478"/>
          <ac:spMkLst>
            <pc:docMk/>
            <pc:sldMk cId="2055627289" sldId="274"/>
            <ac:spMk id="9" creationId="{C6F3AE2C-F0FA-D95D-23BF-91EA87D1A1D9}"/>
          </ac:spMkLst>
        </pc:spChg>
        <pc:spChg chg="del">
          <ac:chgData name="Chad Furl" userId="e1f063c0-f891-481e-b162-0b825299f031" providerId="ADAL" clId="{3E978C21-B3D0-4285-96BE-5AD851B5E1C0}" dt="2026-07-24T19:19:28.075" v="3517" actId="478"/>
          <ac:spMkLst>
            <pc:docMk/>
            <pc:sldMk cId="2055627289" sldId="274"/>
            <ac:spMk id="10" creationId="{8B158AFD-E070-A07E-0989-25997F4E3F79}"/>
          </ac:spMkLst>
        </pc:spChg>
        <pc:spChg chg="del">
          <ac:chgData name="Chad Furl" userId="e1f063c0-f891-481e-b162-0b825299f031" providerId="ADAL" clId="{3E978C21-B3D0-4285-96BE-5AD851B5E1C0}" dt="2026-07-24T19:19:31.343" v="3518" actId="478"/>
          <ac:spMkLst>
            <pc:docMk/>
            <pc:sldMk cId="2055627289" sldId="274"/>
            <ac:spMk id="11" creationId="{2D02D949-FC90-0123-4ABC-46DAAC2EC905}"/>
          </ac:spMkLst>
        </pc:spChg>
        <pc:spChg chg="del">
          <ac:chgData name="Chad Furl" userId="e1f063c0-f891-481e-b162-0b825299f031" providerId="ADAL" clId="{3E978C21-B3D0-4285-96BE-5AD851B5E1C0}" dt="2026-07-24T19:19:31.343" v="3518" actId="478"/>
          <ac:spMkLst>
            <pc:docMk/>
            <pc:sldMk cId="2055627289" sldId="274"/>
            <ac:spMk id="12" creationId="{9FBC88D7-ABBB-F63C-19F2-DE9DF4B59444}"/>
          </ac:spMkLst>
        </pc:spChg>
        <pc:spChg chg="del">
          <ac:chgData name="Chad Furl" userId="e1f063c0-f891-481e-b162-0b825299f031" providerId="ADAL" clId="{3E978C21-B3D0-4285-96BE-5AD851B5E1C0}" dt="2026-07-24T19:19:28.075" v="3517" actId="478"/>
          <ac:spMkLst>
            <pc:docMk/>
            <pc:sldMk cId="2055627289" sldId="274"/>
            <ac:spMk id="13" creationId="{6366D2B1-014A-47C9-8B47-56A145F89FB7}"/>
          </ac:spMkLst>
        </pc:spChg>
        <pc:spChg chg="del">
          <ac:chgData name="Chad Furl" userId="e1f063c0-f891-481e-b162-0b825299f031" providerId="ADAL" clId="{3E978C21-B3D0-4285-96BE-5AD851B5E1C0}" dt="2026-07-24T19:19:28.075" v="3517" actId="478"/>
          <ac:spMkLst>
            <pc:docMk/>
            <pc:sldMk cId="2055627289" sldId="274"/>
            <ac:spMk id="14" creationId="{FBA91562-EC95-9517-8F68-8EA7CDFEB415}"/>
          </ac:spMkLst>
        </pc:spChg>
        <pc:spChg chg="del">
          <ac:chgData name="Chad Furl" userId="e1f063c0-f891-481e-b162-0b825299f031" providerId="ADAL" clId="{3E978C21-B3D0-4285-96BE-5AD851B5E1C0}" dt="2026-07-24T19:19:28.075" v="3517" actId="478"/>
          <ac:spMkLst>
            <pc:docMk/>
            <pc:sldMk cId="2055627289" sldId="274"/>
            <ac:spMk id="16" creationId="{C50A2FD2-BACC-2586-BC4D-192B0B5C57D2}"/>
          </ac:spMkLst>
        </pc:spChg>
        <pc:spChg chg="del">
          <ac:chgData name="Chad Furl" userId="e1f063c0-f891-481e-b162-0b825299f031" providerId="ADAL" clId="{3E978C21-B3D0-4285-96BE-5AD851B5E1C0}" dt="2026-07-24T19:19:28.075" v="3517" actId="478"/>
          <ac:spMkLst>
            <pc:docMk/>
            <pc:sldMk cId="2055627289" sldId="274"/>
            <ac:spMk id="17" creationId="{1AAE8C62-1E4D-DE4F-30BC-BDC44753B0D1}"/>
          </ac:spMkLst>
        </pc:spChg>
        <pc:spChg chg="del">
          <ac:chgData name="Chad Furl" userId="e1f063c0-f891-481e-b162-0b825299f031" providerId="ADAL" clId="{3E978C21-B3D0-4285-96BE-5AD851B5E1C0}" dt="2026-07-24T19:19:28.075" v="3517" actId="478"/>
          <ac:spMkLst>
            <pc:docMk/>
            <pc:sldMk cId="2055627289" sldId="274"/>
            <ac:spMk id="18" creationId="{DDA2F3E3-2720-97BB-F66E-5AC47C889647}"/>
          </ac:spMkLst>
        </pc:spChg>
        <pc:spChg chg="del">
          <ac:chgData name="Chad Furl" userId="e1f063c0-f891-481e-b162-0b825299f031" providerId="ADAL" clId="{3E978C21-B3D0-4285-96BE-5AD851B5E1C0}" dt="2026-07-24T19:19:28.075" v="3517" actId="478"/>
          <ac:spMkLst>
            <pc:docMk/>
            <pc:sldMk cId="2055627289" sldId="274"/>
            <ac:spMk id="19" creationId="{B4849338-02D0-48C1-5D34-3F91AED4BE87}"/>
          </ac:spMkLst>
        </pc:spChg>
        <pc:spChg chg="mod">
          <ac:chgData name="Chad Furl" userId="e1f063c0-f891-481e-b162-0b825299f031" providerId="ADAL" clId="{3E978C21-B3D0-4285-96BE-5AD851B5E1C0}" dt="2026-07-24T19:19:52.590" v="3519" actId="1076"/>
          <ac:spMkLst>
            <pc:docMk/>
            <pc:sldMk cId="2055627289" sldId="274"/>
            <ac:spMk id="20" creationId="{47879529-E55C-E839-1334-C79DEEBD84F4}"/>
          </ac:spMkLst>
        </pc:spChg>
        <pc:spChg chg="mod">
          <ac:chgData name="Chad Furl" userId="e1f063c0-f891-481e-b162-0b825299f031" providerId="ADAL" clId="{3E978C21-B3D0-4285-96BE-5AD851B5E1C0}" dt="2026-07-24T19:24:11.573" v="3526" actId="20577"/>
          <ac:spMkLst>
            <pc:docMk/>
            <pc:sldMk cId="2055627289" sldId="274"/>
            <ac:spMk id="21" creationId="{B94893B7-F110-C354-3CD6-382788C74FD4}"/>
          </ac:spMkLst>
        </pc:spChg>
        <pc:spChg chg="mod">
          <ac:chgData name="Chad Furl" userId="e1f063c0-f891-481e-b162-0b825299f031" providerId="ADAL" clId="{3E978C21-B3D0-4285-96BE-5AD851B5E1C0}" dt="2026-07-24T19:28:37.594" v="3608" actId="20577"/>
          <ac:spMkLst>
            <pc:docMk/>
            <pc:sldMk cId="2055627289" sldId="274"/>
            <ac:spMk id="22" creationId="{B02E9DC5-33BD-DF2E-D3D1-AAFD6C8EB2A8}"/>
          </ac:spMkLst>
        </pc:spChg>
        <pc:spChg chg="del mod">
          <ac:chgData name="Chad Furl" userId="e1f063c0-f891-481e-b162-0b825299f031" providerId="ADAL" clId="{3E978C21-B3D0-4285-96BE-5AD851B5E1C0}" dt="2026-07-24T19:28:48.686" v="3609" actId="478"/>
          <ac:spMkLst>
            <pc:docMk/>
            <pc:sldMk cId="2055627289" sldId="274"/>
            <ac:spMk id="23" creationId="{6220155D-7612-C8E3-BE62-D273456D38AA}"/>
          </ac:spMkLst>
        </pc:spChg>
        <pc:spChg chg="mod">
          <ac:chgData name="Chad Furl" userId="e1f063c0-f891-481e-b162-0b825299f031" providerId="ADAL" clId="{3E978C21-B3D0-4285-96BE-5AD851B5E1C0}" dt="2026-07-24T19:28:52.108" v="3610" actId="1076"/>
          <ac:spMkLst>
            <pc:docMk/>
            <pc:sldMk cId="2055627289" sldId="274"/>
            <ac:spMk id="24" creationId="{31F6E437-E93C-E0DE-76AC-F9B6E12B3A05}"/>
          </ac:spMkLst>
        </pc:spChg>
        <pc:spChg chg="del mod">
          <ac:chgData name="Chad Furl" userId="e1f063c0-f891-481e-b162-0b825299f031" providerId="ADAL" clId="{3E978C21-B3D0-4285-96BE-5AD851B5E1C0}" dt="2026-07-24T19:28:56.464" v="3611" actId="478"/>
          <ac:spMkLst>
            <pc:docMk/>
            <pc:sldMk cId="2055627289" sldId="274"/>
            <ac:spMk id="25" creationId="{7AC689EE-5E05-2480-D8FF-F20B60465E42}"/>
          </ac:spMkLst>
        </pc:spChg>
        <pc:spChg chg="mod">
          <ac:chgData name="Chad Furl" userId="e1f063c0-f891-481e-b162-0b825299f031" providerId="ADAL" clId="{3E978C21-B3D0-4285-96BE-5AD851B5E1C0}" dt="2026-07-24T19:30:12.292" v="3617" actId="1076"/>
          <ac:spMkLst>
            <pc:docMk/>
            <pc:sldMk cId="2055627289" sldId="274"/>
            <ac:spMk id="26" creationId="{3984347D-EFE2-3C83-ABD7-7F9042631D61}"/>
          </ac:spMkLst>
        </pc:spChg>
        <pc:spChg chg="mod">
          <ac:chgData name="Chad Furl" userId="e1f063c0-f891-481e-b162-0b825299f031" providerId="ADAL" clId="{3E978C21-B3D0-4285-96BE-5AD851B5E1C0}" dt="2026-07-24T19:30:56.423" v="3621" actId="14100"/>
          <ac:spMkLst>
            <pc:docMk/>
            <pc:sldMk cId="2055627289" sldId="274"/>
            <ac:spMk id="27" creationId="{1F63E128-FC2D-ED6F-0B1D-2962225E6C13}"/>
          </ac:spMkLst>
        </pc:spChg>
        <pc:spChg chg="mod">
          <ac:chgData name="Chad Furl" userId="e1f063c0-f891-481e-b162-0b825299f031" providerId="ADAL" clId="{3E978C21-B3D0-4285-96BE-5AD851B5E1C0}" dt="2026-07-24T19:31:33.439" v="3666" actId="27636"/>
          <ac:spMkLst>
            <pc:docMk/>
            <pc:sldMk cId="2055627289" sldId="274"/>
            <ac:spMk id="28" creationId="{3CBDE2C6-E192-A64C-FA65-5D325469EF81}"/>
          </ac:spMkLst>
        </pc:spChg>
        <pc:spChg chg="mod">
          <ac:chgData name="Chad Furl" userId="e1f063c0-f891-481e-b162-0b825299f031" providerId="ADAL" clId="{3E978C21-B3D0-4285-96BE-5AD851B5E1C0}" dt="2026-07-24T19:31:01.305" v="3622" actId="14100"/>
          <ac:spMkLst>
            <pc:docMk/>
            <pc:sldMk cId="2055627289" sldId="274"/>
            <ac:spMk id="29" creationId="{2B253D74-3B09-B666-DB24-A49C5110D94F}"/>
          </ac:spMkLst>
        </pc:spChg>
        <pc:spChg chg="mod">
          <ac:chgData name="Chad Furl" userId="e1f063c0-f891-481e-b162-0b825299f031" providerId="ADAL" clId="{3E978C21-B3D0-4285-96BE-5AD851B5E1C0}" dt="2026-07-24T19:31:53.407" v="3693" actId="20577"/>
          <ac:spMkLst>
            <pc:docMk/>
            <pc:sldMk cId="2055627289" sldId="274"/>
            <ac:spMk id="30" creationId="{A2165604-110D-810E-122D-EC488A04E603}"/>
          </ac:spMkLst>
        </pc:spChg>
        <pc:picChg chg="del">
          <ac:chgData name="Chad Furl" userId="e1f063c0-f891-481e-b162-0b825299f031" providerId="ADAL" clId="{3E978C21-B3D0-4285-96BE-5AD851B5E1C0}" dt="2026-07-24T19:19:17.179" v="3516" actId="478"/>
          <ac:picMkLst>
            <pc:docMk/>
            <pc:sldMk cId="2055627289" sldId="274"/>
            <ac:picMk id="15" creationId="{498BF4A4-DEBF-2858-C421-88C65EF5DB32}"/>
          </ac:picMkLst>
        </pc:picChg>
        <pc:picChg chg="add mod modCrop">
          <ac:chgData name="Chad Furl" userId="e1f063c0-f891-481e-b162-0b825299f031" providerId="ADAL" clId="{3E978C21-B3D0-4285-96BE-5AD851B5E1C0}" dt="2026-07-24T21:45:26.488" v="3892" actId="1076"/>
          <ac:picMkLst>
            <pc:docMk/>
            <pc:sldMk cId="2055627289" sldId="274"/>
            <ac:picMk id="35" creationId="{A04987CA-58D4-B984-9E8E-7684C05BE67A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4T19:40:22.640" v="3698" actId="1076"/>
        <pc:sldMkLst>
          <pc:docMk/>
          <pc:sldMk cId="756848099" sldId="275"/>
        </pc:sldMkLst>
        <pc:picChg chg="add mod">
          <ac:chgData name="Chad Furl" userId="e1f063c0-f891-481e-b162-0b825299f031" providerId="ADAL" clId="{3E978C21-B3D0-4285-96BE-5AD851B5E1C0}" dt="2026-07-24T19:40:22.640" v="3698" actId="1076"/>
          <ac:picMkLst>
            <pc:docMk/>
            <pc:sldMk cId="756848099" sldId="275"/>
            <ac:picMk id="4" creationId="{21E7BB8E-91E8-9F1B-CBE3-DED89A9A6728}"/>
          </ac:picMkLst>
        </pc:picChg>
        <pc:picChg chg="del">
          <ac:chgData name="Chad Furl" userId="e1f063c0-f891-481e-b162-0b825299f031" providerId="ADAL" clId="{3E978C21-B3D0-4285-96BE-5AD851B5E1C0}" dt="2026-07-24T19:40:18.072" v="3695" actId="478"/>
          <ac:picMkLst>
            <pc:docMk/>
            <pc:sldMk cId="756848099" sldId="275"/>
            <ac:picMk id="35" creationId="{2EE74557-EF50-8E07-82D9-67E9AD135CE6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4T20:48:53.554" v="3713" actId="14100"/>
        <pc:sldMkLst>
          <pc:docMk/>
          <pc:sldMk cId="2807261502" sldId="276"/>
        </pc:sldMkLst>
        <pc:spChg chg="del">
          <ac:chgData name="Chad Furl" userId="e1f063c0-f891-481e-b162-0b825299f031" providerId="ADAL" clId="{3E978C21-B3D0-4285-96BE-5AD851B5E1C0}" dt="2026-07-24T20:21:09.036" v="3704" actId="478"/>
          <ac:spMkLst>
            <pc:docMk/>
            <pc:sldMk cId="2807261502" sldId="276"/>
            <ac:spMk id="2" creationId="{0482B396-8825-564F-BDE3-39EA21931323}"/>
          </ac:spMkLst>
        </pc:spChg>
        <pc:spChg chg="add del mod">
          <ac:chgData name="Chad Furl" userId="e1f063c0-f891-481e-b162-0b825299f031" providerId="ADAL" clId="{3E978C21-B3D0-4285-96BE-5AD851B5E1C0}" dt="2026-07-24T20:48:46.974" v="3711" actId="478"/>
          <ac:spMkLst>
            <pc:docMk/>
            <pc:sldMk cId="2807261502" sldId="276"/>
            <ac:spMk id="3" creationId="{05225D89-B394-F28D-8C92-6B381981EA4A}"/>
          </ac:spMkLst>
        </pc:spChg>
        <pc:spChg chg="del">
          <ac:chgData name="Chad Furl" userId="e1f063c0-f891-481e-b162-0b825299f031" providerId="ADAL" clId="{3E978C21-B3D0-4285-96BE-5AD851B5E1C0}" dt="2026-07-24T20:48:50.422" v="3712" actId="478"/>
          <ac:spMkLst>
            <pc:docMk/>
            <pc:sldMk cId="2807261502" sldId="276"/>
            <ac:spMk id="4" creationId="{ECE715E4-F7E5-4A1F-C336-3112317BB36A}"/>
          </ac:spMkLst>
        </pc:spChg>
        <pc:spChg chg="del">
          <ac:chgData name="Chad Furl" userId="e1f063c0-f891-481e-b162-0b825299f031" providerId="ADAL" clId="{3E978C21-B3D0-4285-96BE-5AD851B5E1C0}" dt="2026-07-24T20:46:45.173" v="3705" actId="478"/>
          <ac:spMkLst>
            <pc:docMk/>
            <pc:sldMk cId="2807261502" sldId="276"/>
            <ac:spMk id="8" creationId="{D8C402EC-F10E-21AB-D6FD-9936D0B9E120}"/>
          </ac:spMkLst>
        </pc:spChg>
        <pc:spChg chg="del">
          <ac:chgData name="Chad Furl" userId="e1f063c0-f891-481e-b162-0b825299f031" providerId="ADAL" clId="{3E978C21-B3D0-4285-96BE-5AD851B5E1C0}" dt="2026-07-24T20:46:45.173" v="3705" actId="478"/>
          <ac:spMkLst>
            <pc:docMk/>
            <pc:sldMk cId="2807261502" sldId="276"/>
            <ac:spMk id="9" creationId="{3859F2C2-E6BC-4ACF-6548-82CA000EC685}"/>
          </ac:spMkLst>
        </pc:spChg>
        <pc:spChg chg="del">
          <ac:chgData name="Chad Furl" userId="e1f063c0-f891-481e-b162-0b825299f031" providerId="ADAL" clId="{3E978C21-B3D0-4285-96BE-5AD851B5E1C0}" dt="2026-07-24T20:46:45.173" v="3705" actId="478"/>
          <ac:spMkLst>
            <pc:docMk/>
            <pc:sldMk cId="2807261502" sldId="276"/>
            <ac:spMk id="10" creationId="{198761C4-D627-77CF-1927-53E2A6FF0A5B}"/>
          </ac:spMkLst>
        </pc:spChg>
        <pc:spChg chg="del">
          <ac:chgData name="Chad Furl" userId="e1f063c0-f891-481e-b162-0b825299f031" providerId="ADAL" clId="{3E978C21-B3D0-4285-96BE-5AD851B5E1C0}" dt="2026-07-24T20:46:45.173" v="3705" actId="478"/>
          <ac:spMkLst>
            <pc:docMk/>
            <pc:sldMk cId="2807261502" sldId="276"/>
            <ac:spMk id="11" creationId="{53046822-0886-E285-DFDE-540D87F80D90}"/>
          </ac:spMkLst>
        </pc:spChg>
        <pc:spChg chg="del">
          <ac:chgData name="Chad Furl" userId="e1f063c0-f891-481e-b162-0b825299f031" providerId="ADAL" clId="{3E978C21-B3D0-4285-96BE-5AD851B5E1C0}" dt="2026-07-24T20:46:45.173" v="3705" actId="478"/>
          <ac:spMkLst>
            <pc:docMk/>
            <pc:sldMk cId="2807261502" sldId="276"/>
            <ac:spMk id="12" creationId="{D3C3A102-8D21-8811-12CE-7CC7C73C39EA}"/>
          </ac:spMkLst>
        </pc:spChg>
        <pc:spChg chg="del">
          <ac:chgData name="Chad Furl" userId="e1f063c0-f891-481e-b162-0b825299f031" providerId="ADAL" clId="{3E978C21-B3D0-4285-96BE-5AD851B5E1C0}" dt="2026-07-24T20:46:45.173" v="3705" actId="478"/>
          <ac:spMkLst>
            <pc:docMk/>
            <pc:sldMk cId="2807261502" sldId="276"/>
            <ac:spMk id="13" creationId="{EA47EDC6-6745-CE27-A8F7-DA7401742ED6}"/>
          </ac:spMkLst>
        </pc:spChg>
        <pc:spChg chg="del">
          <ac:chgData name="Chad Furl" userId="e1f063c0-f891-481e-b162-0b825299f031" providerId="ADAL" clId="{3E978C21-B3D0-4285-96BE-5AD851B5E1C0}" dt="2026-07-24T20:46:45.173" v="3705" actId="478"/>
          <ac:spMkLst>
            <pc:docMk/>
            <pc:sldMk cId="2807261502" sldId="276"/>
            <ac:spMk id="14" creationId="{C262F2BF-F56B-38C6-ED41-5CCA5B26EC46}"/>
          </ac:spMkLst>
        </pc:spChg>
        <pc:spChg chg="del">
          <ac:chgData name="Chad Furl" userId="e1f063c0-f891-481e-b162-0b825299f031" providerId="ADAL" clId="{3E978C21-B3D0-4285-96BE-5AD851B5E1C0}" dt="2026-07-24T20:46:50.775" v="3706" actId="478"/>
          <ac:spMkLst>
            <pc:docMk/>
            <pc:sldMk cId="2807261502" sldId="276"/>
            <ac:spMk id="15" creationId="{20DA561C-CF6A-3F94-1771-74C64378B148}"/>
          </ac:spMkLst>
        </pc:spChg>
        <pc:spChg chg="del">
          <ac:chgData name="Chad Furl" userId="e1f063c0-f891-481e-b162-0b825299f031" providerId="ADAL" clId="{3E978C21-B3D0-4285-96BE-5AD851B5E1C0}" dt="2026-07-24T20:46:45.173" v="3705" actId="478"/>
          <ac:spMkLst>
            <pc:docMk/>
            <pc:sldMk cId="2807261502" sldId="276"/>
            <ac:spMk id="16" creationId="{FE0E801F-3BE7-89CA-2D33-E69F835C336B}"/>
          </ac:spMkLst>
        </pc:spChg>
        <pc:spChg chg="del">
          <ac:chgData name="Chad Furl" userId="e1f063c0-f891-481e-b162-0b825299f031" providerId="ADAL" clId="{3E978C21-B3D0-4285-96BE-5AD851B5E1C0}" dt="2026-07-24T20:46:45.173" v="3705" actId="478"/>
          <ac:spMkLst>
            <pc:docMk/>
            <pc:sldMk cId="2807261502" sldId="276"/>
            <ac:spMk id="17" creationId="{E4CB9E94-F519-2A54-C563-6927F4419BA5}"/>
          </ac:spMkLst>
        </pc:spChg>
        <pc:spChg chg="del">
          <ac:chgData name="Chad Furl" userId="e1f063c0-f891-481e-b162-0b825299f031" providerId="ADAL" clId="{3E978C21-B3D0-4285-96BE-5AD851B5E1C0}" dt="2026-07-24T20:46:45.173" v="3705" actId="478"/>
          <ac:spMkLst>
            <pc:docMk/>
            <pc:sldMk cId="2807261502" sldId="276"/>
            <ac:spMk id="18" creationId="{23554CAC-6C9F-E3CC-1D89-5E61853F0A43}"/>
          </ac:spMkLst>
        </pc:spChg>
        <pc:picChg chg="add mod">
          <ac:chgData name="Chad Furl" userId="e1f063c0-f891-481e-b162-0b825299f031" providerId="ADAL" clId="{3E978C21-B3D0-4285-96BE-5AD851B5E1C0}" dt="2026-07-24T20:48:53.554" v="3713" actId="14100"/>
          <ac:picMkLst>
            <pc:docMk/>
            <pc:sldMk cId="2807261502" sldId="276"/>
            <ac:picMk id="26" creationId="{A0CA4946-C8A3-B185-0A6B-38A9B74B3240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4T20:50:32.437" v="3726" actId="478"/>
        <pc:sldMkLst>
          <pc:docMk/>
          <pc:sldMk cId="4259639059" sldId="277"/>
        </pc:sldMkLst>
        <pc:spChg chg="mod">
          <ac:chgData name="Chad Furl" userId="e1f063c0-f891-481e-b162-0b825299f031" providerId="ADAL" clId="{3E978C21-B3D0-4285-96BE-5AD851B5E1C0}" dt="2026-07-24T20:50:27.290" v="3725" actId="27636"/>
          <ac:spMkLst>
            <pc:docMk/>
            <pc:sldMk cId="4259639059" sldId="277"/>
            <ac:spMk id="3" creationId="{5EDD45BD-CE53-1FE8-60EE-0DC27498D895}"/>
          </ac:spMkLst>
        </pc:spChg>
        <pc:spChg chg="del">
          <ac:chgData name="Chad Furl" userId="e1f063c0-f891-481e-b162-0b825299f031" providerId="ADAL" clId="{3E978C21-B3D0-4285-96BE-5AD851B5E1C0}" dt="2026-07-24T20:50:32.437" v="3726" actId="478"/>
          <ac:spMkLst>
            <pc:docMk/>
            <pc:sldMk cId="4259639059" sldId="277"/>
            <ac:spMk id="5" creationId="{C88E6535-1F89-4880-FF94-71B25F293F65}"/>
          </ac:spMkLst>
        </pc:spChg>
        <pc:picChg chg="add mod">
          <ac:chgData name="Chad Furl" userId="e1f063c0-f891-481e-b162-0b825299f031" providerId="ADAL" clId="{3E978C21-B3D0-4285-96BE-5AD851B5E1C0}" dt="2026-07-24T20:50:16.325" v="3721" actId="14100"/>
          <ac:picMkLst>
            <pc:docMk/>
            <pc:sldMk cId="4259639059" sldId="277"/>
            <ac:picMk id="4" creationId="{14098F59-1202-6EC9-F0B9-B978BABC3036}"/>
          </ac:picMkLst>
        </pc:picChg>
        <pc:picChg chg="del">
          <ac:chgData name="Chad Furl" userId="e1f063c0-f891-481e-b162-0b825299f031" providerId="ADAL" clId="{3E978C21-B3D0-4285-96BE-5AD851B5E1C0}" dt="2026-07-24T20:49:25.590" v="3715" actId="478"/>
          <ac:picMkLst>
            <pc:docMk/>
            <pc:sldMk cId="4259639059" sldId="277"/>
            <ac:picMk id="26" creationId="{6F063B79-A3F4-74C3-BC83-3BC5F1B58D21}"/>
          </ac:picMkLst>
        </pc:picChg>
      </pc:sldChg>
      <pc:sldChg chg="delSp modSp add del mod setBg">
        <pc:chgData name="Chad Furl" userId="e1f063c0-f891-481e-b162-0b825299f031" providerId="ADAL" clId="{3E978C21-B3D0-4285-96BE-5AD851B5E1C0}" dt="2026-07-24T21:08:34.789" v="3853" actId="47"/>
        <pc:sldMkLst>
          <pc:docMk/>
          <pc:sldMk cId="667730948" sldId="278"/>
        </pc:sldMkLst>
        <pc:spChg chg="mod">
          <ac:chgData name="Chad Furl" userId="e1f063c0-f891-481e-b162-0b825299f031" providerId="ADAL" clId="{3E978C21-B3D0-4285-96BE-5AD851B5E1C0}" dt="2026-07-24T21:08:09.780" v="3851" actId="20577"/>
          <ac:spMkLst>
            <pc:docMk/>
            <pc:sldMk cId="667730948" sldId="278"/>
            <ac:spMk id="7" creationId="{3EE6D22F-CEFF-91F6-4C74-DBB1EBEE6FBF}"/>
          </ac:spMkLst>
        </pc:spChg>
        <pc:picChg chg="del">
          <ac:chgData name="Chad Furl" userId="e1f063c0-f891-481e-b162-0b825299f031" providerId="ADAL" clId="{3E978C21-B3D0-4285-96BE-5AD851B5E1C0}" dt="2026-07-24T21:07:43.177" v="3728" actId="478"/>
          <ac:picMkLst>
            <pc:docMk/>
            <pc:sldMk cId="667730948" sldId="278"/>
            <ac:picMk id="4" creationId="{ED27E544-01E5-86B8-197F-B204D32412B6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4T21:44:26.551" v="3888" actId="1076"/>
        <pc:sldMkLst>
          <pc:docMk/>
          <pc:sldMk cId="2720698694" sldId="279"/>
        </pc:sldMkLst>
        <pc:spChg chg="mod">
          <ac:chgData name="Chad Furl" userId="e1f063c0-f891-481e-b162-0b825299f031" providerId="ADAL" clId="{3E978C21-B3D0-4285-96BE-5AD851B5E1C0}" dt="2026-07-24T21:44:26.551" v="3888" actId="1076"/>
          <ac:spMkLst>
            <pc:docMk/>
            <pc:sldMk cId="2720698694" sldId="279"/>
            <ac:spMk id="3" creationId="{415A1E38-49DD-5DB9-A103-60E8741FDCE7}"/>
          </ac:spMkLst>
        </pc:spChg>
        <pc:spChg chg="mod">
          <ac:chgData name="Chad Furl" userId="e1f063c0-f891-481e-b162-0b825299f031" providerId="ADAL" clId="{3E978C21-B3D0-4285-96BE-5AD851B5E1C0}" dt="2026-07-24T21:44:21.979" v="3886" actId="1076"/>
          <ac:spMkLst>
            <pc:docMk/>
            <pc:sldMk cId="2720698694" sldId="279"/>
            <ac:spMk id="6" creationId="{2346E797-AE57-B8D6-8A5E-B5FA3EE3F5CA}"/>
          </ac:spMkLst>
        </pc:spChg>
        <pc:spChg chg="mod">
          <ac:chgData name="Chad Furl" userId="e1f063c0-f891-481e-b162-0b825299f031" providerId="ADAL" clId="{3E978C21-B3D0-4285-96BE-5AD851B5E1C0}" dt="2026-07-24T21:44:25.822" v="3887" actId="1076"/>
          <ac:spMkLst>
            <pc:docMk/>
            <pc:sldMk cId="2720698694" sldId="279"/>
            <ac:spMk id="7" creationId="{E96F49EE-5EF1-53D0-5494-F0CF56EBFDB6}"/>
          </ac:spMkLst>
        </pc:spChg>
        <pc:spChg chg="mod">
          <ac:chgData name="Chad Furl" userId="e1f063c0-f891-481e-b162-0b825299f031" providerId="ADAL" clId="{3E978C21-B3D0-4285-96BE-5AD851B5E1C0}" dt="2026-07-24T21:44:03.715" v="3885" actId="14100"/>
          <ac:spMkLst>
            <pc:docMk/>
            <pc:sldMk cId="2720698694" sldId="279"/>
            <ac:spMk id="20" creationId="{97D1CEC3-D3B8-AF39-2012-27BDAC81D0F4}"/>
          </ac:spMkLst>
        </pc:spChg>
        <pc:spChg chg="mod">
          <ac:chgData name="Chad Furl" userId="e1f063c0-f891-481e-b162-0b825299f031" providerId="ADAL" clId="{3E978C21-B3D0-4285-96BE-5AD851B5E1C0}" dt="2026-07-24T21:44:03.715" v="3885" actId="14100"/>
          <ac:spMkLst>
            <pc:docMk/>
            <pc:sldMk cId="2720698694" sldId="279"/>
            <ac:spMk id="21" creationId="{5EC6A81E-27B6-ADEC-70E9-3A368AB7E8AF}"/>
          </ac:spMkLst>
        </pc:spChg>
        <pc:picChg chg="del">
          <ac:chgData name="Chad Furl" userId="e1f063c0-f891-481e-b162-0b825299f031" providerId="ADAL" clId="{3E978C21-B3D0-4285-96BE-5AD851B5E1C0}" dt="2026-07-24T21:08:37.930" v="3854" actId="478"/>
          <ac:picMkLst>
            <pc:docMk/>
            <pc:sldMk cId="2720698694" sldId="279"/>
            <ac:picMk id="4" creationId="{2502875E-3271-A0DA-78E9-E157D1EBBD2D}"/>
          </ac:picMkLst>
        </pc:picChg>
        <pc:picChg chg="add mod">
          <ac:chgData name="Chad Furl" userId="e1f063c0-f891-481e-b162-0b825299f031" providerId="ADAL" clId="{3E978C21-B3D0-4285-96BE-5AD851B5E1C0}" dt="2026-07-24T21:43:40.951" v="3882" actId="1076"/>
          <ac:picMkLst>
            <pc:docMk/>
            <pc:sldMk cId="2720698694" sldId="279"/>
            <ac:picMk id="5" creationId="{A89C796B-6820-2A08-84E9-26BF13CFAF5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5720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6C17-F1F2-64DE-1F9A-033555188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65AEB-BA7E-E8E3-8E96-2ADBF4C30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21F8C-AD51-3F1C-94C6-B21403BD8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4A5A5-DC0B-43C4-F94E-66E03BC457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2513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B6A2A-C058-B61B-69CA-289E2649D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520B7-C72B-AD7A-EE25-2D01AFE2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71C26B-83E4-66EA-5C29-A4B3AE43D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A6D2E9-011D-56BC-5288-F5C65320FA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056662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C0B12-60BF-06CC-5547-3777395C1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0F293-5E55-3494-B5BF-B18F18AA8C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CB597-4FE2-DCCD-9A93-FB6679B27D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17CB9-900A-FA55-4402-D26F1AB9C2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02630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CBA16-292A-4811-014E-D2995712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C5D6C4-9234-51C1-AFF9-59EDA7729D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693845-EE07-1CB4-E57D-F6F8A1C14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33E60-B104-991F-6E61-12BC52900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89020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4CD3A-98AD-01B2-C44F-B4637BD57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B8542-CC05-B229-0796-A1C852572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EEEB5A-3544-926C-0ACD-0D1AB0F79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474D9-6A97-657C-D27B-08D6AB0599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20081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260B-8C08-639B-1988-C62DEC536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12FB64-3D02-676B-FA81-563E1FDCC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03503D-2E14-86BF-752F-F1B45E2F3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4CD78-D260-385F-CBF4-B0CBE89937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5109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8CB4C-020C-1D8D-F2ED-E96AB1EE3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9347C-66EB-E147-65F2-1E1119026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86D79-D3D9-7380-324B-E4592F9A32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B163D-A1F7-05B5-5788-AB264EDF9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63074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67C4-04E3-D4C0-DD5C-81A54BEBB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06362E-4144-E755-A0F3-D7F6F341B5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7ACEC2-08E6-C0AB-1444-32D87F450F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31FC9C-31E3-EEB8-C420-8B22451FB6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5092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0E229-332E-A295-B7CE-42CF18C36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1D637B-A553-7FFC-D8C1-73E339102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37ACDA-8D9A-3FC5-787E-3FE8FA261D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651FC-AAA2-538F-B5B3-A3B6119695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166398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FB542-E448-34BA-93CF-CE8A84841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644359-8C49-EC9A-A764-C976653036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80CA6A-E971-66A0-55A9-F746EBE9C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C717C-BDC8-7259-CC4A-4B2080F109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37713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3DFA8-71AF-B100-FD8D-6EC65B6ED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35F002-692A-3209-7CF6-2C0A9DDF1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30B9-E97A-E4B6-A8A3-786AB4EA16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A3C0E-24A4-6936-0D9C-54BDC7A364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79531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315968"/>
            <a:ext cx="12188952" cy="224028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8120" y="-594360"/>
            <a:ext cx="4800600" cy="48006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49808" y="658368"/>
            <a:ext cx="960120" cy="0"/>
          </a:xfrm>
          <a:prstGeom prst="line">
            <a:avLst/>
          </a:prstGeom>
          <a:noFill/>
          <a:ln w="508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 txBox="1"/>
          <p:nvPr/>
        </p:nvSpPr>
        <p:spPr>
          <a:xfrm>
            <a:off x="749808" y="1261872"/>
            <a:ext cx="7132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</a:t>
            </a:r>
            <a:r>
              <a:rPr lang="en-US" sz="43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Protection Programs</a:t>
            </a:r>
            <a:endParaRPr lang="en-US" sz="4300" dirty="0"/>
          </a:p>
        </p:txBody>
      </p:sp>
      <p:sp>
        <p:nvSpPr>
          <p:cNvPr id="8" name="Text 4"/>
          <p:cNvSpPr txBox="1"/>
          <p:nvPr/>
        </p:nvSpPr>
        <p:spPr>
          <a:xfrm>
            <a:off x="512064" y="5800344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SCIENCE COMMITTEE MEETING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12064" y="61661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 16 2026·  Star Park San Marcos, Tx  ·  Chad Furl PhD PE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224732-5774-9E8F-58D8-3F7984DD9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7C8FA14E-E158-7628-9AD7-BF264B4F7621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Programs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ACC7BD2-5288-B193-4D4A-FAC91F9FDFDD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Edwards Aquifer Authority Permitting and Critical Period Management combined with EAHCP specific </a:t>
            </a:r>
            <a:r>
              <a:rPr lang="en-US" sz="1450" dirty="0" err="1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protection actions.</a:t>
            </a:r>
            <a:endParaRPr lang="en-US" sz="14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A6291EC-612A-ABC1-1DBF-AFD660B75A12}"/>
              </a:ext>
            </a:extLst>
          </p:cNvPr>
          <p:cNvSpPr/>
          <p:nvPr/>
        </p:nvSpPr>
        <p:spPr>
          <a:xfrm>
            <a:off x="2228267" y="1929742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055C3BC-47A0-7237-9AB0-2B6D9C1CF524}"/>
              </a:ext>
            </a:extLst>
          </p:cNvPr>
          <p:cNvSpPr txBox="1"/>
          <p:nvPr/>
        </p:nvSpPr>
        <p:spPr>
          <a:xfrm>
            <a:off x="2502587" y="224063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EAA</a:t>
            </a:r>
            <a:endParaRPr lang="en-US" sz="9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5A28A72-A177-8F1F-589F-85D1C92B33EA}"/>
              </a:ext>
            </a:extLst>
          </p:cNvPr>
          <p:cNvSpPr txBox="1"/>
          <p:nvPr/>
        </p:nvSpPr>
        <p:spPr>
          <a:xfrm>
            <a:off x="2502587" y="2597254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EAA Permitting + CPM</a:t>
            </a:r>
            <a:endParaRPr lang="en-US" sz="2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F49E8AE-11E8-A50D-7397-A93E4F95376A}"/>
              </a:ext>
            </a:extLst>
          </p:cNvPr>
          <p:cNvSpPr/>
          <p:nvPr/>
        </p:nvSpPr>
        <p:spPr>
          <a:xfrm>
            <a:off x="2502587" y="3502510"/>
            <a:ext cx="2670048" cy="181929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Established through the EAA Act.</a:t>
            </a:r>
          </a:p>
          <a:p>
            <a:pPr>
              <a:buSzPct val="100000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Pumping limitations established through the issuance of groundwater withdrawal permits.</a:t>
            </a:r>
          </a:p>
          <a:p>
            <a:pPr marL="177800" indent="-177800">
              <a:buSzPct val="100000"/>
              <a:buChar char="•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Curtailment of groundwater withdrawal established through hydrological indices.</a:t>
            </a:r>
            <a:endParaRPr lang="en-US" sz="13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1955B4BD-F36A-AA56-AE21-9878CD0534D1}"/>
              </a:ext>
            </a:extLst>
          </p:cNvPr>
          <p:cNvSpPr/>
          <p:nvPr/>
        </p:nvSpPr>
        <p:spPr>
          <a:xfrm>
            <a:off x="5913299" y="1929742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B844996-8214-4F03-8F86-A4F01B5A4C8A}"/>
              </a:ext>
            </a:extLst>
          </p:cNvPr>
          <p:cNvSpPr txBox="1"/>
          <p:nvPr/>
        </p:nvSpPr>
        <p:spPr>
          <a:xfrm>
            <a:off x="6187619" y="224063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</a:t>
            </a:r>
            <a:endParaRPr lang="en-US" sz="9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77C6B04-D659-EEBC-4FB4-C63785EAB317}"/>
              </a:ext>
            </a:extLst>
          </p:cNvPr>
          <p:cNvSpPr txBox="1"/>
          <p:nvPr/>
        </p:nvSpPr>
        <p:spPr>
          <a:xfrm>
            <a:off x="6187619" y="2597254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lang="en-US" sz="21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</a:t>
            </a:r>
            <a:endParaRPr lang="en-US" sz="21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D3B548A-6EEB-C68C-1E92-20059FC56F1F}"/>
              </a:ext>
            </a:extLst>
          </p:cNvPr>
          <p:cNvSpPr/>
          <p:nvPr/>
        </p:nvSpPr>
        <p:spPr>
          <a:xfrm>
            <a:off x="6187619" y="3502510"/>
            <a:ext cx="2670048" cy="192902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Established by the acceptance of the HCP and issuance of ITP.</a:t>
            </a:r>
          </a:p>
          <a:p>
            <a:pPr>
              <a:buSzPct val="100000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multiple activities to reduce groundwater pumping.</a:t>
            </a:r>
          </a:p>
          <a:p>
            <a:pPr>
              <a:buSzPct val="100000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Curtailment of groundwater withdrawal established through hydrological indices.</a:t>
            </a:r>
            <a:endParaRPr lang="en-US" sz="13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F602A2CD-7858-9BF2-2C12-D7192E8DC591}"/>
              </a:ext>
            </a:extLst>
          </p:cNvPr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7AF6F14-7316-A8BB-6399-90E4B5D00F59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B26B23A-060A-030C-FC78-C510E723E23C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lang="en-US" sz="85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794CF73-CA11-A07D-64C6-ABA8043E2E14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03877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7F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BB07D2-5A0F-05DC-51D4-EE32E5EAC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C5D5C43C-10DB-46FA-BF59-74700550F6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2BDF818C-9681-5DF2-CF80-93EBB36D5D57}"/>
              </a:ext>
            </a:extLst>
          </p:cNvPr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95C56662-F077-8B9A-197D-6F6A3515B9E0}"/>
              </a:ext>
            </a:extLst>
          </p:cNvPr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DE4E5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40F7326-C190-8AD8-88E8-9E6173EFC01E}"/>
              </a:ext>
            </a:extLst>
          </p:cNvPr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Authority Permitting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E887B8D1-7B2C-C350-61A5-1462AFC3691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788328E-C3A6-C0D2-72E4-5090C39FD38F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F508CE6-66F6-74FD-3A71-AE63DB6BD754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9841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5DDD4-B179-A340-0EE2-D7327B24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F819CD2-9BB6-D646-66DD-B6EA04C2D723}"/>
              </a:ext>
            </a:extLst>
          </p:cNvPr>
          <p:cNvSpPr txBox="1"/>
          <p:nvPr/>
        </p:nvSpPr>
        <p:spPr>
          <a:xfrm>
            <a:off x="594360" y="694944"/>
            <a:ext cx="10643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</a:rPr>
              <a:t>EA Permitting system capped withdrawals and created a water market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A0D5D4B-E2F9-1ECD-E3AF-AC252C1D630D}"/>
              </a:ext>
            </a:extLst>
          </p:cNvPr>
          <p:cNvSpPr txBox="1"/>
          <p:nvPr/>
        </p:nvSpPr>
        <p:spPr>
          <a:xfrm>
            <a:off x="594360" y="165388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PERMITTING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89C6635-2A14-8963-AFFF-328B1D5BBFA4}"/>
              </a:ext>
            </a:extLst>
          </p:cNvPr>
          <p:cNvSpPr txBox="1"/>
          <p:nvPr/>
        </p:nvSpPr>
        <p:spPr>
          <a:xfrm>
            <a:off x="621792" y="2111133"/>
            <a:ext cx="29557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</a:rPr>
              <a:t>Applications for Initial Regular Permits and Declaration of Historical Use (1973-1993) were completed by Dec1996.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B32A11E5-D228-6C97-8936-9F8311A1AC9B}"/>
              </a:ext>
            </a:extLst>
          </p:cNvPr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72DB391-70C9-17EF-DA3E-08A422B24C65}"/>
              </a:ext>
            </a:extLst>
          </p:cNvPr>
          <p:cNvSpPr txBox="1"/>
          <p:nvPr/>
        </p:nvSpPr>
        <p:spPr>
          <a:xfrm>
            <a:off x="4043861" y="5672107"/>
            <a:ext cx="736563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Permitted EA groundwater by County and Use type.  Permits issued in Atascosa and Guadalupe counties not shown.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9C12CEE5-65A5-0B38-6192-EDD6D2DD708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E283A4B-A290-4C17-60BD-A3769F1CB2F6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</a:t>
            </a: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ECAB1851-C04C-C544-8F4C-A9041F4D78C5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</a:rPr>
              <a:t>2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F2D73782-F603-198B-3F98-C72AEDB9509E}"/>
              </a:ext>
            </a:extLst>
          </p:cNvPr>
          <p:cNvSpPr txBox="1"/>
          <p:nvPr/>
        </p:nvSpPr>
        <p:spPr>
          <a:xfrm>
            <a:off x="633198" y="4522616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 2007, SB3 sets the region’s pumping cap at 572,000 acre-feet per year in acknowledgement of historical use.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5">
            <a:extLst>
              <a:ext uri="{FF2B5EF4-FFF2-40B4-BE49-F238E27FC236}">
                <a16:creationId xmlns:a16="http://schemas.microsoft.com/office/drawing/2014/main" id="{489F027D-7C01-A9B8-824A-A881F2404D5C}"/>
              </a:ext>
            </a:extLst>
          </p:cNvPr>
          <p:cNvSpPr txBox="1"/>
          <p:nvPr/>
        </p:nvSpPr>
        <p:spPr>
          <a:xfrm>
            <a:off x="621792" y="3637303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permit issued in 2001 for irrigation use;  881 permits in total approved from 2001-2006.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DBAEF6C0-B635-FC57-B442-910BFAC824FF}"/>
              </a:ext>
            </a:extLst>
          </p:cNvPr>
          <p:cNvSpPr txBox="1"/>
          <p:nvPr/>
        </p:nvSpPr>
        <p:spPr>
          <a:xfrm>
            <a:off x="633198" y="5341132"/>
            <a:ext cx="29329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Water can only be attained by leasing or purchasing from a permit holder who has water rights.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5">
            <a:extLst>
              <a:ext uri="{FF2B5EF4-FFF2-40B4-BE49-F238E27FC236}">
                <a16:creationId xmlns:a16="http://schemas.microsoft.com/office/drawing/2014/main" id="{AB44F956-6C05-EF62-9C88-412E252C6391}"/>
              </a:ext>
            </a:extLst>
          </p:cNvPr>
          <p:cNvSpPr txBox="1"/>
          <p:nvPr/>
        </p:nvSpPr>
        <p:spPr>
          <a:xfrm>
            <a:off x="621792" y="2945807"/>
            <a:ext cx="2944368" cy="425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lvl="0"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GW classified as Municipal, Industrial, Irrigation (Base and Unrestricted)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5300E01-13A8-793D-7AF1-35FBC63A3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1432803"/>
            <a:ext cx="7498079" cy="395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20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C51CDA-074F-6F7A-24E2-E543D361A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A78883-3B80-7862-D650-AFABAF57AFC2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2851CCF-24C9-8636-3BF7-02DB8B7969AA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/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</a:rPr>
              <a:t>EA Groundwater Withdrawal Permits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03CA8CED-C01C-23EA-EEC1-1A27598C6164}"/>
              </a:ext>
            </a:extLst>
          </p:cNvPr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1EE764F9-5DAF-B856-6A1D-306AAA444946}"/>
              </a:ext>
            </a:extLst>
          </p:cNvPr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PERMITTING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3A45BF16-3FDC-7774-A28E-D005E627C1DB}"/>
              </a:ext>
            </a:extLst>
          </p:cNvPr>
          <p:cNvSpPr txBox="1"/>
          <p:nvPr/>
        </p:nvSpPr>
        <p:spPr>
          <a:xfrm>
            <a:off x="8869679" y="2395728"/>
            <a:ext cx="241688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</a:rPr>
              <a:t>Permitted Pumping Cap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A95A4FE6-CCC6-4410-05B9-CA0C43808A6B}"/>
              </a:ext>
            </a:extLst>
          </p:cNvPr>
          <p:cNvSpPr txBox="1"/>
          <p:nvPr/>
        </p:nvSpPr>
        <p:spPr>
          <a:xfrm>
            <a:off x="8869680" y="284378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572,000 acre-feet per year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olidFill>
                <a:srgbClr val="DDE8EA"/>
              </a:solidFill>
              <a:latin typeface="Aptos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Prior to any curtailments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434C552-C031-B8DA-65B9-B4D08F3BD909}"/>
              </a:ext>
            </a:extLst>
          </p:cNvPr>
          <p:cNvSpPr/>
          <p:nvPr/>
        </p:nvSpPr>
        <p:spPr>
          <a:xfrm>
            <a:off x="8869680" y="3700989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F1E7F10B-95E5-DE23-375F-EB79937F3945}"/>
              </a:ext>
            </a:extLst>
          </p:cNvPr>
          <p:cNvSpPr txBox="1"/>
          <p:nvPr/>
        </p:nvSpPr>
        <p:spPr>
          <a:xfrm>
            <a:off x="8869680" y="3930217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UNPERMITTED PUMPING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F9BC6A5-8A3E-929E-518B-0D8D2F3F1C89}"/>
              </a:ext>
            </a:extLst>
          </p:cNvPr>
          <p:cNvSpPr txBox="1"/>
          <p:nvPr/>
        </p:nvSpPr>
        <p:spPr>
          <a:xfrm>
            <a:off x="8869680" y="4271233"/>
            <a:ext cx="2148840" cy="1609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Domestic and Livestock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Federal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Limited Production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</a:rPr>
              <a:t>~ 21,000 acre-feet in 2024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C3EFEE4B-88AD-773A-3C40-A5844347173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E448270C-7748-1EE7-E708-0B769D5D4CD5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097E7CE-EEC1-A3F9-D35A-8A93D7323D30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35F447E1-5DB9-068B-136E-DA417FA56B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919" b="13648"/>
          <a:stretch>
            <a:fillRect/>
          </a:stretch>
        </p:blipFill>
        <p:spPr>
          <a:xfrm>
            <a:off x="210423" y="1197868"/>
            <a:ext cx="6989023" cy="2779772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D6DCDAB4-4A6E-E6A7-B9F9-F133058F40D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98" t="7167" b="10355"/>
          <a:stretch>
            <a:fillRect/>
          </a:stretch>
        </p:blipFill>
        <p:spPr>
          <a:xfrm>
            <a:off x="309931" y="3611882"/>
            <a:ext cx="5804000" cy="2668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202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7F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DE4E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400" dirty="0"/>
          </a:p>
        </p:txBody>
      </p:sp>
      <p:sp>
        <p:nvSpPr>
          <p:cNvPr id="5" name="Text 1"/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Authority Critical Period Management</a:t>
            </a:r>
            <a:endParaRPr lang="en-US" sz="4000" dirty="0"/>
          </a:p>
        </p:txBody>
      </p:sp>
      <p:sp>
        <p:nvSpPr>
          <p:cNvPr id="8" name="Shape 4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4B5AF0-C994-1F6D-81C1-217CE7EC2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186F761-C2F0-D007-91BA-01F8C023EFC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4130F2-995A-7C3C-83E7-62FA922FB5C3}"/>
              </a:ext>
            </a:extLst>
          </p:cNvPr>
          <p:cNvSpPr/>
          <p:nvPr/>
        </p:nvSpPr>
        <p:spPr>
          <a:xfrm>
            <a:off x="4459224" y="1323211"/>
            <a:ext cx="3273552" cy="4348897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4DA43EB-CFED-432C-E655-CAEB54CF1F39}"/>
              </a:ext>
            </a:extLst>
          </p:cNvPr>
          <p:cNvSpPr/>
          <p:nvPr/>
        </p:nvSpPr>
        <p:spPr>
          <a:xfrm>
            <a:off x="8092440" y="1323211"/>
            <a:ext cx="3273552" cy="4348897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D13824B9-0345-CEDA-8A54-CB83873F145E}"/>
              </a:ext>
            </a:extLst>
          </p:cNvPr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CAAAFC3-2628-D08F-AF55-D409DCFD8AFE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2EA40AF-D20B-2CBC-C500-82F893F8D287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8926E41-6FE6-C671-C414-A67287BAFCA1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172E07DB-4C03-535F-0AF5-E0DD885392DD}"/>
              </a:ext>
            </a:extLst>
          </p:cNvPr>
          <p:cNvSpPr txBox="1"/>
          <p:nvPr/>
        </p:nvSpPr>
        <p:spPr>
          <a:xfrm>
            <a:off x="713232" y="152422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 err="1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Cricial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 Period Management stages are applied separately for the Uvalde Pool (Uvalde County) and San Antonio Pool (all other counties)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9AFB1B04-493C-4980-2FF1-D5FD90141DF3}"/>
              </a:ext>
            </a:extLst>
          </p:cNvPr>
          <p:cNvSpPr txBox="1"/>
          <p:nvPr/>
        </p:nvSpPr>
        <p:spPr>
          <a:xfrm>
            <a:off x="713232" y="3939483"/>
            <a:ext cx="31684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Pumping reductions are prorated by the number of days each critical-period stage is in effect.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2545D50F-098D-5A32-3825-9B2B54DA5DD1}"/>
              </a:ext>
            </a:extLst>
          </p:cNvPr>
          <p:cNvSpPr txBox="1"/>
          <p:nvPr/>
        </p:nvSpPr>
        <p:spPr>
          <a:xfrm>
            <a:off x="713232" y="2661329"/>
            <a:ext cx="3096768" cy="10381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CPM plan is divided into 5 stages of escalating  reduced pumping requirements, each triggered by declining aquifer levels or </a:t>
            </a:r>
            <a:r>
              <a:rPr lang="en-US" sz="1350" dirty="0" err="1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discharge rates as calculated in 10-day averages.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id="{03437B1F-CF85-1078-BD48-E0FD09B60F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6666"/>
          <a:stretch>
            <a:fillRect/>
          </a:stretch>
        </p:blipFill>
        <p:spPr>
          <a:xfrm>
            <a:off x="4555325" y="1354328"/>
            <a:ext cx="3115465" cy="4285129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C6296BAB-28E0-5D7E-8CD2-F6868BCA0E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5733"/>
          <a:stretch>
            <a:fillRect/>
          </a:stretch>
        </p:blipFill>
        <p:spPr>
          <a:xfrm>
            <a:off x="8187465" y="1356715"/>
            <a:ext cx="3022899" cy="4199390"/>
          </a:xfrm>
          <a:prstGeom prst="rect">
            <a:avLst/>
          </a:prstGeom>
        </p:spPr>
      </p:pic>
      <p:sp>
        <p:nvSpPr>
          <p:cNvPr id="6" name="Text 4">
            <a:extLst>
              <a:ext uri="{FF2B5EF4-FFF2-40B4-BE49-F238E27FC236}">
                <a16:creationId xmlns:a16="http://schemas.microsoft.com/office/drawing/2014/main" id="{127B17B5-01D0-578A-9C83-3215E568A4EC}"/>
              </a:ext>
            </a:extLst>
          </p:cNvPr>
          <p:cNvSpPr txBox="1"/>
          <p:nvPr/>
        </p:nvSpPr>
        <p:spPr>
          <a:xfrm>
            <a:off x="5273040" y="5837543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ANTONIO POOL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057935C-87EC-8F73-7B81-AD7CDEB5DADD}"/>
              </a:ext>
            </a:extLst>
          </p:cNvPr>
          <p:cNvSpPr txBox="1"/>
          <p:nvPr/>
        </p:nvSpPr>
        <p:spPr>
          <a:xfrm>
            <a:off x="9291828" y="5837941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UVALDE POOL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5E5C4F1B-1CFD-3079-E8AB-F3248A69D66E}"/>
              </a:ext>
            </a:extLst>
          </p:cNvPr>
          <p:cNvSpPr txBox="1"/>
          <p:nvPr/>
        </p:nvSpPr>
        <p:spPr>
          <a:xfrm>
            <a:off x="713232" y="4916025"/>
            <a:ext cx="31684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</a:rPr>
              <a:t>Stages 1-4 have been in effect since XXXX (2008) and Stage 5 in effect 2013.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559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64DBD-9A57-8B4D-9C82-A783FCE21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F08563-9D8D-D889-6009-45A5C98334B4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MAP + EVIDENCE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87FB3E-9C9C-B72E-24F0-0E1E15EDD22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 OF J-17, 27, SAN MARCOS, AND COMAL SPRINGS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49F3502-49B8-5A59-BF39-3D18A15DB932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wells, service areas, springs, reaches, refugia, or implementation geography.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12C323F-CCE0-41AA-9E24-D39B92C97670}"/>
              </a:ext>
            </a:extLst>
          </p:cNvPr>
          <p:cNvSpPr/>
          <p:nvPr/>
        </p:nvSpPr>
        <p:spPr>
          <a:xfrm>
            <a:off x="685800" y="1673352"/>
            <a:ext cx="7516368" cy="4462272"/>
          </a:xfrm>
          <a:prstGeom prst="roundRect">
            <a:avLst>
              <a:gd name="adj" fmla="val 1639"/>
            </a:avLst>
          </a:prstGeom>
          <a:solidFill>
            <a:srgbClr val="E8ECEA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34903EE0-CB45-8682-6B60-F880AAC3E5F6}"/>
              </a:ext>
            </a:extLst>
          </p:cNvPr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264" y="1938528"/>
            <a:ext cx="6931152" cy="3813048"/>
          </a:xfrm>
          <a:prstGeom prst="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7F7B9371-3929-2C7F-6448-3199B97DA635}"/>
              </a:ext>
            </a:extLst>
          </p:cNvPr>
          <p:cNvSpPr/>
          <p:nvPr/>
        </p:nvSpPr>
        <p:spPr>
          <a:xfrm rot="480000">
            <a:off x="1965960" y="2779776"/>
            <a:ext cx="4434840" cy="1965960"/>
          </a:xfrm>
          <a:prstGeom prst="arc">
            <a:avLst/>
          </a:prstGeom>
          <a:solidFill>
            <a:srgbClr val="E8ECEA">
              <a:alpha val="0"/>
            </a:srgbClr>
          </a:solidFill>
          <a:ln w="635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5CEAE174-FD9C-8A64-8A7C-5BB83C067EC4}"/>
              </a:ext>
            </a:extLst>
          </p:cNvPr>
          <p:cNvSpPr/>
          <p:nvPr/>
        </p:nvSpPr>
        <p:spPr>
          <a:xfrm>
            <a:off x="2880360" y="2971800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2DF7E17-BF3F-F12C-97F8-8B14AA3269DB}"/>
              </a:ext>
            </a:extLst>
          </p:cNvPr>
          <p:cNvSpPr/>
          <p:nvPr/>
        </p:nvSpPr>
        <p:spPr>
          <a:xfrm>
            <a:off x="4773168" y="3694176"/>
            <a:ext cx="182880" cy="182880"/>
          </a:xfrm>
          <a:prstGeom prst="ellipse">
            <a:avLst/>
          </a:prstGeom>
          <a:solidFill>
            <a:srgbClr val="C65D4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AA46B17A-87FC-AB57-77AA-88021B631235}"/>
              </a:ext>
            </a:extLst>
          </p:cNvPr>
          <p:cNvSpPr/>
          <p:nvPr/>
        </p:nvSpPr>
        <p:spPr>
          <a:xfrm>
            <a:off x="6199632" y="3081528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218B0506-07F3-1F4E-8989-23DE23F321AF}"/>
              </a:ext>
            </a:extLst>
          </p:cNvPr>
          <p:cNvSpPr/>
          <p:nvPr/>
        </p:nvSpPr>
        <p:spPr>
          <a:xfrm>
            <a:off x="987552" y="5632704"/>
            <a:ext cx="139903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AA3BD78-004E-6B71-026E-946283DC4AEA}"/>
              </a:ext>
            </a:extLst>
          </p:cNvPr>
          <p:cNvSpPr txBox="1"/>
          <p:nvPr/>
        </p:nvSpPr>
        <p:spPr>
          <a:xfrm>
            <a:off x="1078992" y="5641848"/>
            <a:ext cx="1216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MAP / GIS FIGURE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144EF7C-9301-60D6-D395-38FF3AB24398}"/>
              </a:ext>
            </a:extLst>
          </p:cNvPr>
          <p:cNvSpPr txBox="1"/>
          <p:nvPr/>
        </p:nvSpPr>
        <p:spPr>
          <a:xfrm>
            <a:off x="2532888" y="5632704"/>
            <a:ext cx="5257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Replace this placeholder with an exported map. Preserve generous margins and keep legends compact.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A7C8F12-BACF-FFF5-497B-975310C0E840}"/>
              </a:ext>
            </a:extLst>
          </p:cNvPr>
          <p:cNvSpPr txBox="1"/>
          <p:nvPr/>
        </p:nvSpPr>
        <p:spPr>
          <a:xfrm>
            <a:off x="8549640" y="18470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WHAT THE MAP SHOWS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A8E795E3-C080-0630-AE63-6B9AD8CC5963}"/>
              </a:ext>
            </a:extLst>
          </p:cNvPr>
          <p:cNvSpPr txBox="1"/>
          <p:nvPr/>
        </p:nvSpPr>
        <p:spPr>
          <a:xfrm>
            <a:off x="8549640" y="2221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C9F7227-2910-4651-EDCF-7A94D0C72B38}"/>
              </a:ext>
            </a:extLst>
          </p:cNvPr>
          <p:cNvSpPr txBox="1"/>
          <p:nvPr/>
        </p:nvSpPr>
        <p:spPr>
          <a:xfrm>
            <a:off x="9052560" y="22128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Location-specific finding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1FB56B3-5465-997F-97E3-78B641F80FD2}"/>
              </a:ext>
            </a:extLst>
          </p:cNvPr>
          <p:cNvSpPr txBox="1"/>
          <p:nvPr/>
        </p:nvSpPr>
        <p:spPr>
          <a:xfrm>
            <a:off x="9052560" y="258775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One sentence interpreting the first feature or spatial pattern.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CD5B4CB-10FA-A13B-5705-7733BD3EC132}"/>
              </a:ext>
            </a:extLst>
          </p:cNvPr>
          <p:cNvSpPr txBox="1"/>
          <p:nvPr/>
        </p:nvSpPr>
        <p:spPr>
          <a:xfrm>
            <a:off x="8549640" y="3447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6AE20B80-87B0-9D89-D7F5-A6C8A3BD0866}"/>
              </a:ext>
            </a:extLst>
          </p:cNvPr>
          <p:cNvSpPr txBox="1"/>
          <p:nvPr/>
        </p:nvSpPr>
        <p:spPr>
          <a:xfrm>
            <a:off x="9052560" y="34381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connection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F8DF24A9-E56E-70D4-F654-04804433584C}"/>
              </a:ext>
            </a:extLst>
          </p:cNvPr>
          <p:cNvSpPr txBox="1"/>
          <p:nvPr/>
        </p:nvSpPr>
        <p:spPr>
          <a:xfrm>
            <a:off x="9052560" y="381304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One sentence connecting geography to program operations or risk.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4333143C-EEDF-4A3F-8A8D-E17EBEE1D86A}"/>
              </a:ext>
            </a:extLst>
          </p:cNvPr>
          <p:cNvSpPr txBox="1"/>
          <p:nvPr/>
        </p:nvSpPr>
        <p:spPr>
          <a:xfrm>
            <a:off x="8549640" y="46725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65D4A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A4928294-7F60-0D10-1687-0C0F21D35B25}"/>
              </a:ext>
            </a:extLst>
          </p:cNvPr>
          <p:cNvSpPr txBox="1"/>
          <p:nvPr/>
        </p:nvSpPr>
        <p:spPr>
          <a:xfrm>
            <a:off x="9052560" y="4663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Point requiring attention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6DD2D3BC-78CC-CC6E-3AFF-B335B7E19503}"/>
              </a:ext>
            </a:extLst>
          </p:cNvPr>
          <p:cNvSpPr txBox="1"/>
          <p:nvPr/>
        </p:nvSpPr>
        <p:spPr>
          <a:xfrm>
            <a:off x="9052560" y="503834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coral only for an exception, threshold, or discussion item.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4F9D6FB5-5A75-1DCE-9F0A-91A9A70E7C17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D5B91742-54E8-5208-28A6-747179266D45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SPATIAL EVIDENCE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2506971E-5E5E-FF98-D3B5-5016C13AE9BF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56622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93E8CD-098E-EF8F-D0F3-1BA63DB15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42B371-832A-CD4A-5066-7C18D55019EC}"/>
              </a:ext>
            </a:extLst>
          </p:cNvPr>
          <p:cNvSpPr txBox="1"/>
          <p:nvPr/>
        </p:nvSpPr>
        <p:spPr>
          <a:xfrm>
            <a:off x="685800" y="694943"/>
            <a:ext cx="4442012" cy="11783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</a:t>
            </a:r>
          </a:p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Period Management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47879529-E55C-E839-1334-C79DEEBD84F4}"/>
              </a:ext>
            </a:extLst>
          </p:cNvPr>
          <p:cNvSpPr/>
          <p:nvPr/>
        </p:nvSpPr>
        <p:spPr>
          <a:xfrm>
            <a:off x="685800" y="185103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B94893B7-F110-C354-3CD6-382788C74FD4}"/>
              </a:ext>
            </a:extLst>
          </p:cNvPr>
          <p:cNvSpPr txBox="1"/>
          <p:nvPr/>
        </p:nvSpPr>
        <p:spPr>
          <a:xfrm>
            <a:off x="996696" y="2189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CPM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B02E9DC5-33BD-DF2E-D3D1-AAFD6C8EB2A8}"/>
              </a:ext>
            </a:extLst>
          </p:cNvPr>
          <p:cNvSpPr txBox="1"/>
          <p:nvPr/>
        </p:nvSpPr>
        <p:spPr>
          <a:xfrm>
            <a:off x="996695" y="2527688"/>
            <a:ext cx="2338175" cy="1085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2025 Critical Period Stages and Annual Pumping Reductions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1F6E437-E93C-E0DE-76AC-F9B6E12B3A05}"/>
              </a:ext>
            </a:extLst>
          </p:cNvPr>
          <p:cNvSpPr/>
          <p:nvPr/>
        </p:nvSpPr>
        <p:spPr>
          <a:xfrm>
            <a:off x="996695" y="3626760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984347D-EFE2-3C83-ABD7-7F9042631D61}"/>
              </a:ext>
            </a:extLst>
          </p:cNvPr>
          <p:cNvSpPr txBox="1"/>
          <p:nvPr/>
        </p:nvSpPr>
        <p:spPr>
          <a:xfrm>
            <a:off x="996695" y="3856976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200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Pumping reductions are prorated by the number of days each critical-period stage is in effect.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1F63E128-FC2D-ED6F-0B1D-2962225E6C13}"/>
              </a:ext>
            </a:extLst>
          </p:cNvPr>
          <p:cNvSpPr/>
          <p:nvPr/>
        </p:nvSpPr>
        <p:spPr>
          <a:xfrm>
            <a:off x="996695" y="4978908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3CBDE2C6-E192-A64C-FA65-5D325469EF81}"/>
              </a:ext>
            </a:extLst>
          </p:cNvPr>
          <p:cNvSpPr txBox="1"/>
          <p:nvPr/>
        </p:nvSpPr>
        <p:spPr>
          <a:xfrm>
            <a:off x="1088135" y="4996568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ANTONIO POOL 39.2% reduction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2B253D74-3B09-B666-DB24-A49C5110D94F}"/>
              </a:ext>
            </a:extLst>
          </p:cNvPr>
          <p:cNvSpPr/>
          <p:nvPr/>
        </p:nvSpPr>
        <p:spPr>
          <a:xfrm>
            <a:off x="996695" y="5559552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A2165604-110D-810E-122D-EC488A04E603}"/>
              </a:ext>
            </a:extLst>
          </p:cNvPr>
          <p:cNvSpPr txBox="1"/>
          <p:nvPr/>
        </p:nvSpPr>
        <p:spPr>
          <a:xfrm>
            <a:off x="1088135" y="5577212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UVALDE POOL 44% reduction 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A8443516-BA68-920A-5F38-5634795EEA66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5D5FAB20-AAFD-00D1-1218-ED3B52C3FFEE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BCFE184-42B8-1F14-17D0-59AB58B72EB6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A04987CA-58D4-B984-9E8E-7684C05BE6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59" t="10386" r="1677" b="9062"/>
          <a:stretch>
            <a:fillRect/>
          </a:stretch>
        </p:blipFill>
        <p:spPr>
          <a:xfrm>
            <a:off x="5552024" y="672592"/>
            <a:ext cx="5420776" cy="5679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627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B903E8-75B4-B02A-2F05-9DE125075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D50BC65-DDF2-15A3-00BC-5DA7CC825E02}"/>
              </a:ext>
            </a:extLst>
          </p:cNvPr>
          <p:cNvSpPr txBox="1"/>
          <p:nvPr/>
        </p:nvSpPr>
        <p:spPr>
          <a:xfrm>
            <a:off x="685800" y="694943"/>
            <a:ext cx="4442012" cy="11783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81A38BC7-992C-9F10-F540-2E3B264E8694}"/>
              </a:ext>
            </a:extLst>
          </p:cNvPr>
          <p:cNvSpPr/>
          <p:nvPr/>
        </p:nvSpPr>
        <p:spPr>
          <a:xfrm>
            <a:off x="685800" y="185103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DF06BCFE-B51D-F8AC-CA17-62F044014EE2}"/>
              </a:ext>
            </a:extLst>
          </p:cNvPr>
          <p:cNvSpPr txBox="1"/>
          <p:nvPr/>
        </p:nvSpPr>
        <p:spPr>
          <a:xfrm>
            <a:off x="996696" y="2189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CPM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7CC8B6A2-04FA-2F00-39BB-1C873D33EE4B}"/>
              </a:ext>
            </a:extLst>
          </p:cNvPr>
          <p:cNvSpPr txBox="1"/>
          <p:nvPr/>
        </p:nvSpPr>
        <p:spPr>
          <a:xfrm>
            <a:off x="996695" y="2527688"/>
            <a:ext cx="2338175" cy="1085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2025 Critical Period Stages and Annual Pumping Reductions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A9391D34-9F58-5BD7-AD73-15866F570C72}"/>
              </a:ext>
            </a:extLst>
          </p:cNvPr>
          <p:cNvSpPr/>
          <p:nvPr/>
        </p:nvSpPr>
        <p:spPr>
          <a:xfrm>
            <a:off x="996695" y="3626760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5C7A98C8-79A7-8834-13BA-EBA91305F58F}"/>
              </a:ext>
            </a:extLst>
          </p:cNvPr>
          <p:cNvSpPr txBox="1"/>
          <p:nvPr/>
        </p:nvSpPr>
        <p:spPr>
          <a:xfrm>
            <a:off x="996695" y="3856976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Pumping reductions are prorated by the number of days each critical-period stage is in effect.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0F0D68B-A5FA-6B80-12F4-29D5F0248A19}"/>
              </a:ext>
            </a:extLst>
          </p:cNvPr>
          <p:cNvSpPr/>
          <p:nvPr/>
        </p:nvSpPr>
        <p:spPr>
          <a:xfrm>
            <a:off x="996695" y="4978908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E849E2C9-DCA3-8874-4B00-443D358FB5FA}"/>
              </a:ext>
            </a:extLst>
          </p:cNvPr>
          <p:cNvSpPr txBox="1"/>
          <p:nvPr/>
        </p:nvSpPr>
        <p:spPr>
          <a:xfrm>
            <a:off x="1088135" y="4996568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ANTONIO POOL 39.2% reduction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E5EF01CA-4F3E-D5E4-434D-162B4C4E88DD}"/>
              </a:ext>
            </a:extLst>
          </p:cNvPr>
          <p:cNvSpPr/>
          <p:nvPr/>
        </p:nvSpPr>
        <p:spPr>
          <a:xfrm>
            <a:off x="996695" y="5559552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FFCB18E5-BC37-D35E-431C-18C8526D3BEC}"/>
              </a:ext>
            </a:extLst>
          </p:cNvPr>
          <p:cNvSpPr txBox="1"/>
          <p:nvPr/>
        </p:nvSpPr>
        <p:spPr>
          <a:xfrm>
            <a:off x="1088135" y="5577212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UVALDE POOL 44% reduction 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95AD4F82-D8D6-BC61-0B87-B6D91557270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6FD9F6FC-8AD7-AB37-D92E-1A117C67B4C8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9702105C-8FD3-AE15-C3C1-04212F5C184A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E7BB8E-91E8-9F1B-CBE3-DED89A9A67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309" t="14607" r="2501" b="4181"/>
          <a:stretch>
            <a:fillRect/>
          </a:stretch>
        </p:blipFill>
        <p:spPr>
          <a:xfrm>
            <a:off x="5011632" y="1765492"/>
            <a:ext cx="6183672" cy="3496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848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CC78E9-0CBD-00E4-E921-2CE31F81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5225D89-B394-F28D-8C92-6B381981EA4A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DCC4BBB-440B-7B16-1019-861151D44EB2}"/>
              </a:ext>
            </a:extLst>
          </p:cNvPr>
          <p:cNvSpPr txBox="1"/>
          <p:nvPr/>
        </p:nvSpPr>
        <p:spPr>
          <a:xfrm>
            <a:off x="713232" y="18745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9492280-E5A3-AE7A-6771-055BD5F660E8}"/>
              </a:ext>
            </a:extLst>
          </p:cNvPr>
          <p:cNvSpPr txBox="1"/>
          <p:nvPr/>
        </p:nvSpPr>
        <p:spPr>
          <a:xfrm>
            <a:off x="713232" y="24780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931E4F3-3B30-5DBC-7E1C-AFEDAFC6CB6E}"/>
              </a:ext>
            </a:extLst>
          </p:cNvPr>
          <p:cNvSpPr txBox="1"/>
          <p:nvPr/>
        </p:nvSpPr>
        <p:spPr>
          <a:xfrm>
            <a:off x="713232" y="2788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monitoring, implementation actions, and biological outcomes should read as one connected story.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9AEDD2B-63FE-DFC9-CCB4-CE8DCE638C61}"/>
              </a:ext>
            </a:extLst>
          </p:cNvPr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5C997FD-F6CD-63CA-B496-4CF664923B1B}"/>
              </a:ext>
            </a:extLst>
          </p:cNvPr>
          <p:cNvSpPr txBox="1"/>
          <p:nvPr/>
        </p:nvSpPr>
        <p:spPr>
          <a:xfrm>
            <a:off x="4251960" y="5742432"/>
            <a:ext cx="6949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B7EDF4A-0E89-B15E-3F1D-DC29C39B42F8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6F0D8EA-DD04-2B55-C436-C59C0BA81571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CDC53F3-C82B-2E2C-0EF1-9DCF21389254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0CA4946-C8A3-B185-0A6B-38A9B74B32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125" y="1536192"/>
            <a:ext cx="7507596" cy="4047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261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0FDDD9-C34B-E4A2-E306-88766E9B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5EDD45BD-CE53-1FE8-60EE-0DC27498D895}"/>
              </a:ext>
            </a:extLst>
          </p:cNvPr>
          <p:cNvSpPr txBox="1"/>
          <p:nvPr/>
        </p:nvSpPr>
        <p:spPr>
          <a:xfrm>
            <a:off x="685800" y="694944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552719F-1E22-7CD9-ECBA-C5ADF641DE8B}"/>
              </a:ext>
            </a:extLst>
          </p:cNvPr>
          <p:cNvSpPr txBox="1"/>
          <p:nvPr/>
        </p:nvSpPr>
        <p:spPr>
          <a:xfrm>
            <a:off x="713232" y="24780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7AD7536-F36C-1788-1BDB-E4CAE935E4CB}"/>
              </a:ext>
            </a:extLst>
          </p:cNvPr>
          <p:cNvSpPr txBox="1"/>
          <p:nvPr/>
        </p:nvSpPr>
        <p:spPr>
          <a:xfrm>
            <a:off x="713232" y="2788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monitoring, implementation actions, and biological outcomes should read as one connected story.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32248B0F-CBDD-DDE3-344A-BA4438747353}"/>
              </a:ext>
            </a:extLst>
          </p:cNvPr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2ADC453-7266-F6C4-36C1-423608A01AE0}"/>
              </a:ext>
            </a:extLst>
          </p:cNvPr>
          <p:cNvSpPr txBox="1"/>
          <p:nvPr/>
        </p:nvSpPr>
        <p:spPr>
          <a:xfrm>
            <a:off x="4251960" y="5742432"/>
            <a:ext cx="6949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8B85D1F-C5EF-8FDA-B76C-B77A5D8C74B2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93718BA-B3E8-7C10-F581-0E1227D60664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C57330D-EB00-29DF-AFE0-39B46F825092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098F59-1202-6EC9-F0B9-B978BABC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0689" y="712096"/>
            <a:ext cx="7585031" cy="4831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6390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2AEFD8-76D0-BDE9-8704-2AB97C6B1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415A1E38-49DD-5DB9-A103-60E8741FDCE7}"/>
              </a:ext>
            </a:extLst>
          </p:cNvPr>
          <p:cNvSpPr txBox="1"/>
          <p:nvPr/>
        </p:nvSpPr>
        <p:spPr>
          <a:xfrm>
            <a:off x="685800" y="697813"/>
            <a:ext cx="84044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346E797-AE57-B8D6-8A5E-B5FA3EE3F5CA}"/>
              </a:ext>
            </a:extLst>
          </p:cNvPr>
          <p:cNvSpPr txBox="1"/>
          <p:nvPr/>
        </p:nvSpPr>
        <p:spPr>
          <a:xfrm>
            <a:off x="713232" y="1823601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96F49EE-5EF1-53D0-5494-F0CF56EBFDB6}"/>
              </a:ext>
            </a:extLst>
          </p:cNvPr>
          <p:cNvSpPr txBox="1"/>
          <p:nvPr/>
        </p:nvSpPr>
        <p:spPr>
          <a:xfrm>
            <a:off x="713232" y="2185595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CPM by the numbers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97D1CEC3-D3B8-AF39-2012-27BDAC81D0F4}"/>
              </a:ext>
            </a:extLst>
          </p:cNvPr>
          <p:cNvSpPr/>
          <p:nvPr/>
        </p:nvSpPr>
        <p:spPr>
          <a:xfrm>
            <a:off x="2897033" y="5959602"/>
            <a:ext cx="8855695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C6A81E-27B6-ADEC-70E9-3A368AB7E8AF}"/>
              </a:ext>
            </a:extLst>
          </p:cNvPr>
          <p:cNvSpPr txBox="1"/>
          <p:nvPr/>
        </p:nvSpPr>
        <p:spPr>
          <a:xfrm>
            <a:off x="3250423" y="6051042"/>
            <a:ext cx="8207717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0122558-979D-B999-E660-765B18A47AA1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7D81C51C-64FC-FC9A-C4BD-EFBCC5606F8D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5A0D58B-7A29-EB02-8472-143BE589E85C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9C796B-6820-2A08-84E9-26BF13CFA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7034" y="1203319"/>
            <a:ext cx="8957722" cy="4699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6986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Hydrologic conditions set the operating context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the condition, then connect it directly to implementation.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719072"/>
            <a:ext cx="76352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41832" y="1883664"/>
            <a:ext cx="7123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 THROUGH THE IMPLEMENTATION YEAR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130552"/>
            <a:ext cx="7123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styling: observed flow, threshold band, and implementation annotation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188720" y="256032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88720" y="333756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88720" y="411480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88720" y="489204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188720" y="4332427"/>
            <a:ext cx="6858000" cy="559613"/>
          </a:xfrm>
          <a:prstGeom prst="rect">
            <a:avLst/>
          </a:prstGeom>
          <a:solidFill>
            <a:srgbClr val="F2E1DC">
              <a:alpha val="82000"/>
            </a:srgbClr>
          </a:solidFill>
          <a:ln w="12700">
            <a:solidFill>
              <a:srgbClr val="F2E1D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1261872" y="439460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C65D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RANGE</a:t>
            </a:r>
            <a:endParaRPr lang="en-US" sz="72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8720" y="2560320"/>
            <a:ext cx="6858000" cy="310896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1188720" y="2560320"/>
            <a:ext cx="0" cy="310896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118872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7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3957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condition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8869680" y="284378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with the springflow percentile, trend, or operational category most relevant to the meeting.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869680" y="4041648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8869680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LINK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869680" y="46268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the specific program implication in one or two sentences.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8869680" y="5559552"/>
            <a:ext cx="941832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 txBox="1"/>
          <p:nvPr/>
        </p:nvSpPr>
        <p:spPr>
          <a:xfrm>
            <a:off x="8961120" y="5568696"/>
            <a:ext cx="758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9902952" y="5559552"/>
            <a:ext cx="1078992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 txBox="1"/>
          <p:nvPr/>
        </p:nvSpPr>
        <p:spPr>
          <a:xfrm>
            <a:off x="9994392" y="5568696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components are best reviewed by purpose and status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format works for ASR, VISPO, irrigation suspension, regional conservation, or other measures.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078224" y="17830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IN SPRINGFLOW PROTECTION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857232" y="17830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STATUS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3232" y="2688336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713232" y="2139696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043934" y="2139696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23476" y="2258568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E5ECE6"/>
          </a:solidFill>
          <a:ln w="12700">
            <a:solidFill>
              <a:srgbClr val="E5EC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9614916" y="2267712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TRACK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383280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713232" y="2834640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B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043934" y="2834640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523476" y="2953512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F2E1DC"/>
          </a:solidFill>
          <a:ln w="12700">
            <a:solidFill>
              <a:srgbClr val="F2E1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614916" y="2962656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13232" y="4078224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713232" y="3529584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C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043934" y="3529584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523476" y="3648456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9614916" y="3657600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3232" y="4773168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713232" y="4224528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043934" y="4224528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23476" y="4343400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9614916" y="4352544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13232" y="5138928"/>
            <a:ext cx="10744200" cy="768096"/>
          </a:xfrm>
          <a:prstGeom prst="roundRect">
            <a:avLst>
              <a:gd name="adj" fmla="val 5952"/>
            </a:avLst>
          </a:prstGeom>
          <a:solidFill>
            <a:srgbClr val="EEEAE2"/>
          </a:solidFill>
          <a:ln w="12700">
            <a:solidFill>
              <a:srgbClr val="EEEA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50976" y="53675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PROMPT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2523744" y="5257800"/>
            <a:ext cx="8549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is implementation functioning as designed, and where does the committee need additional evidence or context?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+ EVIDENCE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Place-based evidence keeps the program grounded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wells, service areas, springs, reaches, refugia, or implementation geography.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673352"/>
            <a:ext cx="7516368" cy="4462272"/>
          </a:xfrm>
          <a:prstGeom prst="roundRect">
            <a:avLst>
              <a:gd name="adj" fmla="val 1639"/>
            </a:avLst>
          </a:prstGeom>
          <a:solidFill>
            <a:srgbClr val="E8ECEA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264" y="1938528"/>
            <a:ext cx="6931152" cy="3813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 rot="480000">
            <a:off x="1965960" y="2779776"/>
            <a:ext cx="4434840" cy="1965960"/>
          </a:xfrm>
          <a:prstGeom prst="arc">
            <a:avLst/>
          </a:prstGeom>
          <a:solidFill>
            <a:srgbClr val="E8ECEA">
              <a:alpha val="0"/>
            </a:srgbClr>
          </a:solidFill>
          <a:ln w="635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880360" y="2971800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773168" y="3694176"/>
            <a:ext cx="182880" cy="182880"/>
          </a:xfrm>
          <a:prstGeom prst="ellipse">
            <a:avLst/>
          </a:prstGeom>
          <a:solidFill>
            <a:srgbClr val="C65D4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199632" y="3081528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987552" y="5632704"/>
            <a:ext cx="139903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1078992" y="5641848"/>
            <a:ext cx="1216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/ GIS FIGURE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2532888" y="5632704"/>
            <a:ext cx="5257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this placeholder with an exported map. Preserve generous margins and keep legends compact.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9640" y="18470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MAP SHOWS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221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9052560" y="22128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Location-specific finding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052560" y="258775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sentence interpreting the first feature or spatial pattern.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549640" y="3447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34381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connection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052560" y="381304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sentence connecting geography to program operations or risk.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549640" y="46725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65D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9052560" y="4663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requiring attention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052560" y="503834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coral only for an exception, threshold, or discussion item.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SPATIAL EVIDENCE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Show how evidence becomes implementation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outcomes.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DDECE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4183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Hydrologic signal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4183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Monitoring, forecasts, and operational conditions.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7238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54787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5ECE6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377647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77647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77647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determination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77647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thresholds, rules, and professional judgment.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0702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8251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EEAE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61111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661111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action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Activate, sustain, adjust, or conclude the measure.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4166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21715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F2E1DC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944575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65D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4575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944575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Outcome and learning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44575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Assess hydrologic and biological response.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13232" y="5422392"/>
            <a:ext cx="10744200" cy="512064"/>
          </a:xfrm>
          <a:prstGeom prst="roundRect">
            <a:avLst>
              <a:gd name="adj" fmla="val 7143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69264" y="552297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QUESTION  ·  Is each handoff clear, documented, and supported by the right evidence?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FINDINGS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Pair the condition with the response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aligned figures when the comparison—not either figure alone—is the message.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737360"/>
            <a:ext cx="5358384" cy="4187952"/>
          </a:xfrm>
          <a:prstGeom prst="roundRect">
            <a:avLst>
              <a:gd name="adj" fmla="val 1747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23544" y="1911096"/>
            <a:ext cx="4882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· HYDROLOGIC CONDITION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3544" y="2167128"/>
            <a:ext cx="4882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springflow, index well, pumping, recharge, or climate signal.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124712" y="2606040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24712" y="3351276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24712" y="4096512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24712" y="4841748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24712" y="5586984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124712" y="5586984"/>
            <a:ext cx="4645152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124712" y="2606040"/>
            <a:ext cx="0" cy="2980944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2532888" y="5696712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53912" y="1737360"/>
            <a:ext cx="5358384" cy="4187952"/>
          </a:xfrm>
          <a:prstGeom prst="roundRect">
            <a:avLst>
              <a:gd name="adj" fmla="val 1747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391656" y="1911096"/>
            <a:ext cx="4882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· PROGRAM RESPONSE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391656" y="2167128"/>
            <a:ext cx="4882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volume conserved, action timing, participation, or biological indicator.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592824" y="2606040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592824" y="3351276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592824" y="4096512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592824" y="4841748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592824" y="5586984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592824" y="5586984"/>
            <a:ext cx="4645152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592824" y="2606040"/>
            <a:ext cx="0" cy="2980944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8001000" y="5696712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6199632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285232" y="3520440"/>
            <a:ext cx="156362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5376672" y="3529584"/>
            <a:ext cx="13807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FINDINGS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USE THIS DECK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Template design system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this slide as a reference, then remove it from the final briefing.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38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PALETTE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85800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AQUIFER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#0B3C5D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984248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1984248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1984248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#2D7F83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282696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3282696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3282696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#6DB6C4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581144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5F7D68"/>
          </a:solidFill>
          <a:ln w="12700">
            <a:solidFill>
              <a:srgbClr val="5F7D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4581144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CYPRESS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#5F7D68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879592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D5CFC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5879592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LIMESTONE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5879592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#D5CFC2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178040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7178040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#C65D4A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641080" y="1938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22677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Aptos Display</a:t>
            </a:r>
            <a:endParaRPr lang="en-US" sz="25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2706624"/>
            <a:ext cx="2560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Scientific headings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641080" y="307238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Aptos supports compact technical prose, tables, captions, and annotation.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5800" y="3886200"/>
            <a:ext cx="51663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50976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RULE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4897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scientific message per slide.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50976" y="49194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headline to state the finding—not merely name the topic.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108192" y="3886200"/>
            <a:ext cx="5166360" cy="1572768"/>
          </a:xfrm>
          <a:prstGeom prst="roundRect">
            <a:avLst>
              <a:gd name="adj" fmla="val 3488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 txBox="1"/>
          <p:nvPr/>
        </p:nvSpPr>
        <p:spPr>
          <a:xfrm>
            <a:off x="6373368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FIGURE RULE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373368" y="44897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Direct attention with one accent.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6373368" y="49194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data stay aquifer blue or gray; coral marks thresholds, exceptions, or decisions.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 GUIDANCE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 protection is an operating system—not a single measure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declarative headline to frame the evidence on the slide.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8745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D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4780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88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monitoring, implementation actions, and biological outcomes should read as one connected story.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977640" y="1874520"/>
            <a:ext cx="749808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215384" y="2048256"/>
            <a:ext cx="70225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FIGURE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215384" y="2304288"/>
            <a:ext cx="7022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 in the primary plot, map, or monitoring result supporting the headline.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416552" y="2743200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416552" y="3344418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16552" y="3945636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416552" y="4546854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16552" y="5148072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416552" y="5148072"/>
            <a:ext cx="6784848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416552" y="2743200"/>
            <a:ext cx="0" cy="2404872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894576" y="5257800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37810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4251960" y="5742432"/>
            <a:ext cx="6949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/ DECISION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committee discuss?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D7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convert information into focused scientific dialogue.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187452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23F5B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60120" y="207568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94BB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27632" y="202082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the evidence sufficient?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870448" y="202082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gaps in monitoring, interpretation, or communication.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3232" y="310896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23F5B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960120" y="331012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94BB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627632" y="325526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implementation performing as intended?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870448" y="325526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operational execution from environmental outcome.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" y="434340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74C68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60120" y="454456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6DB6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448970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change before the next cycle?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448970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a specific analysis, action, or decision owner.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COMMITTEE DISCUSSION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Looking forward: protect the next implementation cycle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 the close around near-term commitments—not a generic summary.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87552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Before the next operational milestone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87552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current status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 immediate data gaps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decisions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8264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4672584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CYCLE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672584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Before the next committee meeting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672584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 targeted analyses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Refine presentation of triggers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 agreed actions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83296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8357616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TERM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learning agenda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357616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 integration across measures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performance over time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adaptive changes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941832" y="5797296"/>
            <a:ext cx="101681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 WITH OWNERSHIP  ·  Who will do what, by when, and what evidence will show completion?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LOOKING FORWARD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EA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794760"/>
            <a:ext cx="12188952" cy="27889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95160" y="-1051560"/>
            <a:ext cx="5760720" cy="57607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58952" y="65836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· SPRINGFLOW PROTECTION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225296"/>
            <a:ext cx="612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786384" y="28346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slides may follow using the same figure and status layouts.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786384" y="577900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PRESENTER  ·  TITLE  ·  CONTACT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86384" y="610819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Edwards Aquifer Habitat Conservation Plan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2033</TotalTime>
  <Words>1581</Words>
  <Application>Microsoft Office PowerPoint</Application>
  <PresentationFormat>Widescreen</PresentationFormat>
  <Paragraphs>316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Springflow Protection Programs — Scientific Presentation Template</dc:title>
  <dc:subject>EAHCP Springflow Protection Programs presentation template</dc:subject>
  <dc:creator>OpenAI</dc:creator>
  <cp:lastModifiedBy>Chad Furl</cp:lastModifiedBy>
  <cp:revision>1</cp:revision>
  <dcterms:created xsi:type="dcterms:W3CDTF">2026-07-21T14:31:18Z</dcterms:created>
  <dcterms:modified xsi:type="dcterms:W3CDTF">2026-07-24T21:45:32Z</dcterms:modified>
</cp:coreProperties>
</file>