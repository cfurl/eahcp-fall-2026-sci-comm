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71" r:id="rId4"/>
    <p:sldId id="269" r:id="rId5"/>
    <p:sldId id="270" r:id="rId6"/>
    <p:sldId id="258" r:id="rId7"/>
    <p:sldId id="272" r:id="rId8"/>
    <p:sldId id="259" r:id="rId9"/>
    <p:sldId id="260" r:id="rId10"/>
    <p:sldId id="261" r:id="rId11"/>
    <p:sldId id="262" r:id="rId12"/>
    <p:sldId id="263" r:id="rId13"/>
    <p:sldId id="264" r:id="rId14"/>
    <p:sldId id="257" r:id="rId15"/>
    <p:sldId id="265" r:id="rId16"/>
    <p:sldId id="266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552176-765B-49A6-B408-0864F1E32D5E}" v="2" dt="2026-07-22T21:36:45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Furl" userId="e1f063c0-f891-481e-b162-0b825299f031" providerId="ADAL" clId="{3E978C21-B3D0-4285-96BE-5AD851B5E1C0}"/>
    <pc:docChg chg="undo custSel addSld delSld modSld sldOrd">
      <pc:chgData name="Chad Furl" userId="e1f063c0-f891-481e-b162-0b825299f031" providerId="ADAL" clId="{3E978C21-B3D0-4285-96BE-5AD851B5E1C0}" dt="2026-07-22T22:08:22.246" v="3011" actId="20577"/>
      <pc:docMkLst>
        <pc:docMk/>
      </pc:docMkLst>
      <pc:sldChg chg="delSp modSp mod">
        <pc:chgData name="Chad Furl" userId="e1f063c0-f891-481e-b162-0b825299f031" providerId="ADAL" clId="{3E978C21-B3D0-4285-96BE-5AD851B5E1C0}" dt="2026-07-21T16:37:50.359" v="178" actId="20577"/>
        <pc:sldMkLst>
          <pc:docMk/>
          <pc:sldMk cId="0" sldId="256"/>
        </pc:sldMkLst>
        <pc:spChg chg="del">
          <ac:chgData name="Chad Furl" userId="e1f063c0-f891-481e-b162-0b825299f031" providerId="ADAL" clId="{3E978C21-B3D0-4285-96BE-5AD851B5E1C0}" dt="2026-07-21T16:29:51.369" v="15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7-21T16:37:50.359" v="178" actId="20577"/>
          <ac:spMkLst>
            <pc:docMk/>
            <pc:sldMk cId="0" sldId="256"/>
            <ac:spMk id="6" creationId="{00000000-0000-0000-0000-000000000000}"/>
          </ac:spMkLst>
        </pc:spChg>
        <pc:spChg chg="del">
          <ac:chgData name="Chad Furl" userId="e1f063c0-f891-481e-b162-0b825299f031" providerId="ADAL" clId="{3E978C21-B3D0-4285-96BE-5AD851B5E1C0}" dt="2026-07-21T16:30:09.975" v="16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7-21T16:34:44.421" v="92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7-21T16:34:44.421" v="92" actId="1076"/>
          <ac:spMkLst>
            <pc:docMk/>
            <pc:sldMk cId="0" sldId="256"/>
            <ac:spMk id="9" creationId="{00000000-0000-0000-0000-000000000000}"/>
          </ac:spMkLst>
        </pc:spChg>
        <pc:spChg chg="del">
          <ac:chgData name="Chad Furl" userId="e1f063c0-f891-481e-b162-0b825299f031" providerId="ADAL" clId="{3E978C21-B3D0-4285-96BE-5AD851B5E1C0}" dt="2026-07-21T16:34:14.107" v="86" actId="478"/>
          <ac:spMkLst>
            <pc:docMk/>
            <pc:sldMk cId="0" sldId="256"/>
            <ac:spMk id="10" creationId="{00000000-0000-0000-0000-000000000000}"/>
          </ac:spMkLst>
        </pc:spChg>
      </pc:sldChg>
      <pc:sldChg chg="ord">
        <pc:chgData name="Chad Furl" userId="e1f063c0-f891-481e-b162-0b825299f031" providerId="ADAL" clId="{3E978C21-B3D0-4285-96BE-5AD851B5E1C0}" dt="2026-07-22T21:36:49.679" v="2444"/>
        <pc:sldMkLst>
          <pc:docMk/>
          <pc:sldMk cId="0" sldId="257"/>
        </pc:sldMkLst>
      </pc:sldChg>
      <pc:sldChg chg="delSp modSp mod">
        <pc:chgData name="Chad Furl" userId="e1f063c0-f891-481e-b162-0b825299f031" providerId="ADAL" clId="{3E978C21-B3D0-4285-96BE-5AD851B5E1C0}" dt="2026-07-22T21:35:43.772" v="2441" actId="20577"/>
        <pc:sldMkLst>
          <pc:docMk/>
          <pc:sldMk cId="0" sldId="258"/>
        </pc:sldMkLst>
        <pc:spChg chg="mod">
          <ac:chgData name="Chad Furl" userId="e1f063c0-f891-481e-b162-0b825299f031" providerId="ADAL" clId="{3E978C21-B3D0-4285-96BE-5AD851B5E1C0}" dt="2026-07-22T21:34:31.497" v="2328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7-22T21:35:30.510" v="2417" actId="27636"/>
          <ac:spMkLst>
            <pc:docMk/>
            <pc:sldMk cId="0" sldId="258"/>
            <ac:spMk id="5" creationId="{00000000-0000-0000-0000-000000000000}"/>
          </ac:spMkLst>
        </pc:spChg>
        <pc:spChg chg="del">
          <ac:chgData name="Chad Furl" userId="e1f063c0-f891-481e-b162-0b825299f031" providerId="ADAL" clId="{3E978C21-B3D0-4285-96BE-5AD851B5E1C0}" dt="2026-07-22T21:34:46.929" v="2357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Chad Furl" userId="e1f063c0-f891-481e-b162-0b825299f031" providerId="ADAL" clId="{3E978C21-B3D0-4285-96BE-5AD851B5E1C0}" dt="2026-07-22T21:34:48.970" v="2358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7-22T21:35:43.772" v="2441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Chad Furl" userId="e1f063c0-f891-481e-b162-0b825299f031" providerId="ADAL" clId="{3E978C21-B3D0-4285-96BE-5AD851B5E1C0}" dt="2026-07-21T16:35:48.941" v="94" actId="27636"/>
        <pc:sldMkLst>
          <pc:docMk/>
          <pc:sldMk cId="0" sldId="259"/>
        </pc:sldMkLst>
        <pc:spChg chg="mod">
          <ac:chgData name="Chad Furl" userId="e1f063c0-f891-481e-b162-0b825299f031" providerId="ADAL" clId="{3E978C21-B3D0-4285-96BE-5AD851B5E1C0}" dt="2026-07-21T16:35:48.941" v="94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Chad Furl" userId="e1f063c0-f891-481e-b162-0b825299f031" providerId="ADAL" clId="{3E978C21-B3D0-4285-96BE-5AD851B5E1C0}" dt="2026-07-21T16:35:48.945" v="95" actId="27636"/>
        <pc:sldMkLst>
          <pc:docMk/>
          <pc:sldMk cId="0" sldId="260"/>
        </pc:sldMkLst>
        <pc:spChg chg="mod">
          <ac:chgData name="Chad Furl" userId="e1f063c0-f891-481e-b162-0b825299f031" providerId="ADAL" clId="{3E978C21-B3D0-4285-96BE-5AD851B5E1C0}" dt="2026-07-21T16:35:48.945" v="95" actId="27636"/>
          <ac:spMkLst>
            <pc:docMk/>
            <pc:sldMk cId="0" sldId="260"/>
            <ac:spMk id="22" creationId="{00000000-0000-0000-0000-000000000000}"/>
          </ac:spMkLst>
        </pc:spChg>
      </pc:sldChg>
      <pc:sldChg chg="modSp mod">
        <pc:chgData name="Chad Furl" userId="e1f063c0-f891-481e-b162-0b825299f031" providerId="ADAL" clId="{3E978C21-B3D0-4285-96BE-5AD851B5E1C0}" dt="2026-07-21T16:35:48.949" v="97" actId="27636"/>
        <pc:sldMkLst>
          <pc:docMk/>
          <pc:sldMk cId="0" sldId="262"/>
        </pc:sldMkLst>
        <pc:spChg chg="mod">
          <ac:chgData name="Chad Furl" userId="e1f063c0-f891-481e-b162-0b825299f031" providerId="ADAL" clId="{3E978C21-B3D0-4285-96BE-5AD851B5E1C0}" dt="2026-07-21T16:35:48.949" v="97" actId="2763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7-21T16:35:48.947" v="96" actId="27636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Chad Furl" userId="e1f063c0-f891-481e-b162-0b825299f031" providerId="ADAL" clId="{3E978C21-B3D0-4285-96BE-5AD851B5E1C0}" dt="2026-07-21T16:35:48.955" v="99" actId="27636"/>
        <pc:sldMkLst>
          <pc:docMk/>
          <pc:sldMk cId="0" sldId="265"/>
        </pc:sldMkLst>
        <pc:spChg chg="mod">
          <ac:chgData name="Chad Furl" userId="e1f063c0-f891-481e-b162-0b825299f031" providerId="ADAL" clId="{3E978C21-B3D0-4285-96BE-5AD851B5E1C0}" dt="2026-07-21T16:35:48.953" v="98" actId="2763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7-21T16:35:48.955" v="99" actId="27636"/>
          <ac:spMkLst>
            <pc:docMk/>
            <pc:sldMk cId="0" sldId="265"/>
            <ac:spMk id="15" creationId="{00000000-0000-0000-0000-000000000000}"/>
          </ac:spMkLst>
        </pc:spChg>
      </pc:sldChg>
      <pc:sldChg chg="modSp mod">
        <pc:chgData name="Chad Furl" userId="e1f063c0-f891-481e-b162-0b825299f031" providerId="ADAL" clId="{3E978C21-B3D0-4285-96BE-5AD851B5E1C0}" dt="2026-07-21T16:35:48.959" v="100" actId="27636"/>
        <pc:sldMkLst>
          <pc:docMk/>
          <pc:sldMk cId="0" sldId="267"/>
        </pc:sldMkLst>
        <pc:spChg chg="mod">
          <ac:chgData name="Chad Furl" userId="e1f063c0-f891-481e-b162-0b825299f031" providerId="ADAL" clId="{3E978C21-B3D0-4285-96BE-5AD851B5E1C0}" dt="2026-07-21T16:35:48.959" v="100" actId="27636"/>
          <ac:spMkLst>
            <pc:docMk/>
            <pc:sldMk cId="0" sldId="267"/>
            <ac:spMk id="5" creationId="{00000000-0000-0000-0000-000000000000}"/>
          </ac:spMkLst>
        </pc:spChg>
      </pc:sldChg>
      <pc:sldChg chg="addSp delSp modSp add mod setBg">
        <pc:chgData name="Chad Furl" userId="e1f063c0-f891-481e-b162-0b825299f031" providerId="ADAL" clId="{3E978C21-B3D0-4285-96BE-5AD851B5E1C0}" dt="2026-07-21T20:43:42.328" v="1892" actId="478"/>
        <pc:sldMkLst>
          <pc:docMk/>
          <pc:sldMk cId="3303877617" sldId="268"/>
        </pc:sldMkLst>
        <pc:spChg chg="del">
          <ac:chgData name="Chad Furl" userId="e1f063c0-f891-481e-b162-0b825299f031" providerId="ADAL" clId="{3E978C21-B3D0-4285-96BE-5AD851B5E1C0}" dt="2026-07-21T16:36:59.232" v="110" actId="478"/>
          <ac:spMkLst>
            <pc:docMk/>
            <pc:sldMk cId="3303877617" sldId="268"/>
            <ac:spMk id="2" creationId="{2FBD1A63-80B8-7A9D-8FAC-AEA7EA41CD2C}"/>
          </ac:spMkLst>
        </pc:spChg>
        <pc:spChg chg="mod">
          <ac:chgData name="Chad Furl" userId="e1f063c0-f891-481e-b162-0b825299f031" providerId="ADAL" clId="{3E978C21-B3D0-4285-96BE-5AD851B5E1C0}" dt="2026-07-21T18:45:47.987" v="206" actId="20577"/>
          <ac:spMkLst>
            <pc:docMk/>
            <pc:sldMk cId="3303877617" sldId="268"/>
            <ac:spMk id="3" creationId="{7C8FA14E-E158-7628-9AD7-BF264B4F7621}"/>
          </ac:spMkLst>
        </pc:spChg>
        <pc:spChg chg="mod">
          <ac:chgData name="Chad Furl" userId="e1f063c0-f891-481e-b162-0b825299f031" providerId="ADAL" clId="{3E978C21-B3D0-4285-96BE-5AD851B5E1C0}" dt="2026-07-21T19:04:38.927" v="710" actId="20577"/>
          <ac:spMkLst>
            <pc:docMk/>
            <pc:sldMk cId="3303877617" sldId="268"/>
            <ac:spMk id="4" creationId="{1ACC7BD2-5288-B193-4D4A-FAC91F9FDFDD}"/>
          </ac:spMkLst>
        </pc:spChg>
        <pc:spChg chg="mod">
          <ac:chgData name="Chad Furl" userId="e1f063c0-f891-481e-b162-0b825299f031" providerId="ADAL" clId="{3E978C21-B3D0-4285-96BE-5AD851B5E1C0}" dt="2026-07-21T16:36:46.356" v="109" actId="1076"/>
          <ac:spMkLst>
            <pc:docMk/>
            <pc:sldMk cId="3303877617" sldId="268"/>
            <ac:spMk id="5" creationId="{4A6291EC-612A-ABC1-1DBF-AFD660B75A12}"/>
          </ac:spMkLst>
        </pc:spChg>
        <pc:spChg chg="mod">
          <ac:chgData name="Chad Furl" userId="e1f063c0-f891-481e-b162-0b825299f031" providerId="ADAL" clId="{3E978C21-B3D0-4285-96BE-5AD851B5E1C0}" dt="2026-07-21T18:48:11.785" v="358" actId="20577"/>
          <ac:spMkLst>
            <pc:docMk/>
            <pc:sldMk cId="3303877617" sldId="268"/>
            <ac:spMk id="6" creationId="{7055C3BC-47A0-7237-9AB0-2B6D9C1CF524}"/>
          </ac:spMkLst>
        </pc:spChg>
        <pc:spChg chg="mod">
          <ac:chgData name="Chad Furl" userId="e1f063c0-f891-481e-b162-0b825299f031" providerId="ADAL" clId="{3E978C21-B3D0-4285-96BE-5AD851B5E1C0}" dt="2026-07-21T19:15:58.494" v="849" actId="20577"/>
          <ac:spMkLst>
            <pc:docMk/>
            <pc:sldMk cId="3303877617" sldId="268"/>
            <ac:spMk id="7" creationId="{95A28A72-A177-8F1F-589F-85D1C92B33EA}"/>
          </ac:spMkLst>
        </pc:spChg>
        <pc:spChg chg="mod">
          <ac:chgData name="Chad Furl" userId="e1f063c0-f891-481e-b162-0b825299f031" providerId="ADAL" clId="{3E978C21-B3D0-4285-96BE-5AD851B5E1C0}" dt="2026-07-21T19:15:51.286" v="848" actId="27636"/>
          <ac:spMkLst>
            <pc:docMk/>
            <pc:sldMk cId="3303877617" sldId="268"/>
            <ac:spMk id="8" creationId="{1F49E8AE-11E8-A50D-7397-A93E4F95376A}"/>
          </ac:spMkLst>
        </pc:spChg>
        <pc:spChg chg="mod">
          <ac:chgData name="Chad Furl" userId="e1f063c0-f891-481e-b162-0b825299f031" providerId="ADAL" clId="{3E978C21-B3D0-4285-96BE-5AD851B5E1C0}" dt="2026-07-21T16:36:46.356" v="109" actId="1076"/>
          <ac:spMkLst>
            <pc:docMk/>
            <pc:sldMk cId="3303877617" sldId="268"/>
            <ac:spMk id="9" creationId="{1955B4BD-F36A-AA56-AE21-9878CD0534D1}"/>
          </ac:spMkLst>
        </pc:spChg>
        <pc:spChg chg="mod">
          <ac:chgData name="Chad Furl" userId="e1f063c0-f891-481e-b162-0b825299f031" providerId="ADAL" clId="{3E978C21-B3D0-4285-96BE-5AD851B5E1C0}" dt="2026-07-21T18:49:00.723" v="427" actId="20577"/>
          <ac:spMkLst>
            <pc:docMk/>
            <pc:sldMk cId="3303877617" sldId="268"/>
            <ac:spMk id="10" creationId="{FB844996-8214-4F03-8F86-A4F01B5A4C8A}"/>
          </ac:spMkLst>
        </pc:spChg>
        <pc:spChg chg="mod">
          <ac:chgData name="Chad Furl" userId="e1f063c0-f891-481e-b162-0b825299f031" providerId="ADAL" clId="{3E978C21-B3D0-4285-96BE-5AD851B5E1C0}" dt="2026-07-21T18:49:32.128" v="465" actId="122"/>
          <ac:spMkLst>
            <pc:docMk/>
            <pc:sldMk cId="3303877617" sldId="268"/>
            <ac:spMk id="11" creationId="{677C6B04-D659-EEBC-4FB4-C63785EAB317}"/>
          </ac:spMkLst>
        </pc:spChg>
        <pc:spChg chg="mod">
          <ac:chgData name="Chad Furl" userId="e1f063c0-f891-481e-b162-0b825299f031" providerId="ADAL" clId="{3E978C21-B3D0-4285-96BE-5AD851B5E1C0}" dt="2026-07-21T19:16:11.060" v="857" actId="27636"/>
          <ac:spMkLst>
            <pc:docMk/>
            <pc:sldMk cId="3303877617" sldId="268"/>
            <ac:spMk id="12" creationId="{9D3B548A-6EEB-C68C-1E92-20059FC56F1F}"/>
          </ac:spMkLst>
        </pc:spChg>
        <pc:spChg chg="del">
          <ac:chgData name="Chad Furl" userId="e1f063c0-f891-481e-b162-0b825299f031" providerId="ADAL" clId="{3E978C21-B3D0-4285-96BE-5AD851B5E1C0}" dt="2026-07-21T16:35:55.160" v="101" actId="478"/>
          <ac:spMkLst>
            <pc:docMk/>
            <pc:sldMk cId="3303877617" sldId="268"/>
            <ac:spMk id="13" creationId="{243895D4-C118-11A9-1632-20C52DEF9595}"/>
          </ac:spMkLst>
        </pc:spChg>
        <pc:spChg chg="del">
          <ac:chgData name="Chad Furl" userId="e1f063c0-f891-481e-b162-0b825299f031" providerId="ADAL" clId="{3E978C21-B3D0-4285-96BE-5AD851B5E1C0}" dt="2026-07-21T16:35:57.402" v="102" actId="478"/>
          <ac:spMkLst>
            <pc:docMk/>
            <pc:sldMk cId="3303877617" sldId="268"/>
            <ac:spMk id="14" creationId="{929FCC79-1466-2522-5BED-AA5CE3A16835}"/>
          </ac:spMkLst>
        </pc:spChg>
        <pc:spChg chg="del">
          <ac:chgData name="Chad Furl" userId="e1f063c0-f891-481e-b162-0b825299f031" providerId="ADAL" clId="{3E978C21-B3D0-4285-96BE-5AD851B5E1C0}" dt="2026-07-21T16:35:59.182" v="103" actId="478"/>
          <ac:spMkLst>
            <pc:docMk/>
            <pc:sldMk cId="3303877617" sldId="268"/>
            <ac:spMk id="15" creationId="{9F215505-FE62-AC84-032A-835763015C39}"/>
          </ac:spMkLst>
        </pc:spChg>
        <pc:spChg chg="del">
          <ac:chgData name="Chad Furl" userId="e1f063c0-f891-481e-b162-0b825299f031" providerId="ADAL" clId="{3E978C21-B3D0-4285-96BE-5AD851B5E1C0}" dt="2026-07-21T16:36:01.545" v="104" actId="478"/>
          <ac:spMkLst>
            <pc:docMk/>
            <pc:sldMk cId="3303877617" sldId="268"/>
            <ac:spMk id="16" creationId="{2148ABA0-68BF-C57A-1724-73C3F33D6488}"/>
          </ac:spMkLst>
        </pc:spChg>
        <pc:spChg chg="del">
          <ac:chgData name="Chad Furl" userId="e1f063c0-f891-481e-b162-0b825299f031" providerId="ADAL" clId="{3E978C21-B3D0-4285-96BE-5AD851B5E1C0}" dt="2026-07-21T20:43:42.328" v="1892" actId="478"/>
          <ac:spMkLst>
            <pc:docMk/>
            <pc:sldMk cId="3303877617" sldId="268"/>
            <ac:spMk id="18" creationId="{929C3618-40FA-2D81-1D26-9FCB1C37D2ED}"/>
          </ac:spMkLst>
        </pc:spChg>
        <pc:spChg chg="mod">
          <ac:chgData name="Chad Furl" userId="e1f063c0-f891-481e-b162-0b825299f031" providerId="ADAL" clId="{3E978C21-B3D0-4285-96BE-5AD851B5E1C0}" dt="2026-07-21T19:16:45.815" v="891" actId="20577"/>
          <ac:spMkLst>
            <pc:docMk/>
            <pc:sldMk cId="3303877617" sldId="268"/>
            <ac:spMk id="20" creationId="{EB26B23A-060A-030C-FC78-C510E723E23C}"/>
          </ac:spMkLst>
        </pc:spChg>
        <pc:spChg chg="mod">
          <ac:chgData name="Chad Furl" userId="e1f063c0-f891-481e-b162-0b825299f031" providerId="ADAL" clId="{3E978C21-B3D0-4285-96BE-5AD851B5E1C0}" dt="2026-07-21T19:16:50.037" v="892" actId="20577"/>
          <ac:spMkLst>
            <pc:docMk/>
            <pc:sldMk cId="3303877617" sldId="268"/>
            <ac:spMk id="21" creationId="{F794CF73-CA11-A07D-64C6-ABA8043E2E14}"/>
          </ac:spMkLst>
        </pc:spChg>
        <pc:spChg chg="add del">
          <ac:chgData name="Chad Furl" userId="e1f063c0-f891-481e-b162-0b825299f031" providerId="ADAL" clId="{3E978C21-B3D0-4285-96BE-5AD851B5E1C0}" dt="2026-07-21T19:18:42.777" v="894" actId="22"/>
          <ac:spMkLst>
            <pc:docMk/>
            <pc:sldMk cId="3303877617" sldId="268"/>
            <ac:spMk id="23" creationId="{9F0B2A0B-73EC-22F3-C5C7-AD57A2767CE3}"/>
          </ac:spMkLst>
        </pc:spChg>
      </pc:sldChg>
      <pc:sldChg chg="add del setBg">
        <pc:chgData name="Chad Furl" userId="e1f063c0-f891-481e-b162-0b825299f031" providerId="ADAL" clId="{3E978C21-B3D0-4285-96BE-5AD851B5E1C0}" dt="2026-07-21T19:18:54.961" v="896"/>
        <pc:sldMkLst>
          <pc:docMk/>
          <pc:sldMk cId="1219185980" sldId="269"/>
        </pc:sldMkLst>
      </pc:sldChg>
      <pc:sldChg chg="addSp delSp modSp add mod">
        <pc:chgData name="Chad Furl" userId="e1f063c0-f891-481e-b162-0b825299f031" providerId="ADAL" clId="{3E978C21-B3D0-4285-96BE-5AD851B5E1C0}" dt="2026-07-22T21:25:10.636" v="2229" actId="20577"/>
        <pc:sldMkLst>
          <pc:docMk/>
          <pc:sldMk cId="2270720204" sldId="269"/>
        </pc:sldMkLst>
        <pc:spChg chg="del">
          <ac:chgData name="Chad Furl" userId="e1f063c0-f891-481e-b162-0b825299f031" providerId="ADAL" clId="{3E978C21-B3D0-4285-96BE-5AD851B5E1C0}" dt="2026-07-21T19:20:51.209" v="898" actId="478"/>
          <ac:spMkLst>
            <pc:docMk/>
            <pc:sldMk cId="2270720204" sldId="269"/>
            <ac:spMk id="2" creationId="{81CA7622-2769-D179-2B8F-07E22C878C64}"/>
          </ac:spMkLst>
        </pc:spChg>
        <pc:spChg chg="mod">
          <ac:chgData name="Chad Furl" userId="e1f063c0-f891-481e-b162-0b825299f031" providerId="ADAL" clId="{3E978C21-B3D0-4285-96BE-5AD851B5E1C0}" dt="2026-07-22T21:25:10.636" v="2229" actId="20577"/>
          <ac:spMkLst>
            <pc:docMk/>
            <pc:sldMk cId="2270720204" sldId="269"/>
            <ac:spMk id="3" creationId="{9F819CD2-9BB6-D646-66DD-B6EA04C2D723}"/>
          </ac:spMkLst>
        </pc:spChg>
        <pc:spChg chg="add del">
          <ac:chgData name="Chad Furl" userId="e1f063c0-f891-481e-b162-0b825299f031" providerId="ADAL" clId="{3E978C21-B3D0-4285-96BE-5AD851B5E1C0}" dt="2026-07-21T19:24:48.346" v="1010" actId="478"/>
          <ac:spMkLst>
            <pc:docMk/>
            <pc:sldMk cId="2270720204" sldId="269"/>
            <ac:spMk id="4" creationId="{AE924A52-FFB5-D634-5FD2-DC1F97E1BBBB}"/>
          </ac:spMkLst>
        </pc:spChg>
        <pc:spChg chg="del">
          <ac:chgData name="Chad Furl" userId="e1f063c0-f891-481e-b162-0b825299f031" providerId="ADAL" clId="{3E978C21-B3D0-4285-96BE-5AD851B5E1C0}" dt="2026-07-21T19:26:13.878" v="1011" actId="478"/>
          <ac:spMkLst>
            <pc:docMk/>
            <pc:sldMk cId="2270720204" sldId="269"/>
            <ac:spMk id="5" creationId="{48314443-2575-2286-F26B-BDB61CA748A9}"/>
          </ac:spMkLst>
        </pc:spChg>
        <pc:spChg chg="mod">
          <ac:chgData name="Chad Furl" userId="e1f063c0-f891-481e-b162-0b825299f031" providerId="ADAL" clId="{3E978C21-B3D0-4285-96BE-5AD851B5E1C0}" dt="2026-07-21T19:28:48.726" v="1056" actId="20577"/>
          <ac:spMkLst>
            <pc:docMk/>
            <pc:sldMk cId="2270720204" sldId="269"/>
            <ac:spMk id="6" creationId="{0A0D5D4B-E2F9-1ECD-E3AF-AC252C1D630D}"/>
          </ac:spMkLst>
        </pc:spChg>
        <pc:spChg chg="mod">
          <ac:chgData name="Chad Furl" userId="e1f063c0-f891-481e-b162-0b825299f031" providerId="ADAL" clId="{3E978C21-B3D0-4285-96BE-5AD851B5E1C0}" dt="2026-07-21T19:47:33.616" v="1729" actId="14100"/>
          <ac:spMkLst>
            <pc:docMk/>
            <pc:sldMk cId="2270720204" sldId="269"/>
            <ac:spMk id="7" creationId="{489C6635-2A14-8963-AFFF-328B1D5BBFA4}"/>
          </ac:spMkLst>
        </pc:spChg>
        <pc:spChg chg="add del">
          <ac:chgData name="Chad Furl" userId="e1f063c0-f891-481e-b162-0b825299f031" providerId="ADAL" clId="{3E978C21-B3D0-4285-96BE-5AD851B5E1C0}" dt="2026-07-21T20:35:04.805" v="1734" actId="478"/>
          <ac:spMkLst>
            <pc:docMk/>
            <pc:sldMk cId="2270720204" sldId="269"/>
            <ac:spMk id="8" creationId="{DA1AFFFC-E220-82E9-9E56-E7F1B3A01099}"/>
          </ac:spMkLst>
        </pc:spChg>
        <pc:spChg chg="del">
          <ac:chgData name="Chad Furl" userId="e1f063c0-f891-481e-b162-0b825299f031" providerId="ADAL" clId="{3E978C21-B3D0-4285-96BE-5AD851B5E1C0}" dt="2026-07-21T20:35:04.805" v="1734" actId="478"/>
          <ac:spMkLst>
            <pc:docMk/>
            <pc:sldMk cId="2270720204" sldId="269"/>
            <ac:spMk id="9" creationId="{916054F6-1A73-F9F3-9B2F-CB258A1EE86E}"/>
          </ac:spMkLst>
        </pc:spChg>
        <pc:spChg chg="del">
          <ac:chgData name="Chad Furl" userId="e1f063c0-f891-481e-b162-0b825299f031" providerId="ADAL" clId="{3E978C21-B3D0-4285-96BE-5AD851B5E1C0}" dt="2026-07-21T20:35:04.805" v="1734" actId="478"/>
          <ac:spMkLst>
            <pc:docMk/>
            <pc:sldMk cId="2270720204" sldId="269"/>
            <ac:spMk id="10" creationId="{9DE62AFA-6640-1C67-63A5-63435481BB1C}"/>
          </ac:spMkLst>
        </pc:spChg>
        <pc:spChg chg="del">
          <ac:chgData name="Chad Furl" userId="e1f063c0-f891-481e-b162-0b825299f031" providerId="ADAL" clId="{3E978C21-B3D0-4285-96BE-5AD851B5E1C0}" dt="2026-07-21T20:35:23.377" v="1741" actId="478"/>
          <ac:spMkLst>
            <pc:docMk/>
            <pc:sldMk cId="2270720204" sldId="269"/>
            <ac:spMk id="11" creationId="{7110CA1D-89BD-6C2F-7B48-945C99A22D56}"/>
          </ac:spMkLst>
        </pc:spChg>
        <pc:spChg chg="del">
          <ac:chgData name="Chad Furl" userId="e1f063c0-f891-481e-b162-0b825299f031" providerId="ADAL" clId="{3E978C21-B3D0-4285-96BE-5AD851B5E1C0}" dt="2026-07-21T20:35:21.129" v="1740" actId="478"/>
          <ac:spMkLst>
            <pc:docMk/>
            <pc:sldMk cId="2270720204" sldId="269"/>
            <ac:spMk id="12" creationId="{A9D4145E-9534-F371-9E21-CDA9C4EA23DF}"/>
          </ac:spMkLst>
        </pc:spChg>
        <pc:spChg chg="del">
          <ac:chgData name="Chad Furl" userId="e1f063c0-f891-481e-b162-0b825299f031" providerId="ADAL" clId="{3E978C21-B3D0-4285-96BE-5AD851B5E1C0}" dt="2026-07-21T20:35:18.680" v="1739" actId="478"/>
          <ac:spMkLst>
            <pc:docMk/>
            <pc:sldMk cId="2270720204" sldId="269"/>
            <ac:spMk id="13" creationId="{58115B3B-E3F3-713C-83B0-86E25E26266E}"/>
          </ac:spMkLst>
        </pc:spChg>
        <pc:spChg chg="del">
          <ac:chgData name="Chad Furl" userId="e1f063c0-f891-481e-b162-0b825299f031" providerId="ADAL" clId="{3E978C21-B3D0-4285-96BE-5AD851B5E1C0}" dt="2026-07-21T20:35:16.120" v="1738" actId="478"/>
          <ac:spMkLst>
            <pc:docMk/>
            <pc:sldMk cId="2270720204" sldId="269"/>
            <ac:spMk id="14" creationId="{B4DD3920-1928-DC9E-D3F9-497159906B64}"/>
          </ac:spMkLst>
        </pc:spChg>
        <pc:spChg chg="del">
          <ac:chgData name="Chad Furl" userId="e1f063c0-f891-481e-b162-0b825299f031" providerId="ADAL" clId="{3E978C21-B3D0-4285-96BE-5AD851B5E1C0}" dt="2026-07-21T20:35:13.303" v="1737" actId="478"/>
          <ac:spMkLst>
            <pc:docMk/>
            <pc:sldMk cId="2270720204" sldId="269"/>
            <ac:spMk id="15" creationId="{AE35A521-39EA-EE7F-1885-310955C0B62B}"/>
          </ac:spMkLst>
        </pc:spChg>
        <pc:spChg chg="del">
          <ac:chgData name="Chad Furl" userId="e1f063c0-f891-481e-b162-0b825299f031" providerId="ADAL" clId="{3E978C21-B3D0-4285-96BE-5AD851B5E1C0}" dt="2026-07-21T20:35:08.127" v="1735" actId="478"/>
          <ac:spMkLst>
            <pc:docMk/>
            <pc:sldMk cId="2270720204" sldId="269"/>
            <ac:spMk id="16" creationId="{562BED69-674D-AE5E-2B90-98ACFCAF7440}"/>
          </ac:spMkLst>
        </pc:spChg>
        <pc:spChg chg="del">
          <ac:chgData name="Chad Furl" userId="e1f063c0-f891-481e-b162-0b825299f031" providerId="ADAL" clId="{3E978C21-B3D0-4285-96BE-5AD851B5E1C0}" dt="2026-07-21T20:35:04.805" v="1734" actId="478"/>
          <ac:spMkLst>
            <pc:docMk/>
            <pc:sldMk cId="2270720204" sldId="269"/>
            <ac:spMk id="17" creationId="{73C63BF2-951E-C29A-A7E7-CB875FCB9185}"/>
          </ac:spMkLst>
        </pc:spChg>
        <pc:spChg chg="del">
          <ac:chgData name="Chad Furl" userId="e1f063c0-f891-481e-b162-0b825299f031" providerId="ADAL" clId="{3E978C21-B3D0-4285-96BE-5AD851B5E1C0}" dt="2026-07-21T20:35:10.647" v="1736" actId="478"/>
          <ac:spMkLst>
            <pc:docMk/>
            <pc:sldMk cId="2270720204" sldId="269"/>
            <ac:spMk id="18" creationId="{3B60DD4A-2376-6DDB-2B03-EAE97D5367D0}"/>
          </ac:spMkLst>
        </pc:spChg>
        <pc:spChg chg="del">
          <ac:chgData name="Chad Furl" userId="e1f063c0-f891-481e-b162-0b825299f031" providerId="ADAL" clId="{3E978C21-B3D0-4285-96BE-5AD851B5E1C0}" dt="2026-07-21T20:35:25.891" v="1742" actId="478"/>
          <ac:spMkLst>
            <pc:docMk/>
            <pc:sldMk cId="2270720204" sldId="269"/>
            <ac:spMk id="19" creationId="{656674F3-17BC-9B71-8112-8F01C822BC6E}"/>
          </ac:spMkLst>
        </pc:spChg>
        <pc:spChg chg="mod">
          <ac:chgData name="Chad Furl" userId="e1f063c0-f891-481e-b162-0b825299f031" providerId="ADAL" clId="{3E978C21-B3D0-4285-96BE-5AD851B5E1C0}" dt="2026-07-21T20:42:53.103" v="1891" actId="1076"/>
          <ac:spMkLst>
            <pc:docMk/>
            <pc:sldMk cId="2270720204" sldId="269"/>
            <ac:spMk id="21" creationId="{472DB391-70C9-17EF-DA3E-08A422B24C65}"/>
          </ac:spMkLst>
        </pc:spChg>
        <pc:spChg chg="mod">
          <ac:chgData name="Chad Furl" userId="e1f063c0-f891-481e-b162-0b825299f031" providerId="ADAL" clId="{3E978C21-B3D0-4285-96BE-5AD851B5E1C0}" dt="2026-07-21T19:45:32.998" v="1707" actId="20577"/>
          <ac:spMkLst>
            <pc:docMk/>
            <pc:sldMk cId="2270720204" sldId="269"/>
            <ac:spMk id="23" creationId="{4E283A4B-A290-4C17-60BD-A3769F1CB2F6}"/>
          </ac:spMkLst>
        </pc:spChg>
        <pc:spChg chg="mod">
          <ac:chgData name="Chad Furl" userId="e1f063c0-f891-481e-b162-0b825299f031" providerId="ADAL" clId="{3E978C21-B3D0-4285-96BE-5AD851B5E1C0}" dt="2026-07-21T19:45:39.272" v="1710" actId="20577"/>
          <ac:spMkLst>
            <pc:docMk/>
            <pc:sldMk cId="2270720204" sldId="269"/>
            <ac:spMk id="24" creationId="{ECAB1851-C04C-C544-8F4C-A9041F4D78C5}"/>
          </ac:spMkLst>
        </pc:spChg>
        <pc:spChg chg="add del mod">
          <ac:chgData name="Chad Furl" userId="e1f063c0-f891-481e-b162-0b825299f031" providerId="ADAL" clId="{3E978C21-B3D0-4285-96BE-5AD851B5E1C0}" dt="2026-07-21T19:40:22.828" v="1469" actId="478"/>
          <ac:spMkLst>
            <pc:docMk/>
            <pc:sldMk cId="2270720204" sldId="269"/>
            <ac:spMk id="26" creationId="{34A728E9-9F6B-6806-2C5F-788B4E28E9FF}"/>
          </ac:spMkLst>
        </pc:spChg>
        <pc:spChg chg="add mod">
          <ac:chgData name="Chad Furl" userId="e1f063c0-f891-481e-b162-0b825299f031" providerId="ADAL" clId="{3E978C21-B3D0-4285-96BE-5AD851B5E1C0}" dt="2026-07-21T19:46:42.577" v="1719" actId="1076"/>
          <ac:spMkLst>
            <pc:docMk/>
            <pc:sldMk cId="2270720204" sldId="269"/>
            <ac:spMk id="28" creationId="{F2D73782-F603-198B-3F98-C72AEDB9509E}"/>
          </ac:spMkLst>
        </pc:spChg>
        <pc:spChg chg="add mod">
          <ac:chgData name="Chad Furl" userId="e1f063c0-f891-481e-b162-0b825299f031" providerId="ADAL" clId="{3E978C21-B3D0-4285-96BE-5AD851B5E1C0}" dt="2026-07-21T19:47:46.360" v="1731" actId="1076"/>
          <ac:spMkLst>
            <pc:docMk/>
            <pc:sldMk cId="2270720204" sldId="269"/>
            <ac:spMk id="30" creationId="{489F027D-7C01-A9B8-824A-A881F2404D5C}"/>
          </ac:spMkLst>
        </pc:spChg>
        <pc:spChg chg="add mod">
          <ac:chgData name="Chad Furl" userId="e1f063c0-f891-481e-b162-0b825299f031" providerId="ADAL" clId="{3E978C21-B3D0-4285-96BE-5AD851B5E1C0}" dt="2026-07-21T19:46:37.174" v="1718" actId="1076"/>
          <ac:spMkLst>
            <pc:docMk/>
            <pc:sldMk cId="2270720204" sldId="269"/>
            <ac:spMk id="32" creationId="{DBAEF6C0-B635-FC57-B442-910BFAC824FF}"/>
          </ac:spMkLst>
        </pc:spChg>
        <pc:spChg chg="add del">
          <ac:chgData name="Chad Furl" userId="e1f063c0-f891-481e-b162-0b825299f031" providerId="ADAL" clId="{3E978C21-B3D0-4285-96BE-5AD851B5E1C0}" dt="2026-07-21T19:42:05.819" v="1485" actId="22"/>
          <ac:spMkLst>
            <pc:docMk/>
            <pc:sldMk cId="2270720204" sldId="269"/>
            <ac:spMk id="34" creationId="{E41E115B-9350-88CB-8AAD-D9BF7771731C}"/>
          </ac:spMkLst>
        </pc:spChg>
        <pc:spChg chg="add mod">
          <ac:chgData name="Chad Furl" userId="e1f063c0-f891-481e-b162-0b825299f031" providerId="ADAL" clId="{3E978C21-B3D0-4285-96BE-5AD851B5E1C0}" dt="2026-07-21T19:47:44.117" v="1730" actId="1076"/>
          <ac:spMkLst>
            <pc:docMk/>
            <pc:sldMk cId="2270720204" sldId="269"/>
            <ac:spMk id="36" creationId="{AB44F956-6C05-EF62-9C88-412E252C6391}"/>
          </ac:spMkLst>
        </pc:spChg>
        <pc:spChg chg="add del">
          <ac:chgData name="Chad Furl" userId="e1f063c0-f891-481e-b162-0b825299f031" providerId="ADAL" clId="{3E978C21-B3D0-4285-96BE-5AD851B5E1C0}" dt="2026-07-21T20:46:45.382" v="1896" actId="22"/>
          <ac:spMkLst>
            <pc:docMk/>
            <pc:sldMk cId="2270720204" sldId="269"/>
            <ac:spMk id="40" creationId="{461FA589-72DB-3ED6-A207-14B6C8A6DD75}"/>
          </ac:spMkLst>
        </pc:spChg>
        <pc:picChg chg="add mod">
          <ac:chgData name="Chad Furl" userId="e1f063c0-f891-481e-b162-0b825299f031" providerId="ADAL" clId="{3E978C21-B3D0-4285-96BE-5AD851B5E1C0}" dt="2026-07-21T20:36:12.939" v="1746" actId="14100"/>
          <ac:picMkLst>
            <pc:docMk/>
            <pc:sldMk cId="2270720204" sldId="269"/>
            <ac:picMk id="38" creationId="{85300E01-13A8-793D-7AF1-35FBC63A3CF2}"/>
          </ac:picMkLst>
        </pc:picChg>
      </pc:sldChg>
      <pc:sldChg chg="add del setBg">
        <pc:chgData name="Chad Furl" userId="e1f063c0-f891-481e-b162-0b825299f031" providerId="ADAL" clId="{3E978C21-B3D0-4285-96BE-5AD851B5E1C0}" dt="2026-07-21T20:46:38.911" v="1894"/>
        <pc:sldMkLst>
          <pc:docMk/>
          <pc:sldMk cId="1519047030" sldId="270"/>
        </pc:sldMkLst>
      </pc:sldChg>
      <pc:sldChg chg="addSp delSp modSp add mod">
        <pc:chgData name="Chad Furl" userId="e1f063c0-f891-481e-b162-0b825299f031" providerId="ADAL" clId="{3E978C21-B3D0-4285-96BE-5AD851B5E1C0}" dt="2026-07-22T21:28:10.918" v="2261" actId="20577"/>
        <pc:sldMkLst>
          <pc:docMk/>
          <pc:sldMk cId="3427202569" sldId="270"/>
        </pc:sldMkLst>
        <pc:spChg chg="mod">
          <ac:chgData name="Chad Furl" userId="e1f063c0-f891-481e-b162-0b825299f031" providerId="ADAL" clId="{3E978C21-B3D0-4285-96BE-5AD851B5E1C0}" dt="2026-07-21T20:47:21.474" v="1899" actId="6549"/>
          <ac:spMkLst>
            <pc:docMk/>
            <pc:sldMk cId="3427202569" sldId="270"/>
            <ac:spMk id="2" creationId="{4BA78883-3B80-7862-D650-AFABAF57AFC2}"/>
          </ac:spMkLst>
        </pc:spChg>
        <pc:spChg chg="mod">
          <ac:chgData name="Chad Furl" userId="e1f063c0-f891-481e-b162-0b825299f031" providerId="ADAL" clId="{3E978C21-B3D0-4285-96BE-5AD851B5E1C0}" dt="2026-07-21T21:27:20.283" v="2210" actId="20577"/>
          <ac:spMkLst>
            <pc:docMk/>
            <pc:sldMk cId="3427202569" sldId="270"/>
            <ac:spMk id="3" creationId="{82851CCF-24C9-8636-3BF7-02DB8B7969AA}"/>
          </ac:spMkLst>
        </pc:spChg>
        <pc:spChg chg="del">
          <ac:chgData name="Chad Furl" userId="e1f063c0-f891-481e-b162-0b825299f031" providerId="ADAL" clId="{3E978C21-B3D0-4285-96BE-5AD851B5E1C0}" dt="2026-07-21T20:49:05.240" v="1900" actId="478"/>
          <ac:spMkLst>
            <pc:docMk/>
            <pc:sldMk cId="3427202569" sldId="270"/>
            <ac:spMk id="4" creationId="{46A2D679-7D0B-7575-BA8A-F8D80BBB20C5}"/>
          </ac:spMkLst>
        </pc:spChg>
        <pc:spChg chg="del mod">
          <ac:chgData name="Chad Furl" userId="e1f063c0-f891-481e-b162-0b825299f031" providerId="ADAL" clId="{3E978C21-B3D0-4285-96BE-5AD851B5E1C0}" dt="2026-07-21T21:05:19.091" v="1902" actId="478"/>
          <ac:spMkLst>
            <pc:docMk/>
            <pc:sldMk cId="3427202569" sldId="270"/>
            <ac:spMk id="5" creationId="{0D909DA4-09F1-5D70-F5D2-E1D50623EE7B}"/>
          </ac:spMkLst>
        </pc:spChg>
        <pc:spChg chg="del">
          <ac:chgData name="Chad Furl" userId="e1f063c0-f891-481e-b162-0b825299f031" providerId="ADAL" clId="{3E978C21-B3D0-4285-96BE-5AD851B5E1C0}" dt="2026-07-21T21:05:19.091" v="1902" actId="478"/>
          <ac:spMkLst>
            <pc:docMk/>
            <pc:sldMk cId="3427202569" sldId="270"/>
            <ac:spMk id="6" creationId="{7916DE0C-F10B-1C27-0786-41DA7B9BB0CE}"/>
          </ac:spMkLst>
        </pc:spChg>
        <pc:spChg chg="del">
          <ac:chgData name="Chad Furl" userId="e1f063c0-f891-481e-b162-0b825299f031" providerId="ADAL" clId="{3E978C21-B3D0-4285-96BE-5AD851B5E1C0}" dt="2026-07-21T21:05:19.091" v="1902" actId="478"/>
          <ac:spMkLst>
            <pc:docMk/>
            <pc:sldMk cId="3427202569" sldId="270"/>
            <ac:spMk id="7" creationId="{5D597311-7581-15FD-06DD-234A28C32C99}"/>
          </ac:spMkLst>
        </pc:spChg>
        <pc:spChg chg="del">
          <ac:chgData name="Chad Furl" userId="e1f063c0-f891-481e-b162-0b825299f031" providerId="ADAL" clId="{3E978C21-B3D0-4285-96BE-5AD851B5E1C0}" dt="2026-07-21T21:05:19.091" v="1902" actId="478"/>
          <ac:spMkLst>
            <pc:docMk/>
            <pc:sldMk cId="3427202569" sldId="270"/>
            <ac:spMk id="8" creationId="{4FE3AC02-84DB-5DA8-F217-B6F608A3EC20}"/>
          </ac:spMkLst>
        </pc:spChg>
        <pc:spChg chg="add del">
          <ac:chgData name="Chad Furl" userId="e1f063c0-f891-481e-b162-0b825299f031" providerId="ADAL" clId="{3E978C21-B3D0-4285-96BE-5AD851B5E1C0}" dt="2026-07-21T21:05:36.613" v="1906" actId="478"/>
          <ac:spMkLst>
            <pc:docMk/>
            <pc:sldMk cId="3427202569" sldId="270"/>
            <ac:spMk id="9" creationId="{D0AD4A5F-72C4-AE68-236C-68D430F15477}"/>
          </ac:spMkLst>
        </pc:spChg>
        <pc:spChg chg="add del">
          <ac:chgData name="Chad Furl" userId="e1f063c0-f891-481e-b162-0b825299f031" providerId="ADAL" clId="{3E978C21-B3D0-4285-96BE-5AD851B5E1C0}" dt="2026-07-21T21:05:36.613" v="1906" actId="478"/>
          <ac:spMkLst>
            <pc:docMk/>
            <pc:sldMk cId="3427202569" sldId="270"/>
            <ac:spMk id="10" creationId="{0201A8B5-1EAD-AD9D-B253-46C4BA691ADB}"/>
          </ac:spMkLst>
        </pc:spChg>
        <pc:spChg chg="del">
          <ac:chgData name="Chad Furl" userId="e1f063c0-f891-481e-b162-0b825299f031" providerId="ADAL" clId="{3E978C21-B3D0-4285-96BE-5AD851B5E1C0}" dt="2026-07-21T21:05:40.726" v="1907" actId="478"/>
          <ac:spMkLst>
            <pc:docMk/>
            <pc:sldMk cId="3427202569" sldId="270"/>
            <ac:spMk id="11" creationId="{E4CFDF3E-6BC9-8E71-BF45-1637E19C3D8E}"/>
          </ac:spMkLst>
        </pc:spChg>
        <pc:spChg chg="add del">
          <ac:chgData name="Chad Furl" userId="e1f063c0-f891-481e-b162-0b825299f031" providerId="ADAL" clId="{3E978C21-B3D0-4285-96BE-5AD851B5E1C0}" dt="2026-07-21T21:05:36.613" v="1906" actId="478"/>
          <ac:spMkLst>
            <pc:docMk/>
            <pc:sldMk cId="3427202569" sldId="270"/>
            <ac:spMk id="12" creationId="{97543C2F-ED37-902C-CEDA-7FB47C9FD539}"/>
          </ac:spMkLst>
        </pc:spChg>
        <pc:spChg chg="add del">
          <ac:chgData name="Chad Furl" userId="e1f063c0-f891-481e-b162-0b825299f031" providerId="ADAL" clId="{3E978C21-B3D0-4285-96BE-5AD851B5E1C0}" dt="2026-07-21T21:05:36.613" v="1906" actId="478"/>
          <ac:spMkLst>
            <pc:docMk/>
            <pc:sldMk cId="3427202569" sldId="270"/>
            <ac:spMk id="13" creationId="{911C03E2-03CD-4701-2A38-36F8BD77A614}"/>
          </ac:spMkLst>
        </pc:spChg>
        <pc:spChg chg="del">
          <ac:chgData name="Chad Furl" userId="e1f063c0-f891-481e-b162-0b825299f031" providerId="ADAL" clId="{3E978C21-B3D0-4285-96BE-5AD851B5E1C0}" dt="2026-07-21T21:05:40.726" v="1907" actId="478"/>
          <ac:spMkLst>
            <pc:docMk/>
            <pc:sldMk cId="3427202569" sldId="270"/>
            <ac:spMk id="14" creationId="{B23F626B-6765-0347-10A0-5E41291735ED}"/>
          </ac:spMkLst>
        </pc:spChg>
        <pc:spChg chg="del">
          <ac:chgData name="Chad Furl" userId="e1f063c0-f891-481e-b162-0b825299f031" providerId="ADAL" clId="{3E978C21-B3D0-4285-96BE-5AD851B5E1C0}" dt="2026-07-21T21:05:26.065" v="1903" actId="478"/>
          <ac:spMkLst>
            <pc:docMk/>
            <pc:sldMk cId="3427202569" sldId="270"/>
            <ac:spMk id="16" creationId="{38E48475-60CD-FBE6-829A-4A7DB3DEE8C1}"/>
          </ac:spMkLst>
        </pc:spChg>
        <pc:spChg chg="del">
          <ac:chgData name="Chad Furl" userId="e1f063c0-f891-481e-b162-0b825299f031" providerId="ADAL" clId="{3E978C21-B3D0-4285-96BE-5AD851B5E1C0}" dt="2026-07-21T21:05:19.091" v="1902" actId="478"/>
          <ac:spMkLst>
            <pc:docMk/>
            <pc:sldMk cId="3427202569" sldId="270"/>
            <ac:spMk id="17" creationId="{1539347C-0131-D50A-9C27-001E6472C0A0}"/>
          </ac:spMkLst>
        </pc:spChg>
        <pc:spChg chg="del">
          <ac:chgData name="Chad Furl" userId="e1f063c0-f891-481e-b162-0b825299f031" providerId="ADAL" clId="{3E978C21-B3D0-4285-96BE-5AD851B5E1C0}" dt="2026-07-21T21:05:26.065" v="1903" actId="478"/>
          <ac:spMkLst>
            <pc:docMk/>
            <pc:sldMk cId="3427202569" sldId="270"/>
            <ac:spMk id="18" creationId="{49C7CF22-C3ED-1E0B-9785-1ACB57CB3745}"/>
          </ac:spMkLst>
        </pc:spChg>
        <pc:spChg chg="del">
          <ac:chgData name="Chad Furl" userId="e1f063c0-f891-481e-b162-0b825299f031" providerId="ADAL" clId="{3E978C21-B3D0-4285-96BE-5AD851B5E1C0}" dt="2026-07-21T21:05:26.065" v="1903" actId="478"/>
          <ac:spMkLst>
            <pc:docMk/>
            <pc:sldMk cId="3427202569" sldId="270"/>
            <ac:spMk id="19" creationId="{27BABB92-6B72-6144-5BD7-AA56052A60A4}"/>
          </ac:spMkLst>
        </pc:spChg>
        <pc:spChg chg="mod">
          <ac:chgData name="Chad Furl" userId="e1f063c0-f891-481e-b162-0b825299f031" providerId="ADAL" clId="{3E978C21-B3D0-4285-96BE-5AD851B5E1C0}" dt="2026-07-21T21:20:33.314" v="1964" actId="20577"/>
          <ac:spMkLst>
            <pc:docMk/>
            <pc:sldMk cId="3427202569" sldId="270"/>
            <ac:spMk id="21" creationId="{1EE764F9-5DAF-B856-6A1D-306AAA444946}"/>
          </ac:spMkLst>
        </pc:spChg>
        <pc:spChg chg="mod">
          <ac:chgData name="Chad Furl" userId="e1f063c0-f891-481e-b162-0b825299f031" providerId="ADAL" clId="{3E978C21-B3D0-4285-96BE-5AD851B5E1C0}" dt="2026-07-22T20:00:11.041" v="2227" actId="27636"/>
          <ac:spMkLst>
            <pc:docMk/>
            <pc:sldMk cId="3427202569" sldId="270"/>
            <ac:spMk id="22" creationId="{3A45BF16-3FDC-7774-A28E-D005E627C1DB}"/>
          </ac:spMkLst>
        </pc:spChg>
        <pc:spChg chg="mod">
          <ac:chgData name="Chad Furl" userId="e1f063c0-f891-481e-b162-0b825299f031" providerId="ADAL" clId="{3E978C21-B3D0-4285-96BE-5AD851B5E1C0}" dt="2026-07-21T21:27:05.538" v="2180" actId="255"/>
          <ac:spMkLst>
            <pc:docMk/>
            <pc:sldMk cId="3427202569" sldId="270"/>
            <ac:spMk id="23" creationId="{A95A4FE6-CCC6-4410-05B9-CA0C43808A6B}"/>
          </ac:spMkLst>
        </pc:spChg>
        <pc:spChg chg="mod">
          <ac:chgData name="Chad Furl" userId="e1f063c0-f891-481e-b162-0b825299f031" providerId="ADAL" clId="{3E978C21-B3D0-4285-96BE-5AD851B5E1C0}" dt="2026-07-21T21:21:59.693" v="2044" actId="1076"/>
          <ac:spMkLst>
            <pc:docMk/>
            <pc:sldMk cId="3427202569" sldId="270"/>
            <ac:spMk id="24" creationId="{3434C552-C031-B8DA-65B9-B4D08F3BD909}"/>
          </ac:spMkLst>
        </pc:spChg>
        <pc:spChg chg="mod">
          <ac:chgData name="Chad Furl" userId="e1f063c0-f891-481e-b162-0b825299f031" providerId="ADAL" clId="{3E978C21-B3D0-4285-96BE-5AD851B5E1C0}" dt="2026-07-21T21:23:38.595" v="2074" actId="20577"/>
          <ac:spMkLst>
            <pc:docMk/>
            <pc:sldMk cId="3427202569" sldId="270"/>
            <ac:spMk id="25" creationId="{F1E7F10B-95E5-DE23-375F-EB79937F3945}"/>
          </ac:spMkLst>
        </pc:spChg>
        <pc:spChg chg="mod">
          <ac:chgData name="Chad Furl" userId="e1f063c0-f891-481e-b162-0b825299f031" providerId="ADAL" clId="{3E978C21-B3D0-4285-96BE-5AD851B5E1C0}" dt="2026-07-22T21:28:10.918" v="2261" actId="20577"/>
          <ac:spMkLst>
            <pc:docMk/>
            <pc:sldMk cId="3427202569" sldId="270"/>
            <ac:spMk id="26" creationId="{3F9BC6A5-8A3E-929E-518B-0D8D2F3F1C89}"/>
          </ac:spMkLst>
        </pc:spChg>
        <pc:spChg chg="del">
          <ac:chgData name="Chad Furl" userId="e1f063c0-f891-481e-b162-0b825299f031" providerId="ADAL" clId="{3E978C21-B3D0-4285-96BE-5AD851B5E1C0}" dt="2026-07-21T21:26:20.596" v="2172" actId="478"/>
          <ac:spMkLst>
            <pc:docMk/>
            <pc:sldMk cId="3427202569" sldId="270"/>
            <ac:spMk id="27" creationId="{08140B01-2E78-6818-5849-38F6811235F8}"/>
          </ac:spMkLst>
        </pc:spChg>
        <pc:spChg chg="del">
          <ac:chgData name="Chad Furl" userId="e1f063c0-f891-481e-b162-0b825299f031" providerId="ADAL" clId="{3E978C21-B3D0-4285-96BE-5AD851B5E1C0}" dt="2026-07-21T21:26:15.784" v="2170" actId="478"/>
          <ac:spMkLst>
            <pc:docMk/>
            <pc:sldMk cId="3427202569" sldId="270"/>
            <ac:spMk id="28" creationId="{60D6B5F4-01CA-04ED-8797-F23DF8D5B800}"/>
          </ac:spMkLst>
        </pc:spChg>
        <pc:spChg chg="del">
          <ac:chgData name="Chad Furl" userId="e1f063c0-f891-481e-b162-0b825299f031" providerId="ADAL" clId="{3E978C21-B3D0-4285-96BE-5AD851B5E1C0}" dt="2026-07-21T21:26:18.028" v="2171" actId="478"/>
          <ac:spMkLst>
            <pc:docMk/>
            <pc:sldMk cId="3427202569" sldId="270"/>
            <ac:spMk id="29" creationId="{8369FB29-FDCA-4DDC-D75B-DA85C1A3EDA5}"/>
          </ac:spMkLst>
        </pc:spChg>
        <pc:spChg chg="del">
          <ac:chgData name="Chad Furl" userId="e1f063c0-f891-481e-b162-0b825299f031" providerId="ADAL" clId="{3E978C21-B3D0-4285-96BE-5AD851B5E1C0}" dt="2026-07-21T21:26:15.784" v="2170" actId="478"/>
          <ac:spMkLst>
            <pc:docMk/>
            <pc:sldMk cId="3427202569" sldId="270"/>
            <ac:spMk id="30" creationId="{CCF0D666-CFCB-FB12-F604-1B4EF9B0C929}"/>
          </ac:spMkLst>
        </pc:spChg>
        <pc:spChg chg="mod">
          <ac:chgData name="Chad Furl" userId="e1f063c0-f891-481e-b162-0b825299f031" providerId="ADAL" clId="{3E978C21-B3D0-4285-96BE-5AD851B5E1C0}" dt="2026-07-22T21:25:50.772" v="2253" actId="20577"/>
          <ac:spMkLst>
            <pc:docMk/>
            <pc:sldMk cId="3427202569" sldId="270"/>
            <ac:spMk id="32" creationId="{E448270C-7748-1EE7-E708-0B769D5D4CD5}"/>
          </ac:spMkLst>
        </pc:spChg>
        <pc:picChg chg="del">
          <ac:chgData name="Chad Furl" userId="e1f063c0-f891-481e-b162-0b825299f031" providerId="ADAL" clId="{3E978C21-B3D0-4285-96BE-5AD851B5E1C0}" dt="2026-07-21T21:05:26.065" v="1903" actId="478"/>
          <ac:picMkLst>
            <pc:docMk/>
            <pc:sldMk cId="3427202569" sldId="270"/>
            <ac:picMk id="15" creationId="{F97087F6-B29B-A223-8D40-93C6E6BB373F}"/>
          </ac:picMkLst>
        </pc:picChg>
        <pc:picChg chg="add del mod">
          <ac:chgData name="Chad Furl" userId="e1f063c0-f891-481e-b162-0b825299f031" providerId="ADAL" clId="{3E978C21-B3D0-4285-96BE-5AD851B5E1C0}" dt="2026-07-21T21:12:15.393" v="1917" actId="478"/>
          <ac:picMkLst>
            <pc:docMk/>
            <pc:sldMk cId="3427202569" sldId="270"/>
            <ac:picMk id="35" creationId="{96A84416-6AB9-37A8-31CD-76D28D1C2BCB}"/>
          </ac:picMkLst>
        </pc:picChg>
        <pc:picChg chg="add del mod">
          <ac:chgData name="Chad Furl" userId="e1f063c0-f891-481e-b162-0b825299f031" providerId="ADAL" clId="{3E978C21-B3D0-4285-96BE-5AD851B5E1C0}" dt="2026-07-21T21:15:39.236" v="1922" actId="478"/>
          <ac:picMkLst>
            <pc:docMk/>
            <pc:sldMk cId="3427202569" sldId="270"/>
            <ac:picMk id="37" creationId="{D9632803-5F63-26DE-AD5E-554CB0C0A01E}"/>
          </ac:picMkLst>
        </pc:picChg>
        <pc:picChg chg="add mod modCrop">
          <ac:chgData name="Chad Furl" userId="e1f063c0-f891-481e-b162-0b825299f031" providerId="ADAL" clId="{3E978C21-B3D0-4285-96BE-5AD851B5E1C0}" dt="2026-07-21T21:19:31.893" v="1941" actId="1076"/>
          <ac:picMkLst>
            <pc:docMk/>
            <pc:sldMk cId="3427202569" sldId="270"/>
            <ac:picMk id="39" creationId="{35F447E1-5DB9-068B-136E-DA417FA56BE6}"/>
          </ac:picMkLst>
        </pc:picChg>
        <pc:picChg chg="add mod modCrop">
          <ac:chgData name="Chad Furl" userId="e1f063c0-f891-481e-b162-0b825299f031" providerId="ADAL" clId="{3E978C21-B3D0-4285-96BE-5AD851B5E1C0}" dt="2026-07-21T21:20:04.481" v="1951" actId="1038"/>
          <ac:picMkLst>
            <pc:docMk/>
            <pc:sldMk cId="3427202569" sldId="270"/>
            <ac:picMk id="41" creationId="{D6DCDAB4-4A6E-E6A7-B9F9-F133058F40DF}"/>
          </ac:picMkLst>
        </pc:picChg>
      </pc:sldChg>
      <pc:sldChg chg="delSp modSp add mod">
        <pc:chgData name="Chad Furl" userId="e1f063c0-f891-481e-b162-0b825299f031" providerId="ADAL" clId="{3E978C21-B3D0-4285-96BE-5AD851B5E1C0}" dt="2026-07-22T21:35:11.999" v="2386" actId="20577"/>
        <pc:sldMkLst>
          <pc:docMk/>
          <pc:sldMk cId="3939841031" sldId="271"/>
        </pc:sldMkLst>
        <pc:spChg chg="mod">
          <ac:chgData name="Chad Furl" userId="e1f063c0-f891-481e-b162-0b825299f031" providerId="ADAL" clId="{3E978C21-B3D0-4285-96BE-5AD851B5E1C0}" dt="2026-07-22T21:31:05.521" v="2324" actId="20577"/>
          <ac:spMkLst>
            <pc:docMk/>
            <pc:sldMk cId="3939841031" sldId="271"/>
            <ac:spMk id="5" creationId="{840F7326-C190-8AD8-88E8-9E6173EFC01E}"/>
          </ac:spMkLst>
        </pc:spChg>
        <pc:spChg chg="del">
          <ac:chgData name="Chad Furl" userId="e1f063c0-f891-481e-b162-0b825299f031" providerId="ADAL" clId="{3E978C21-B3D0-4285-96BE-5AD851B5E1C0}" dt="2026-07-22T21:31:09.003" v="2325" actId="478"/>
          <ac:spMkLst>
            <pc:docMk/>
            <pc:sldMk cId="3939841031" sldId="271"/>
            <ac:spMk id="6" creationId="{3F6E6C16-44F9-4D30-C692-431A495EEB50}"/>
          </ac:spMkLst>
        </pc:spChg>
        <pc:spChg chg="del">
          <ac:chgData name="Chad Furl" userId="e1f063c0-f891-481e-b162-0b825299f031" providerId="ADAL" clId="{3E978C21-B3D0-4285-96BE-5AD851B5E1C0}" dt="2026-07-22T21:31:17.761" v="2326" actId="478"/>
          <ac:spMkLst>
            <pc:docMk/>
            <pc:sldMk cId="3939841031" sldId="271"/>
            <ac:spMk id="7" creationId="{7A69508C-BBF9-4096-07EE-6CA4FB2BA4A1}"/>
          </ac:spMkLst>
        </pc:spChg>
        <pc:spChg chg="mod">
          <ac:chgData name="Chad Furl" userId="e1f063c0-f891-481e-b162-0b825299f031" providerId="ADAL" clId="{3E978C21-B3D0-4285-96BE-5AD851B5E1C0}" dt="2026-07-22T21:35:11.999" v="2386" actId="20577"/>
          <ac:spMkLst>
            <pc:docMk/>
            <pc:sldMk cId="3939841031" sldId="271"/>
            <ac:spMk id="9" creationId="{5788328E-C3A6-C0D2-72E4-5090C39FD38F}"/>
          </ac:spMkLst>
        </pc:spChg>
      </pc:sldChg>
      <pc:sldChg chg="addSp delSp modSp add mod">
        <pc:chgData name="Chad Furl" userId="e1f063c0-f891-481e-b162-0b825299f031" providerId="ADAL" clId="{3E978C21-B3D0-4285-96BE-5AD851B5E1C0}" dt="2026-07-22T22:08:22.246" v="3011" actId="20577"/>
        <pc:sldMkLst>
          <pc:docMk/>
          <pc:sldMk cId="176559583" sldId="272"/>
        </pc:sldMkLst>
        <pc:spChg chg="mod">
          <ac:chgData name="Chad Furl" userId="e1f063c0-f891-481e-b162-0b825299f031" providerId="ADAL" clId="{3E978C21-B3D0-4285-96BE-5AD851B5E1C0}" dt="2026-07-22T21:37:32.797" v="2470" actId="20577"/>
          <ac:spMkLst>
            <pc:docMk/>
            <pc:sldMk cId="176559583" sldId="272"/>
            <ac:spMk id="3" creationId="{2186F761-C2F0-D007-91BA-01F8C023EFCC}"/>
          </ac:spMkLst>
        </pc:spChg>
        <pc:spChg chg="del">
          <ac:chgData name="Chad Furl" userId="e1f063c0-f891-481e-b162-0b825299f031" providerId="ADAL" clId="{3E978C21-B3D0-4285-96BE-5AD851B5E1C0}" dt="2026-07-22T21:37:40.048" v="2471" actId="478"/>
          <ac:spMkLst>
            <pc:docMk/>
            <pc:sldMk cId="176559583" sldId="272"/>
            <ac:spMk id="4" creationId="{BA07A07C-8B45-5C4B-3C47-08D7A0374D48}"/>
          </ac:spMkLst>
        </pc:spChg>
        <pc:spChg chg="mod">
          <ac:chgData name="Chad Furl" userId="e1f063c0-f891-481e-b162-0b825299f031" providerId="ADAL" clId="{3E978C21-B3D0-4285-96BE-5AD851B5E1C0}" dt="2026-07-22T22:01:02.943" v="2534" actId="14100"/>
          <ac:spMkLst>
            <pc:docMk/>
            <pc:sldMk cId="176559583" sldId="272"/>
            <ac:spMk id="5" creationId="{304130F2-995A-7C3C-83E7-62FA922FB5C3}"/>
          </ac:spMkLst>
        </pc:spChg>
        <pc:spChg chg="mod ord">
          <ac:chgData name="Chad Furl" userId="e1f063c0-f891-481e-b162-0b825299f031" providerId="ADAL" clId="{3E978C21-B3D0-4285-96BE-5AD851B5E1C0}" dt="2026-07-22T22:05:46.507" v="2594" actId="1076"/>
          <ac:spMkLst>
            <pc:docMk/>
            <pc:sldMk cId="176559583" sldId="272"/>
            <ac:spMk id="6" creationId="{127B17B5-01D0-578A-9C83-3215E568A4EC}"/>
          </ac:spMkLst>
        </pc:spChg>
        <pc:spChg chg="del mod">
          <ac:chgData name="Chad Furl" userId="e1f063c0-f891-481e-b162-0b825299f031" providerId="ADAL" clId="{3E978C21-B3D0-4285-96BE-5AD851B5E1C0}" dt="2026-07-22T21:45:08.821" v="2519" actId="478"/>
          <ac:spMkLst>
            <pc:docMk/>
            <pc:sldMk cId="176559583" sldId="272"/>
            <ac:spMk id="7" creationId="{00530733-E3B1-CAB4-9CCE-5B7D97AEDD66}"/>
          </ac:spMkLst>
        </pc:spChg>
        <pc:spChg chg="del mod">
          <ac:chgData name="Chad Furl" userId="e1f063c0-f891-481e-b162-0b825299f031" providerId="ADAL" clId="{3E978C21-B3D0-4285-96BE-5AD851B5E1C0}" dt="2026-07-22T21:45:08.821" v="2519" actId="478"/>
          <ac:spMkLst>
            <pc:docMk/>
            <pc:sldMk cId="176559583" sldId="272"/>
            <ac:spMk id="8" creationId="{424609FF-9260-F1E8-89E7-2E2248F94EA8}"/>
          </ac:spMkLst>
        </pc:spChg>
        <pc:spChg chg="mod">
          <ac:chgData name="Chad Furl" userId="e1f063c0-f891-481e-b162-0b825299f031" providerId="ADAL" clId="{3E978C21-B3D0-4285-96BE-5AD851B5E1C0}" dt="2026-07-22T22:04:16.698" v="2562" actId="14100"/>
          <ac:spMkLst>
            <pc:docMk/>
            <pc:sldMk cId="176559583" sldId="272"/>
            <ac:spMk id="9" creationId="{D4DA43EB-CFED-432C-E655-CAEB54CF1F39}"/>
          </ac:spMkLst>
        </pc:spChg>
        <pc:spChg chg="mod ord">
          <ac:chgData name="Chad Furl" userId="e1f063c0-f891-481e-b162-0b825299f031" providerId="ADAL" clId="{3E978C21-B3D0-4285-96BE-5AD851B5E1C0}" dt="2026-07-22T22:05:33.725" v="2587" actId="1076"/>
          <ac:spMkLst>
            <pc:docMk/>
            <pc:sldMk cId="176559583" sldId="272"/>
            <ac:spMk id="10" creationId="{8057935C-87EC-8F73-7B81-AD7CDEB5DADD}"/>
          </ac:spMkLst>
        </pc:spChg>
        <pc:spChg chg="del mod">
          <ac:chgData name="Chad Furl" userId="e1f063c0-f891-481e-b162-0b825299f031" providerId="ADAL" clId="{3E978C21-B3D0-4285-96BE-5AD851B5E1C0}" dt="2026-07-22T21:45:12.105" v="2520" actId="478"/>
          <ac:spMkLst>
            <pc:docMk/>
            <pc:sldMk cId="176559583" sldId="272"/>
            <ac:spMk id="11" creationId="{757D80DD-A7F8-1357-EE65-9A15E45DDF09}"/>
          </ac:spMkLst>
        </pc:spChg>
        <pc:spChg chg="del mod">
          <ac:chgData name="Chad Furl" userId="e1f063c0-f891-481e-b162-0b825299f031" providerId="ADAL" clId="{3E978C21-B3D0-4285-96BE-5AD851B5E1C0}" dt="2026-07-22T21:45:12.105" v="2520" actId="478"/>
          <ac:spMkLst>
            <pc:docMk/>
            <pc:sldMk cId="176559583" sldId="272"/>
            <ac:spMk id="12" creationId="{98304E33-D329-5C3C-884F-82044C7DF52E}"/>
          </ac:spMkLst>
        </pc:spChg>
        <pc:spChg chg="add mod">
          <ac:chgData name="Chad Furl" userId="e1f063c0-f891-481e-b162-0b825299f031" providerId="ADAL" clId="{3E978C21-B3D0-4285-96BE-5AD851B5E1C0}" dt="2026-07-22T22:07:05.387" v="2838" actId="20577"/>
          <ac:spMkLst>
            <pc:docMk/>
            <pc:sldMk cId="176559583" sldId="272"/>
            <ac:spMk id="13" creationId="{172E07DB-4C03-535F-0AF5-E0DD885392DD}"/>
          </ac:spMkLst>
        </pc:spChg>
        <pc:spChg chg="add mod">
          <ac:chgData name="Chad Furl" userId="e1f063c0-f891-481e-b162-0b825299f031" providerId="ADAL" clId="{3E978C21-B3D0-4285-96BE-5AD851B5E1C0}" dt="2026-07-22T22:07:45.817" v="2901" actId="20577"/>
          <ac:spMkLst>
            <pc:docMk/>
            <pc:sldMk cId="176559583" sldId="272"/>
            <ac:spMk id="15" creationId="{9AFB1B04-493C-4980-2FF1-D5FD90141DF3}"/>
          </ac:spMkLst>
        </pc:spChg>
        <pc:spChg chg="add mod">
          <ac:chgData name="Chad Furl" userId="e1f063c0-f891-481e-b162-0b825299f031" providerId="ADAL" clId="{3E978C21-B3D0-4285-96BE-5AD851B5E1C0}" dt="2026-07-22T22:08:22.246" v="3011" actId="20577"/>
          <ac:spMkLst>
            <pc:docMk/>
            <pc:sldMk cId="176559583" sldId="272"/>
            <ac:spMk id="18" creationId="{2545D50F-098D-5A32-3825-9B2B54DA5DD1}"/>
          </ac:spMkLst>
        </pc:spChg>
        <pc:spChg chg="add mod">
          <ac:chgData name="Chad Furl" userId="e1f063c0-f891-481e-b162-0b825299f031" providerId="ADAL" clId="{3E978C21-B3D0-4285-96BE-5AD851B5E1C0}" dt="2026-07-22T22:08:07.835" v="2967" actId="20577"/>
          <ac:spMkLst>
            <pc:docMk/>
            <pc:sldMk cId="176559583" sldId="272"/>
            <ac:spMk id="23" creationId="{4B4679DF-0B23-AD82-CE23-3AF89E727053}"/>
          </ac:spMkLst>
        </pc:spChg>
        <pc:spChg chg="add del mod">
          <ac:chgData name="Chad Furl" userId="e1f063c0-f891-481e-b162-0b825299f031" providerId="ADAL" clId="{3E978C21-B3D0-4285-96BE-5AD851B5E1C0}" dt="2026-07-22T22:07:23.366" v="2842" actId="478"/>
          <ac:spMkLst>
            <pc:docMk/>
            <pc:sldMk cId="176559583" sldId="272"/>
            <ac:spMk id="25" creationId="{6DF2CBC8-E158-F419-4D1F-87E368C068FB}"/>
          </ac:spMkLst>
        </pc:spChg>
        <pc:picChg chg="add del mod modCrop">
          <ac:chgData name="Chad Furl" userId="e1f063c0-f891-481e-b162-0b825299f031" providerId="ADAL" clId="{3E978C21-B3D0-4285-96BE-5AD851B5E1C0}" dt="2026-07-22T22:02:17.923" v="2542" actId="478"/>
          <ac:picMkLst>
            <pc:docMk/>
            <pc:sldMk cId="176559583" sldId="272"/>
            <ac:picMk id="27" creationId="{D233E62B-8353-6247-232F-4C1DD67C7BAA}"/>
          </ac:picMkLst>
        </pc:picChg>
        <pc:picChg chg="add mod modCrop">
          <ac:chgData name="Chad Furl" userId="e1f063c0-f891-481e-b162-0b825299f031" providerId="ADAL" clId="{3E978C21-B3D0-4285-96BE-5AD851B5E1C0}" dt="2026-07-22T22:03:06.786" v="2549" actId="1035"/>
          <ac:picMkLst>
            <pc:docMk/>
            <pc:sldMk cId="176559583" sldId="272"/>
            <ac:picMk id="29" creationId="{03437B1F-CF85-1078-BD48-E0FD09B60FA1}"/>
          </ac:picMkLst>
        </pc:picChg>
        <pc:picChg chg="add mod modCrop">
          <ac:chgData name="Chad Furl" userId="e1f063c0-f891-481e-b162-0b825299f031" providerId="ADAL" clId="{3E978C21-B3D0-4285-96BE-5AD851B5E1C0}" dt="2026-07-22T22:04:33.863" v="2572" actId="1038"/>
          <ac:picMkLst>
            <pc:docMk/>
            <pc:sldMk cId="176559583" sldId="272"/>
            <ac:picMk id="31" creationId="{C6296BAB-28E0-5D7E-8CD2-F6868BCA0E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720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6C17-F1F2-64DE-1F9A-03355518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65AEB-BA7E-E8E3-8E96-2ADBF4C30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21F8C-AD51-3F1C-94C6-B21403BD8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4A5A5-DC0B-43C4-F94E-66E03BC457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51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6A2A-C058-B61B-69CA-289E2649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520B7-C72B-AD7A-EE25-2D01AFE2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1C26B-83E4-66EA-5C29-A4B3AE43D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6D2E9-011D-56BC-5288-F5C65320FA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666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0B12-60BF-06CC-5547-3777395C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0F293-5E55-3494-B5BF-B18F18AA8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CB597-4FE2-DCCD-9A93-FB6679B27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17CB9-900A-FA55-4402-D26F1AB9C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263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BA16-292A-4811-014E-D2995712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5D6C4-9234-51C1-AFF9-59EDA7729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93845-EE07-1CB4-E57D-F6F8A1C14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33E60-B104-991F-6E61-12BC52900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902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4CD3A-98AD-01B2-C44F-B4637BD57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B8542-CC05-B229-0796-A1C852572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EEB5A-3544-926C-0ACD-0D1AB0F79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474D9-6A97-657C-D27B-08D6AB059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008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315968"/>
            <a:ext cx="12188952" cy="2240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-594360"/>
            <a:ext cx="4800600" cy="4800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49808" y="658368"/>
            <a:ext cx="960120" cy="0"/>
          </a:xfrm>
          <a:prstGeom prst="line">
            <a:avLst/>
          </a:prstGeom>
          <a:noFill/>
          <a:ln w="508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749808" y="1261872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</a:t>
            </a:r>
            <a:r>
              <a:rPr lang="en-US" sz="43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Protection Programs</a:t>
            </a:r>
            <a:endParaRPr lang="en-US" sz="4300" dirty="0"/>
          </a:p>
        </p:txBody>
      </p:sp>
      <p:sp>
        <p:nvSpPr>
          <p:cNvPr id="8" name="Text 4"/>
          <p:cNvSpPr txBox="1"/>
          <p:nvPr/>
        </p:nvSpPr>
        <p:spPr>
          <a:xfrm>
            <a:off x="512064" y="580034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 SCIENCE COMMITTEE MEETING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12064" y="61661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 16 2026·  Star Park San Marcos, Tx  ·  Chad Furl PhD PE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24732-5774-9E8F-58D8-3F7984DD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C8FA14E-E158-7628-9AD7-BF264B4F7621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</a:t>
            </a:r>
            <a:r>
              <a:rPr lang="en-US" sz="3000" b="1" dirty="0" err="1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 Programs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CC7BD2-5288-B193-4D4A-FAC91F9FDFDD}"/>
              </a:ext>
            </a:extLst>
          </p:cNvPr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Edwards Aquifer Authority Permitting and Critical Period Management combined with EAHCP specific </a:t>
            </a:r>
            <a:r>
              <a:rPr lang="en-US" sz="1450" dirty="0" err="1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springflow</a:t>
            </a: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protection actions.</a:t>
            </a:r>
            <a:endParaRPr lang="en-US" sz="14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6291EC-612A-ABC1-1DBF-AFD660B75A12}"/>
              </a:ext>
            </a:extLst>
          </p:cNvPr>
          <p:cNvSpPr/>
          <p:nvPr/>
        </p:nvSpPr>
        <p:spPr>
          <a:xfrm>
            <a:off x="2228267" y="1929742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55C3BC-47A0-7237-9AB0-2B6D9C1CF524}"/>
              </a:ext>
            </a:extLst>
          </p:cNvPr>
          <p:cNvSpPr txBox="1"/>
          <p:nvPr/>
        </p:nvSpPr>
        <p:spPr>
          <a:xfrm>
            <a:off x="2502587" y="224063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EAA</a:t>
            </a:r>
            <a:endParaRPr lang="en-US" sz="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5A28A72-A177-8F1F-589F-85D1C92B33EA}"/>
              </a:ext>
            </a:extLst>
          </p:cNvPr>
          <p:cNvSpPr txBox="1"/>
          <p:nvPr/>
        </p:nvSpPr>
        <p:spPr>
          <a:xfrm>
            <a:off x="2502587" y="259725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EAA Permitting + CPM</a:t>
            </a:r>
            <a:endParaRPr lang="en-US" sz="2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49E8AE-11E8-A50D-7397-A93E4F95376A}"/>
              </a:ext>
            </a:extLst>
          </p:cNvPr>
          <p:cNvSpPr/>
          <p:nvPr/>
        </p:nvSpPr>
        <p:spPr>
          <a:xfrm>
            <a:off x="2502587" y="3502510"/>
            <a:ext cx="2670048" cy="181929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 through the EAA Act.</a:t>
            </a:r>
          </a:p>
          <a:p>
            <a:pPr>
              <a:buSzPct val="100000"/>
            </a:pP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Pumping limitations established through the issuance of groundwater withdrawal permits.</a:t>
            </a:r>
          </a:p>
          <a:p>
            <a:pPr marL="177800" indent="-177800">
              <a:buSzPct val="100000"/>
              <a:buChar char="•"/>
            </a:pP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Curtailment of groundwater withdrawal established through hydrological indices.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955B4BD-F36A-AA56-AE21-9878CD0534D1}"/>
              </a:ext>
            </a:extLst>
          </p:cNvPr>
          <p:cNvSpPr/>
          <p:nvPr/>
        </p:nvSpPr>
        <p:spPr>
          <a:xfrm>
            <a:off x="5913299" y="1929742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DDECEF"/>
          </a:solidFill>
          <a:ln w="2032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844996-8214-4F03-8F86-A4F01B5A4C8A}"/>
              </a:ext>
            </a:extLst>
          </p:cNvPr>
          <p:cNvSpPr txBox="1"/>
          <p:nvPr/>
        </p:nvSpPr>
        <p:spPr>
          <a:xfrm>
            <a:off x="6187619" y="224063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</a:t>
            </a:r>
            <a:endParaRPr lang="en-US" sz="9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7C6B04-D659-EEBC-4FB4-C63785EAB317}"/>
              </a:ext>
            </a:extLst>
          </p:cNvPr>
          <p:cNvSpPr txBox="1"/>
          <p:nvPr/>
        </p:nvSpPr>
        <p:spPr>
          <a:xfrm>
            <a:off x="6187619" y="259725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lang="en-US" sz="2100" b="1" dirty="0" err="1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</a:t>
            </a: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Protection</a:t>
            </a:r>
            <a:endParaRPr lang="en-US" sz="2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D3B548A-6EEB-C68C-1E92-20059FC56F1F}"/>
              </a:ext>
            </a:extLst>
          </p:cNvPr>
          <p:cNvSpPr/>
          <p:nvPr/>
        </p:nvSpPr>
        <p:spPr>
          <a:xfrm>
            <a:off x="6187619" y="3502510"/>
            <a:ext cx="2670048" cy="192902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 by the acceptance of the HCP and issuance of ITP.</a:t>
            </a:r>
          </a:p>
          <a:p>
            <a:pPr>
              <a:buSzPct val="100000"/>
            </a:pP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multiple activities to reduce groundwater pumping.</a:t>
            </a:r>
          </a:p>
          <a:p>
            <a:pPr>
              <a:buSzPct val="100000"/>
            </a:pP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Curtailment of groundwater withdrawal established through hydrological indices.</a:t>
            </a:r>
            <a:endParaRPr lang="en-US" sz="13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602A2CD-7858-9BF2-2C12-D7192E8DC591}"/>
              </a:ext>
            </a:extLst>
          </p:cNvPr>
          <p:cNvSpPr/>
          <p:nvPr/>
        </p:nvSpPr>
        <p:spPr>
          <a:xfrm>
            <a:off x="713232" y="5751576"/>
            <a:ext cx="10652760" cy="329184"/>
          </a:xfrm>
          <a:prstGeom prst="roundRect">
            <a:avLst>
              <a:gd name="adj" fmla="val 11111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7AF6F14-7316-A8BB-6399-90E4B5D00F59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B26B23A-060A-030C-FC78-C510E723E23C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lang="en-US" sz="8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794CF73-CA11-A07D-64C6-ABA8043E2E14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30387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7F8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B07D2-5A0F-05DC-51D4-EE32E5EAC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5D5C43C-10DB-46FA-BF59-74700550F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108960"/>
            <a:ext cx="12188952" cy="347472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BDF818C-9681-5DF2-CF80-93EBB36D5D57}"/>
              </a:ext>
            </a:extLst>
          </p:cNvPr>
          <p:cNvPicPr>
            <a:picLocks noChangeAspect="1"/>
          </p:cNvPicPr>
          <p:nvPr/>
        </p:nvPicPr>
        <p:blipFill>
          <a:blip>
            <a:alphaModFix amt="2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120" y="-1097280"/>
            <a:ext cx="5852160" cy="585216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5C56662-F077-8B9A-197D-6F6A3515B9E0}"/>
              </a:ext>
            </a:extLst>
          </p:cNvPr>
          <p:cNvSpPr txBox="1"/>
          <p:nvPr/>
        </p:nvSpPr>
        <p:spPr>
          <a:xfrm>
            <a:off x="749808" y="640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DE4E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0F7326-C190-8AD8-88E8-9E6173EFC01E}"/>
              </a:ext>
            </a:extLst>
          </p:cNvPr>
          <p:cNvSpPr txBox="1"/>
          <p:nvPr/>
        </p:nvSpPr>
        <p:spPr>
          <a:xfrm>
            <a:off x="749808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Authority Permitting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E887B8D1-7B2C-C350-61A5-1462AFC36910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5D7E8D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788328E-C3A6-C0D2-72E4-5090C39FD38F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F508CE6-66F6-74FD-3A71-AE63DB6BD754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841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5DDD4-B179-A340-0EE2-D7327B24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F819CD2-9BB6-D646-66DD-B6EA04C2D723}"/>
              </a:ext>
            </a:extLst>
          </p:cNvPr>
          <p:cNvSpPr txBox="1"/>
          <p:nvPr/>
        </p:nvSpPr>
        <p:spPr>
          <a:xfrm>
            <a:off x="594360" y="694944"/>
            <a:ext cx="10643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</a:rPr>
              <a:t>EA Permitting system capped withdrawals and created a water market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0D5D4B-E2F9-1ECD-E3AF-AC252C1D630D}"/>
              </a:ext>
            </a:extLst>
          </p:cNvPr>
          <p:cNvSpPr txBox="1"/>
          <p:nvPr/>
        </p:nvSpPr>
        <p:spPr>
          <a:xfrm>
            <a:off x="594360" y="165388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PERMITTING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9C6635-2A14-8963-AFFF-328B1D5BBFA4}"/>
              </a:ext>
            </a:extLst>
          </p:cNvPr>
          <p:cNvSpPr txBox="1"/>
          <p:nvPr/>
        </p:nvSpPr>
        <p:spPr>
          <a:xfrm>
            <a:off x="621792" y="2111133"/>
            <a:ext cx="29557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dirty="0">
                <a:solidFill>
                  <a:srgbClr val="63747A"/>
                </a:solidFill>
                <a:latin typeface="Aptos" pitchFamily="34" charset="0"/>
              </a:rPr>
              <a:t>Applications for Initial Regular Permits and Declaration of Historical Use (1973-1993) were completed by Dec1996.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32A11E5-D228-6C97-8936-9F8311A1AC9B}"/>
              </a:ext>
            </a:extLst>
          </p:cNvPr>
          <p:cNvSpPr/>
          <p:nvPr/>
        </p:nvSpPr>
        <p:spPr>
          <a:xfrm>
            <a:off x="3977640" y="5650992"/>
            <a:ext cx="7498080" cy="493776"/>
          </a:xfrm>
          <a:prstGeom prst="roundRect">
            <a:avLst>
              <a:gd name="adj" fmla="val 7407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72DB391-70C9-17EF-DA3E-08A422B24C65}"/>
              </a:ext>
            </a:extLst>
          </p:cNvPr>
          <p:cNvSpPr txBox="1"/>
          <p:nvPr/>
        </p:nvSpPr>
        <p:spPr>
          <a:xfrm>
            <a:off x="4043861" y="5672107"/>
            <a:ext cx="736563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Permitted EA groundwater by County and Use type.  Permits issued in Atascosa and Guadalupe counties not shown.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C12CEE5-65A5-0B38-6192-EDD6D2DD7080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E283A4B-A290-4C17-60BD-A3769F1CB2F6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 </a:t>
            </a: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CAB1851-C04C-C544-8F4C-A9041F4D78C5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</a:rPr>
              <a:t>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F2D73782-F603-198B-3F98-C72AEDB9509E}"/>
              </a:ext>
            </a:extLst>
          </p:cNvPr>
          <p:cNvSpPr txBox="1"/>
          <p:nvPr/>
        </p:nvSpPr>
        <p:spPr>
          <a:xfrm>
            <a:off x="633198" y="4522616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 2007, SB3 sets the region’s pumping cap at 572,000 acre-feet per year in acknowledgement of historical use.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89F027D-7C01-A9B8-824A-A881F2404D5C}"/>
              </a:ext>
            </a:extLst>
          </p:cNvPr>
          <p:cNvSpPr txBox="1"/>
          <p:nvPr/>
        </p:nvSpPr>
        <p:spPr>
          <a:xfrm>
            <a:off x="621792" y="3637303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13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permit issued in 2001 for irrigation use;  881 permits in total approved from 2001-2006.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BAEF6C0-B635-FC57-B442-910BFAC824FF}"/>
              </a:ext>
            </a:extLst>
          </p:cNvPr>
          <p:cNvSpPr txBox="1"/>
          <p:nvPr/>
        </p:nvSpPr>
        <p:spPr>
          <a:xfrm>
            <a:off x="633198" y="5341132"/>
            <a:ext cx="29329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Water can only be attained by leasing or purchasing from a permit holder who has water rights.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AB44F956-6C05-EF62-9C88-412E252C6391}"/>
              </a:ext>
            </a:extLst>
          </p:cNvPr>
          <p:cNvSpPr txBox="1"/>
          <p:nvPr/>
        </p:nvSpPr>
        <p:spPr>
          <a:xfrm>
            <a:off x="621792" y="2945807"/>
            <a:ext cx="2944368" cy="42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>
              <a:defRPr/>
            </a:pPr>
            <a:r>
              <a:rPr lang="en-US" sz="13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GW classified as Municipal, Industrial, Irrigation (Base and Unrestricted)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5300E01-13A8-793D-7AF1-35FBC63A3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432803"/>
            <a:ext cx="7498079" cy="395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2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51CDA-074F-6F7A-24E2-E543D361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A78883-3B80-7862-D650-AFABAF57AFC2}"/>
              </a:ext>
            </a:extLst>
          </p:cNvPr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851CCF-24C9-8636-3BF7-02DB8B7969AA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/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</a:rPr>
              <a:t>EA Groundwater Withdrawal Permits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3CA8CED-C01C-23EA-EEC1-1A27598C6164}"/>
              </a:ext>
            </a:extLst>
          </p:cNvPr>
          <p:cNvSpPr/>
          <p:nvPr/>
        </p:nvSpPr>
        <p:spPr>
          <a:xfrm>
            <a:off x="8558784" y="1719072"/>
            <a:ext cx="2944368" cy="4343400"/>
          </a:xfrm>
          <a:prstGeom prst="roundRect">
            <a:avLst>
              <a:gd name="adj" fmla="val 248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EE764F9-5DAF-B856-6A1D-306AAA444946}"/>
              </a:ext>
            </a:extLst>
          </p:cNvPr>
          <p:cNvSpPr txBox="1"/>
          <p:nvPr/>
        </p:nvSpPr>
        <p:spPr>
          <a:xfrm>
            <a:off x="886968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PERMITTING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A45BF16-3FDC-7774-A28E-D005E627C1DB}"/>
              </a:ext>
            </a:extLst>
          </p:cNvPr>
          <p:cNvSpPr txBox="1"/>
          <p:nvPr/>
        </p:nvSpPr>
        <p:spPr>
          <a:xfrm>
            <a:off x="8869679" y="2395728"/>
            <a:ext cx="24168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</a:rPr>
              <a:t>Permitted Pumping Cap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95A4FE6-CCC6-4410-05B9-CA0C43808A6B}"/>
              </a:ext>
            </a:extLst>
          </p:cNvPr>
          <p:cNvSpPr txBox="1"/>
          <p:nvPr/>
        </p:nvSpPr>
        <p:spPr>
          <a:xfrm>
            <a:off x="8869680" y="284378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572,000 acre-feet per year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rgbClr val="DDE8EA"/>
              </a:solidFill>
              <a:latin typeface="Aptos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DE8EA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Prior to any curtailments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434C552-C031-B8DA-65B9-B4D08F3BD909}"/>
              </a:ext>
            </a:extLst>
          </p:cNvPr>
          <p:cNvSpPr/>
          <p:nvPr/>
        </p:nvSpPr>
        <p:spPr>
          <a:xfrm>
            <a:off x="8869680" y="3700989"/>
            <a:ext cx="2011680" cy="0"/>
          </a:xfrm>
          <a:prstGeom prst="line">
            <a:avLst/>
          </a:prstGeom>
          <a:noFill/>
          <a:ln w="12700">
            <a:solidFill>
              <a:srgbClr val="547C8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1E7F10B-95E5-DE23-375F-EB79937F3945}"/>
              </a:ext>
            </a:extLst>
          </p:cNvPr>
          <p:cNvSpPr txBox="1"/>
          <p:nvPr/>
        </p:nvSpPr>
        <p:spPr>
          <a:xfrm>
            <a:off x="8869680" y="3930217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DB6C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UNPERMITTED PUMPING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F9BC6A5-8A3E-929E-518B-0D8D2F3F1C89}"/>
              </a:ext>
            </a:extLst>
          </p:cNvPr>
          <p:cNvSpPr txBox="1"/>
          <p:nvPr/>
        </p:nvSpPr>
        <p:spPr>
          <a:xfrm>
            <a:off x="8869680" y="4271233"/>
            <a:ext cx="2148840" cy="16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Domestic and Livestock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Federal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Limited Production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</a:rPr>
              <a:t>~ 21,000 acre-feet in 2024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3EFEE4B-88AD-773A-3C40-A58443471730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448270C-7748-1EE7-E708-0B769D5D4CD5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097E7CE-EEC1-A3F9-D35A-8A93D7323D30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5F447E1-5DB9-068B-136E-DA417FA56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19" b="13648"/>
          <a:stretch>
            <a:fillRect/>
          </a:stretch>
        </p:blipFill>
        <p:spPr>
          <a:xfrm>
            <a:off x="210423" y="1197868"/>
            <a:ext cx="6989023" cy="277977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6DCDAB4-4A6E-E6A7-B9F9-F133058F40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98" t="7167" b="10355"/>
          <a:stretch>
            <a:fillRect/>
          </a:stretch>
        </p:blipFill>
        <p:spPr>
          <a:xfrm>
            <a:off x="309931" y="3611882"/>
            <a:ext cx="5804000" cy="266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02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7F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108960"/>
            <a:ext cx="12188952" cy="34747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2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120" y="-1097280"/>
            <a:ext cx="585216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49808" y="640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DE4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749808" y="12344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Authority Critical Period Management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5D7E8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B5AF0-C994-1F6D-81C1-217CE7EC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186F761-C2F0-D007-91BA-01F8C023EFCC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Critical Period Management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4130F2-995A-7C3C-83E7-62FA922FB5C3}"/>
              </a:ext>
            </a:extLst>
          </p:cNvPr>
          <p:cNvSpPr/>
          <p:nvPr/>
        </p:nvSpPr>
        <p:spPr>
          <a:xfrm>
            <a:off x="4459224" y="1323211"/>
            <a:ext cx="3273552" cy="4348897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4DA43EB-CFED-432C-E655-CAEB54CF1F39}"/>
              </a:ext>
            </a:extLst>
          </p:cNvPr>
          <p:cNvSpPr/>
          <p:nvPr/>
        </p:nvSpPr>
        <p:spPr>
          <a:xfrm>
            <a:off x="8092440" y="1323211"/>
            <a:ext cx="3273552" cy="4348897"/>
          </a:xfrm>
          <a:prstGeom prst="roundRect">
            <a:avLst>
              <a:gd name="adj" fmla="val 2235"/>
            </a:avLst>
          </a:prstGeom>
          <a:solidFill>
            <a:srgbClr val="DDECEF"/>
          </a:solidFill>
          <a:ln w="20320">
            <a:solidFill>
              <a:srgbClr val="6DB6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13824B9-0345-CEDA-8A54-CB83873F145E}"/>
              </a:ext>
            </a:extLst>
          </p:cNvPr>
          <p:cNvSpPr/>
          <p:nvPr/>
        </p:nvSpPr>
        <p:spPr>
          <a:xfrm>
            <a:off x="713232" y="5751576"/>
            <a:ext cx="10652760" cy="329184"/>
          </a:xfrm>
          <a:prstGeom prst="roundRect">
            <a:avLst>
              <a:gd name="adj" fmla="val 11111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CAAAFC3-2628-D08F-AF55-D409DCFD8AFE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2EA40AF-D20B-2CBC-C500-82F893F8D287}"/>
              </a:ext>
            </a:extLst>
          </p:cNvPr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EA SPRINGFLOW PROTECTION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8926E41-6FE6-C671-C414-A67287BAFCA1}"/>
              </a:ext>
            </a:extLst>
          </p:cNvPr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72E07DB-4C03-535F-0AF5-E0DD885392DD}"/>
              </a:ext>
            </a:extLst>
          </p:cNvPr>
          <p:cNvSpPr txBox="1"/>
          <p:nvPr/>
        </p:nvSpPr>
        <p:spPr>
          <a:xfrm>
            <a:off x="713232" y="152422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Cricial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 Period Management stages are applied separately for the Uvalde Pool (Uvalde County) and San Antonio Pool (all other counties)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AFB1B04-493C-4980-2FF1-D5FD90141DF3}"/>
              </a:ext>
            </a:extLst>
          </p:cNvPr>
          <p:cNvSpPr txBox="1"/>
          <p:nvPr/>
        </p:nvSpPr>
        <p:spPr>
          <a:xfrm>
            <a:off x="724638" y="3935703"/>
            <a:ext cx="31684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Something about them being prorated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545D50F-098D-5A32-3825-9B2B54DA5DD1}"/>
              </a:ext>
            </a:extLst>
          </p:cNvPr>
          <p:cNvSpPr txBox="1"/>
          <p:nvPr/>
        </p:nvSpPr>
        <p:spPr>
          <a:xfrm>
            <a:off x="713232" y="3050390"/>
            <a:ext cx="309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defRPr/>
            </a:pPr>
            <a:r>
              <a:rPr lang="en-US" sz="13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Something about 10 day; and then the exception on the </a:t>
            </a:r>
            <a:r>
              <a:rPr lang="en-US" sz="135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45/40 rule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4B4679DF-0B23-AD82-CE23-3AF89E727053}"/>
              </a:ext>
            </a:extLst>
          </p:cNvPr>
          <p:cNvSpPr txBox="1"/>
          <p:nvPr/>
        </p:nvSpPr>
        <p:spPr>
          <a:xfrm>
            <a:off x="724638" y="4754219"/>
            <a:ext cx="31684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Something about index well locations,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usgs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does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springflow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03437B1F-CF85-1078-BD48-E0FD09B60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666"/>
          <a:stretch>
            <a:fillRect/>
          </a:stretch>
        </p:blipFill>
        <p:spPr>
          <a:xfrm>
            <a:off x="4555325" y="1354328"/>
            <a:ext cx="3115465" cy="4285129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6296BAB-28E0-5D7E-8CD2-F6868BCA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5733"/>
          <a:stretch>
            <a:fillRect/>
          </a:stretch>
        </p:blipFill>
        <p:spPr>
          <a:xfrm>
            <a:off x="8187465" y="1356715"/>
            <a:ext cx="3022899" cy="419939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127B17B5-01D0-578A-9C83-3215E568A4EC}"/>
              </a:ext>
            </a:extLst>
          </p:cNvPr>
          <p:cNvSpPr txBox="1"/>
          <p:nvPr/>
        </p:nvSpPr>
        <p:spPr>
          <a:xfrm>
            <a:off x="5273040" y="5837543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SAN ANTONIO POOL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57935C-87EC-8F73-7B81-AD7CDEB5DADD}"/>
              </a:ext>
            </a:extLst>
          </p:cNvPr>
          <p:cNvSpPr txBox="1"/>
          <p:nvPr/>
        </p:nvSpPr>
        <p:spPr>
          <a:xfrm>
            <a:off x="9291828" y="583794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UVALDE POOL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55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Springflow protection is an operating system—not a single measure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declarative headline to frame the evidence on the slide.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874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D7F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780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FUNCTIONS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88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Hydrologic monitoring, implementation actions, and biological outcomes should read as one connected story.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77640" y="1874520"/>
            <a:ext cx="74980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215384" y="2048256"/>
            <a:ext cx="7022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FIGURE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15384" y="2304288"/>
            <a:ext cx="702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in the primary plot, map, or monitoring result supporting the headline.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16552" y="2743200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16552" y="3344418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16552" y="3945636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16552" y="4546854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16552" y="5148072"/>
            <a:ext cx="6784848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16552" y="5148072"/>
            <a:ext cx="6784848" cy="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16552" y="2743200"/>
            <a:ext cx="0" cy="2404872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894576" y="52578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/ SITE / CATEGORY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7810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977640" y="5650992"/>
            <a:ext cx="7498080" cy="493776"/>
          </a:xfrm>
          <a:prstGeom prst="roundRect">
            <a:avLst>
              <a:gd name="adj" fmla="val 7407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251960" y="5742432"/>
            <a:ext cx="6949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  ·  Explain what changed, why it matters, and what the program is doing about 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SPRINGFLOW PROTECTION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Hydrologic conditions set the operating context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the condition, then connect it directly to implementation.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7635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41832" y="1883664"/>
            <a:ext cx="7123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SPRINGFLOW THROUGH THE IMPLEMENTATION YEAR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130552"/>
            <a:ext cx="7123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styling: observed flow, threshold band, and implementation annotation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88720" y="256032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333756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411480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88720" y="489204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8720" y="5669280"/>
            <a:ext cx="6858000" cy="0"/>
          </a:xfrm>
          <a:prstGeom prst="line">
            <a:avLst/>
          </a:prstGeom>
          <a:noFill/>
          <a:ln w="6350">
            <a:solidFill>
              <a:srgbClr val="D8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88720" y="4332427"/>
            <a:ext cx="6858000" cy="559613"/>
          </a:xfrm>
          <a:prstGeom prst="rect">
            <a:avLst/>
          </a:prstGeom>
          <a:solidFill>
            <a:srgbClr val="F2E1DC">
              <a:alpha val="82000"/>
            </a:srgbClr>
          </a:solidFill>
          <a:ln w="12700">
            <a:solidFill>
              <a:srgbClr val="F2E1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261872" y="439460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C65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RANGE</a:t>
            </a:r>
            <a:endParaRPr lang="en-US" sz="72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" y="2560320"/>
            <a:ext cx="6858000" cy="31089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188720" y="5669280"/>
            <a:ext cx="6858000" cy="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88720" y="2560320"/>
            <a:ext cx="0" cy="310896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188720" y="5742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5742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558784" y="1719072"/>
            <a:ext cx="2944368" cy="4343400"/>
          </a:xfrm>
          <a:prstGeom prst="roundRect">
            <a:avLst>
              <a:gd name="adj" fmla="val 2484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86968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condition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84378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the springflow percentile, trend, or operational category most relevant to the meeting.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869680" y="4041648"/>
            <a:ext cx="2011680" cy="0"/>
          </a:xfrm>
          <a:prstGeom prst="line">
            <a:avLst/>
          </a:prstGeom>
          <a:noFill/>
          <a:ln w="12700">
            <a:solidFill>
              <a:srgbClr val="547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8869680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LINK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4626864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specific program implication in one or two sentences.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869680" y="5559552"/>
            <a:ext cx="941832" cy="283464"/>
          </a:xfrm>
          <a:prstGeom prst="roundRect">
            <a:avLst>
              <a:gd name="adj" fmla="val 25806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8961120" y="5568696"/>
            <a:ext cx="758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902952" y="5559552"/>
            <a:ext cx="1078992" cy="283464"/>
          </a:xfrm>
          <a:prstGeom prst="roundRect">
            <a:avLst>
              <a:gd name="adj" fmla="val 25806"/>
            </a:avLst>
          </a:prstGeom>
          <a:solidFill>
            <a:srgbClr val="C65D4A"/>
          </a:solidFill>
          <a:ln w="12700">
            <a:solidFill>
              <a:srgbClr val="C65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9994392" y="5568696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HYDROLOGIC UPDATE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STATUS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components are best reviewed by purpose and status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format works for ASR, VISPO, irrigation suspension, regional conservation, or other measures.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830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078224" y="1783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IN SPRINGFLOW PROTECTION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857232" y="1783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STATUS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3232" y="2688336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2139696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component 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43934" y="2139696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mechanism and the operational value it provides.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23476" y="2258568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E5ECE6"/>
          </a:solidFill>
          <a:ln w="12700">
            <a:solidFill>
              <a:srgbClr val="E5E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14916" y="2267712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3383280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3232" y="2834640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component 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43934" y="2834640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mechanism and the operational value it provides.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23476" y="2953512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F2E1DC"/>
          </a:solidFill>
          <a:ln w="12700">
            <a:solidFill>
              <a:srgbClr val="F2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14916" y="2962656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" y="4078224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3232" y="3529584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component 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43934" y="3529584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mechanism and the operational value it provides.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23476" y="3648456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614916" y="3657600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" y="4773168"/>
            <a:ext cx="10744200" cy="0"/>
          </a:xfrm>
          <a:prstGeom prst="line">
            <a:avLst/>
          </a:prstGeom>
          <a:noFill/>
          <a:ln w="889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13232" y="4224528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component 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43934" y="4224528"/>
            <a:ext cx="526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mechanism and the operational value it provides.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23476" y="4343400"/>
            <a:ext cx="1719072" cy="283464"/>
          </a:xfrm>
          <a:prstGeom prst="roundRect">
            <a:avLst>
              <a:gd name="adj" fmla="val 25806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614916" y="4352544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" y="5138928"/>
            <a:ext cx="10744200" cy="768096"/>
          </a:xfrm>
          <a:prstGeom prst="roundRect">
            <a:avLst>
              <a:gd name="adj" fmla="val 5952"/>
            </a:avLst>
          </a:prstGeom>
          <a:solidFill>
            <a:srgbClr val="EEEAE2"/>
          </a:solidFill>
          <a:ln w="1270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50976" y="5367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PROMPT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523744" y="5257800"/>
            <a:ext cx="8549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implementation functioning as designed, and where does the committee need additional evidence or context?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STATUS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+ 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Place-based evidence keeps the program grounded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layout for wells, service areas, springs, reaches, refugia, or implementation geography.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673352"/>
            <a:ext cx="7516368" cy="4462272"/>
          </a:xfrm>
          <a:prstGeom prst="roundRect">
            <a:avLst>
              <a:gd name="adj" fmla="val 1639"/>
            </a:avLst>
          </a:prstGeom>
          <a:solidFill>
            <a:srgbClr val="E8ECEA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1938528"/>
            <a:ext cx="6931152" cy="3813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rot="480000">
            <a:off x="1965960" y="2779776"/>
            <a:ext cx="4434840" cy="1965960"/>
          </a:xfrm>
          <a:prstGeom prst="arc">
            <a:avLst/>
          </a:prstGeom>
          <a:solidFill>
            <a:srgbClr val="E8ECEA">
              <a:alpha val="0"/>
            </a:srgbClr>
          </a:solidFill>
          <a:ln w="635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880360" y="2971800"/>
            <a:ext cx="182880" cy="182880"/>
          </a:xfrm>
          <a:prstGeom prst="ellipse">
            <a:avLst/>
          </a:prstGeom>
          <a:solidFill>
            <a:srgbClr val="0B3C5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73168" y="3694176"/>
            <a:ext cx="182880" cy="182880"/>
          </a:xfrm>
          <a:prstGeom prst="ellipse">
            <a:avLst/>
          </a:prstGeom>
          <a:solidFill>
            <a:srgbClr val="C65D4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99632" y="3081528"/>
            <a:ext cx="182880" cy="182880"/>
          </a:xfrm>
          <a:prstGeom prst="ellipse">
            <a:avLst/>
          </a:prstGeom>
          <a:solidFill>
            <a:srgbClr val="0B3C5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7552" y="5632704"/>
            <a:ext cx="1399032" cy="283464"/>
          </a:xfrm>
          <a:prstGeom prst="roundRect">
            <a:avLst>
              <a:gd name="adj" fmla="val 25806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78992" y="5641848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/ GIS FIGURE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532888" y="5632704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this placeholder with an exported map. Preserve generous margins and keep legends compact.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1847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MAP SHOWS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Location-specific finding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258775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sentence interpreting the first feature or spatial pattern.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4381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connection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381304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sentence connecting geography to program operations or risk.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65D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4663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requiring attention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503834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coral only for an exception, threshold, or discussion item.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EVIDENCE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PATHWAY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how evidence becomes implementation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pathway clarifies triggers, responsibilities, and intended outcomes.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DDECE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41832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7614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2826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Hydrologic signal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40050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forecasts, and operational conditions.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72384" y="3172968"/>
            <a:ext cx="301752" cy="594360"/>
          </a:xfrm>
          <a:prstGeom prst="chevron">
            <a:avLst/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4787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E5ECE6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76472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27614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776472" y="32826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determination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776472" y="40050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thresholds, rules, and professional judgment.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07024" y="3172968"/>
            <a:ext cx="301752" cy="594360"/>
          </a:xfrm>
          <a:prstGeom prst="chevron">
            <a:avLst/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8251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EEEAE2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611112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27614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32826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action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40050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Activate, sustain, adjust, or conclude the measure.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41664" y="3172968"/>
            <a:ext cx="301752" cy="594360"/>
          </a:xfrm>
          <a:prstGeom prst="chevron">
            <a:avLst/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17152" y="20574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F2E1DC"/>
          </a:solidFill>
          <a:ln w="12700">
            <a:solidFill>
              <a:srgbClr val="C65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445752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65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445752" y="27614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445752" y="32826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and learning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445752" y="40050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hydrologic and biological response.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" y="5422392"/>
            <a:ext cx="10744200" cy="512064"/>
          </a:xfrm>
          <a:prstGeom prst="roundRect">
            <a:avLst>
              <a:gd name="adj" fmla="val 7143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69264" y="55229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QUESTION  ·  Is each handoff clear, documented, and supported by the right evidence?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PATHWAY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FINDINGS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 the condition with the response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aligned figures when the comparison—not either figure alone—is the message.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358384" cy="4187952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23544" y="1911096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· HYDROLOGIC CONDITION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67128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springflow, index well, pumping, recharge, or climate signal.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24712" y="2606040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24712" y="3351276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24712" y="4096512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24712" y="4841748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24712" y="5586984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24712" y="5586984"/>
            <a:ext cx="4645152" cy="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24712" y="2606040"/>
            <a:ext cx="0" cy="2980944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532888" y="56967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/ SITE / CATEGORY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53912" y="1737360"/>
            <a:ext cx="5358384" cy="4187952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91656" y="1911096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· PROGRAM RESPONSE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2167128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volume conserved, action timing, participation, or biological indicator.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92824" y="2606040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92824" y="3351276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92824" y="4096512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92824" y="4841748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92824" y="5586984"/>
            <a:ext cx="4645152" cy="0"/>
          </a:xfrm>
          <a:prstGeom prst="line">
            <a:avLst/>
          </a:prstGeom>
          <a:noFill/>
          <a:ln w="6350">
            <a:solidFill>
              <a:srgbClr val="D8DE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92824" y="5586984"/>
            <a:ext cx="4645152" cy="0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92824" y="2606040"/>
            <a:ext cx="0" cy="2980944"/>
          </a:xfrm>
          <a:prstGeom prst="line">
            <a:avLst/>
          </a:prstGeom>
          <a:noFill/>
          <a:ln w="10160">
            <a:solidFill>
              <a:srgbClr val="637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001000" y="56967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/ SITE / CATEGORY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85232" y="3520440"/>
            <a:ext cx="1563624" cy="283464"/>
          </a:xfrm>
          <a:prstGeom prst="roundRect">
            <a:avLst>
              <a:gd name="adj" fmla="val 25806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376672" y="3529584"/>
            <a:ext cx="1380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FINDINGS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THIS DECK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 design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this slide as a reference, then remove it from the final briefing.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PALETTE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AQUIFER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#0B3C5D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84248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984248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#2D7F83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82696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6DB6C4"/>
          </a:solidFill>
          <a:ln w="1270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282696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282696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#6DB6C4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81144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5F7D68"/>
          </a:solidFill>
          <a:ln w="12700">
            <a:solidFill>
              <a:srgbClr val="5F7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81144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CYPRESS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#5F7D68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879592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D5CFC2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879592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LIMESTONE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879592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#D5CFC2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178040" y="2286000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C65D4A"/>
          </a:solidFill>
          <a:ln w="12700">
            <a:solidFill>
              <a:srgbClr val="C65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178040" y="28895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0998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#C65D4A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2267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Aptos Display</a:t>
            </a:r>
            <a:endParaRPr lang="en-US" sz="25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270662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headings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30723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Aptos supports compact technical prose, tables, captions, and annotation.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50976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RULE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" y="44897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scientific message per slide.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" y="4919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headline to state the finding—not merely name the topic.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08192" y="388620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DDECEF"/>
          </a:solidFill>
          <a:ln w="12700">
            <a:solidFill>
              <a:srgbClr val="DD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373368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RULE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73368" y="44897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attention with one accent.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6373368" y="49194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data stay aquifer blue or gray; coral marks thresholds, exceptions, or decisions.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GUIDANCE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D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/ DECISION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committee discuss?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7E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convert information into focused scientific dialogue.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10771632" cy="987552"/>
          </a:xfrm>
          <a:prstGeom prst="roundRect">
            <a:avLst>
              <a:gd name="adj" fmla="val 5556"/>
            </a:avLst>
          </a:prstGeom>
          <a:solidFill>
            <a:srgbClr val="123F5B"/>
          </a:solidFill>
          <a:ln w="10160">
            <a:solidFill>
              <a:srgbClr val="41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207568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4BB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20208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the evidence sufficient?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870448" y="202082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6E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gaps in monitoring, interpretation, or communication.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3108960"/>
            <a:ext cx="10771632" cy="987552"/>
          </a:xfrm>
          <a:prstGeom prst="roundRect">
            <a:avLst>
              <a:gd name="adj" fmla="val 5556"/>
            </a:avLst>
          </a:prstGeom>
          <a:solidFill>
            <a:srgbClr val="123F5B"/>
          </a:solidFill>
          <a:ln w="10160">
            <a:solidFill>
              <a:srgbClr val="41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331012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4BB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27632" y="325526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implementation performing as intended?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870448" y="325526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6E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operational execution from environmental outcome.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4343400"/>
            <a:ext cx="10771632" cy="987552"/>
          </a:xfrm>
          <a:prstGeom prst="roundRect">
            <a:avLst>
              <a:gd name="adj" fmla="val 5556"/>
            </a:avLst>
          </a:prstGeom>
          <a:solidFill>
            <a:srgbClr val="174C68"/>
          </a:solidFill>
          <a:ln w="10160">
            <a:solidFill>
              <a:srgbClr val="41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454456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DB6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448970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change before the next cycle?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870448" y="448970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6E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a specific analysis, action, or decision owner.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5D7E8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COMMITTEE DISCUSSION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Looking forward: protect the next implementation cycle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the close around near-term commitments—not a generic summary.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87552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542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the next operational milestone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87552" y="3447288"/>
            <a:ext cx="267004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current status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immediate data gaps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decisions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8264" y="1874520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DDECEF"/>
          </a:solidFill>
          <a:ln w="20320">
            <a:solidFill>
              <a:srgbClr val="6D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72584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CYCLE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2542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the next committee meeting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72584" y="3447288"/>
            <a:ext cx="267004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targeted analyses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presentation of triggers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agreed actions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874520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357616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TERM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542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learning agenda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57616" y="3447288"/>
            <a:ext cx="267004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integration across measures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performance over time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adaptive changes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" y="5751576"/>
            <a:ext cx="10652760" cy="329184"/>
          </a:xfrm>
          <a:prstGeom prst="roundRect">
            <a:avLst>
              <a:gd name="adj" fmla="val 11111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41832" y="5797296"/>
            <a:ext cx="10168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WITH OWNERSHIP  ·  Who will do what, by when, and what evidence will show completion?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1792" y="6556248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LOOKING FORWARD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537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794760"/>
            <a:ext cx="12188952" cy="2788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5160" y="-1051560"/>
            <a:ext cx="5760720" cy="5760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58952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 · SPRINGFLOW PROTECTION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225296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0B3C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786384" y="2834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374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slides may follow using the same figure and status layouts.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86384" y="57790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 ·  TITLE  ·  CONTACT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786384" y="61081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Edwards Aquifer Habitat Conservation Plan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1859</TotalTime>
  <Words>1223</Words>
  <Application>Microsoft Office PowerPoint</Application>
  <PresentationFormat>Widescreen</PresentationFormat>
  <Paragraphs>256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Edwards Aquifer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EAHCP Springflow Protection Programs — Scientific Presentation Template</dc:title>
  <dc:subject>EAHCP Springflow Protection Programs presentation template</dc:subject>
  <dc:creator>OpenAI</dc:creator>
  <cp:lastModifiedBy>Chad Furl</cp:lastModifiedBy>
  <cp:revision>1</cp:revision>
  <dcterms:created xsi:type="dcterms:W3CDTF">2026-07-21T14:31:18Z</dcterms:created>
  <dcterms:modified xsi:type="dcterms:W3CDTF">2026-07-22T22:08:26Z</dcterms:modified>
</cp:coreProperties>
</file>