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9"/>
  </p:notesMasterIdLst>
  <p:sldIdLst>
    <p:sldId id="256" r:id="rId2"/>
    <p:sldId id="268" r:id="rId3"/>
    <p:sldId id="271" r:id="rId4"/>
    <p:sldId id="269" r:id="rId5"/>
    <p:sldId id="270" r:id="rId6"/>
    <p:sldId id="258" r:id="rId7"/>
    <p:sldId id="272" r:id="rId8"/>
    <p:sldId id="273" r:id="rId9"/>
    <p:sldId id="274" r:id="rId10"/>
    <p:sldId id="275" r:id="rId11"/>
    <p:sldId id="276" r:id="rId12"/>
    <p:sldId id="277" r:id="rId13"/>
    <p:sldId id="279" r:id="rId14"/>
    <p:sldId id="281" r:id="rId15"/>
    <p:sldId id="282" r:id="rId16"/>
    <p:sldId id="280" r:id="rId17"/>
    <p:sldId id="283" r:id="rId18"/>
    <p:sldId id="261" r:id="rId19"/>
    <p:sldId id="262" r:id="rId20"/>
    <p:sldId id="263" r:id="rId21"/>
    <p:sldId id="260" r:id="rId22"/>
    <p:sldId id="264" r:id="rId23"/>
    <p:sldId id="257" r:id="rId24"/>
    <p:sldId id="259" r:id="rId25"/>
    <p:sldId id="265" r:id="rId26"/>
    <p:sldId id="266" r:id="rId27"/>
    <p:sldId id="267" r:id="rId2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7F5F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5B3F01D-4F86-4B5D-9541-30AB90CAD039}" v="4" dt="2026-07-27T13:50:39.25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0" d="100"/>
          <a:sy n="120" d="100"/>
        </p:scale>
        <p:origin x="114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35" Type="http://schemas.microsoft.com/office/2015/10/relationships/revisionInfo" Target="revisionInfo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had Furl" userId="e1f063c0-f891-481e-b162-0b825299f031" providerId="ADAL" clId="{6ADDB542-7708-4E33-BA5D-95E7728F0CE2}"/>
    <pc:docChg chg="undo custSel addSld delSld modSld sldOrd">
      <pc:chgData name="Chad Furl" userId="e1f063c0-f891-481e-b162-0b825299f031" providerId="ADAL" clId="{6ADDB542-7708-4E33-BA5D-95E7728F0CE2}" dt="2026-07-27T13:51:04.393" v="418" actId="20577"/>
      <pc:docMkLst>
        <pc:docMk/>
      </pc:docMkLst>
      <pc:sldChg chg="ord">
        <pc:chgData name="Chad Furl" userId="e1f063c0-f891-481e-b162-0b825299f031" providerId="ADAL" clId="{6ADDB542-7708-4E33-BA5D-95E7728F0CE2}" dt="2026-07-27T13:50:42.566" v="355"/>
        <pc:sldMkLst>
          <pc:docMk/>
          <pc:sldMk cId="0" sldId="260"/>
        </pc:sldMkLst>
      </pc:sldChg>
      <pc:sldChg chg="modSp add mod">
        <pc:chgData name="Chad Furl" userId="e1f063c0-f891-481e-b162-0b825299f031" providerId="ADAL" clId="{6ADDB542-7708-4E33-BA5D-95E7728F0CE2}" dt="2026-07-27T13:50:16.141" v="352" actId="20577"/>
        <pc:sldMkLst>
          <pc:docMk/>
          <pc:sldMk cId="2561491626" sldId="280"/>
        </pc:sldMkLst>
        <pc:spChg chg="mod">
          <ac:chgData name="Chad Furl" userId="e1f063c0-f891-481e-b162-0b825299f031" providerId="ADAL" clId="{6ADDB542-7708-4E33-BA5D-95E7728F0CE2}" dt="2026-07-27T13:50:16.141" v="352" actId="20577"/>
          <ac:spMkLst>
            <pc:docMk/>
            <pc:sldMk cId="2561491626" sldId="280"/>
            <ac:spMk id="3" creationId="{6E961769-B521-F127-DBD7-EEE3093FEFAC}"/>
          </ac:spMkLst>
        </pc:spChg>
      </pc:sldChg>
      <pc:sldChg chg="delSp modSp add mod">
        <pc:chgData name="Chad Furl" userId="e1f063c0-f891-481e-b162-0b825299f031" providerId="ADAL" clId="{6ADDB542-7708-4E33-BA5D-95E7728F0CE2}" dt="2026-07-27T13:49:02.800" v="269" actId="1076"/>
        <pc:sldMkLst>
          <pc:docMk/>
          <pc:sldMk cId="530675565" sldId="281"/>
        </pc:sldMkLst>
        <pc:spChg chg="mod">
          <ac:chgData name="Chad Furl" userId="e1f063c0-f891-481e-b162-0b825299f031" providerId="ADAL" clId="{6ADDB542-7708-4E33-BA5D-95E7728F0CE2}" dt="2026-07-27T13:42:55.365" v="37" actId="20577"/>
          <ac:spMkLst>
            <pc:docMk/>
            <pc:sldMk cId="530675565" sldId="281"/>
            <ac:spMk id="3" creationId="{0AC5EA63-82AA-3649-BEA0-7ED3FACD90F0}"/>
          </ac:spMkLst>
        </pc:spChg>
        <pc:spChg chg="mod">
          <ac:chgData name="Chad Furl" userId="e1f063c0-f891-481e-b162-0b825299f031" providerId="ADAL" clId="{6ADDB542-7708-4E33-BA5D-95E7728F0CE2}" dt="2026-07-27T13:44:44.124" v="172" actId="20577"/>
          <ac:spMkLst>
            <pc:docMk/>
            <pc:sldMk cId="530675565" sldId="281"/>
            <ac:spMk id="4" creationId="{54AE35C7-5A7F-E762-7FC7-1E8D84B5C6EA}"/>
          </ac:spMkLst>
        </pc:spChg>
        <pc:spChg chg="del">
          <ac:chgData name="Chad Furl" userId="e1f063c0-f891-481e-b162-0b825299f031" providerId="ADAL" clId="{6ADDB542-7708-4E33-BA5D-95E7728F0CE2}" dt="2026-07-27T13:43:44.208" v="38" actId="478"/>
          <ac:spMkLst>
            <pc:docMk/>
            <pc:sldMk cId="530675565" sldId="281"/>
            <ac:spMk id="5" creationId="{34DB7500-4E59-61E0-3F6B-4365013CB412}"/>
          </ac:spMkLst>
        </pc:spChg>
        <pc:spChg chg="del">
          <ac:chgData name="Chad Furl" userId="e1f063c0-f891-481e-b162-0b825299f031" providerId="ADAL" clId="{6ADDB542-7708-4E33-BA5D-95E7728F0CE2}" dt="2026-07-27T13:43:44.208" v="38" actId="478"/>
          <ac:spMkLst>
            <pc:docMk/>
            <pc:sldMk cId="530675565" sldId="281"/>
            <ac:spMk id="7" creationId="{75175C22-AEA1-4E32-1D85-8D87117D63AD}"/>
          </ac:spMkLst>
        </pc:spChg>
        <pc:spChg chg="del">
          <ac:chgData name="Chad Furl" userId="e1f063c0-f891-481e-b162-0b825299f031" providerId="ADAL" clId="{6ADDB542-7708-4E33-BA5D-95E7728F0CE2}" dt="2026-07-27T13:43:44.208" v="38" actId="478"/>
          <ac:spMkLst>
            <pc:docMk/>
            <pc:sldMk cId="530675565" sldId="281"/>
            <ac:spMk id="8" creationId="{0301D59B-7781-08EC-0AD6-049B8676C0F2}"/>
          </ac:spMkLst>
        </pc:spChg>
        <pc:spChg chg="del">
          <ac:chgData name="Chad Furl" userId="e1f063c0-f891-481e-b162-0b825299f031" providerId="ADAL" clId="{6ADDB542-7708-4E33-BA5D-95E7728F0CE2}" dt="2026-07-27T13:43:44.208" v="38" actId="478"/>
          <ac:spMkLst>
            <pc:docMk/>
            <pc:sldMk cId="530675565" sldId="281"/>
            <ac:spMk id="9" creationId="{2B5679FA-E760-B835-0C85-FEC4873F4DC0}"/>
          </ac:spMkLst>
        </pc:spChg>
        <pc:spChg chg="del">
          <ac:chgData name="Chad Furl" userId="e1f063c0-f891-481e-b162-0b825299f031" providerId="ADAL" clId="{6ADDB542-7708-4E33-BA5D-95E7728F0CE2}" dt="2026-07-27T13:43:44.208" v="38" actId="478"/>
          <ac:spMkLst>
            <pc:docMk/>
            <pc:sldMk cId="530675565" sldId="281"/>
            <ac:spMk id="10" creationId="{80B2DFE4-39E1-ACE0-2DC2-8A711A6D40F8}"/>
          </ac:spMkLst>
        </pc:spChg>
        <pc:spChg chg="del">
          <ac:chgData name="Chad Furl" userId="e1f063c0-f891-481e-b162-0b825299f031" providerId="ADAL" clId="{6ADDB542-7708-4E33-BA5D-95E7728F0CE2}" dt="2026-07-27T13:43:50.841" v="42" actId="478"/>
          <ac:spMkLst>
            <pc:docMk/>
            <pc:sldMk cId="530675565" sldId="281"/>
            <ac:spMk id="11" creationId="{81224ED0-4EAE-11A6-507F-0ACB6AB55202}"/>
          </ac:spMkLst>
        </pc:spChg>
        <pc:spChg chg="del">
          <ac:chgData name="Chad Furl" userId="e1f063c0-f891-481e-b162-0b825299f031" providerId="ADAL" clId="{6ADDB542-7708-4E33-BA5D-95E7728F0CE2}" dt="2026-07-27T13:43:44.208" v="38" actId="478"/>
          <ac:spMkLst>
            <pc:docMk/>
            <pc:sldMk cId="530675565" sldId="281"/>
            <ac:spMk id="12" creationId="{9F40FF5E-C6D1-EC7F-D547-AC8589A34844}"/>
          </ac:spMkLst>
        </pc:spChg>
        <pc:spChg chg="del mod">
          <ac:chgData name="Chad Furl" userId="e1f063c0-f891-481e-b162-0b825299f031" providerId="ADAL" clId="{6ADDB542-7708-4E33-BA5D-95E7728F0CE2}" dt="2026-07-27T13:43:49.841" v="41" actId="478"/>
          <ac:spMkLst>
            <pc:docMk/>
            <pc:sldMk cId="530675565" sldId="281"/>
            <ac:spMk id="13" creationId="{DCE14DA0-69B1-D06F-7710-BAF1562AB014}"/>
          </ac:spMkLst>
        </pc:spChg>
        <pc:spChg chg="del mod">
          <ac:chgData name="Chad Furl" userId="e1f063c0-f891-481e-b162-0b825299f031" providerId="ADAL" clId="{6ADDB542-7708-4E33-BA5D-95E7728F0CE2}" dt="2026-07-27T13:45:13.775" v="174" actId="478"/>
          <ac:spMkLst>
            <pc:docMk/>
            <pc:sldMk cId="530675565" sldId="281"/>
            <ac:spMk id="14" creationId="{789C1405-D47D-2364-8B9D-4EED6064ED40}"/>
          </ac:spMkLst>
        </pc:spChg>
        <pc:spChg chg="mod">
          <ac:chgData name="Chad Furl" userId="e1f063c0-f891-481e-b162-0b825299f031" providerId="ADAL" clId="{6ADDB542-7708-4E33-BA5D-95E7728F0CE2}" dt="2026-07-27T13:45:24.749" v="175" actId="1076"/>
          <ac:spMkLst>
            <pc:docMk/>
            <pc:sldMk cId="530675565" sldId="281"/>
            <ac:spMk id="15" creationId="{7BDCAD75-998D-F5D0-D484-A4862DE2DA58}"/>
          </ac:spMkLst>
        </pc:spChg>
        <pc:spChg chg="mod">
          <ac:chgData name="Chad Furl" userId="e1f063c0-f891-481e-b162-0b825299f031" providerId="ADAL" clId="{6ADDB542-7708-4E33-BA5D-95E7728F0CE2}" dt="2026-07-27T13:45:49.328" v="208" actId="20577"/>
          <ac:spMkLst>
            <pc:docMk/>
            <pc:sldMk cId="530675565" sldId="281"/>
            <ac:spMk id="16" creationId="{BEA05F96-9FE5-B9EC-8661-8F3FE1C6F913}"/>
          </ac:spMkLst>
        </pc:spChg>
        <pc:spChg chg="mod">
          <ac:chgData name="Chad Furl" userId="e1f063c0-f891-481e-b162-0b825299f031" providerId="ADAL" clId="{6ADDB542-7708-4E33-BA5D-95E7728F0CE2}" dt="2026-07-27T13:45:24.749" v="175" actId="1076"/>
          <ac:spMkLst>
            <pc:docMk/>
            <pc:sldMk cId="530675565" sldId="281"/>
            <ac:spMk id="17" creationId="{F4E6C53A-0BB8-99C2-5EC4-79ED2B4F04F6}"/>
          </ac:spMkLst>
        </pc:spChg>
        <pc:spChg chg="mod">
          <ac:chgData name="Chad Furl" userId="e1f063c0-f891-481e-b162-0b825299f031" providerId="ADAL" clId="{6ADDB542-7708-4E33-BA5D-95E7728F0CE2}" dt="2026-07-27T13:45:24.749" v="175" actId="1076"/>
          <ac:spMkLst>
            <pc:docMk/>
            <pc:sldMk cId="530675565" sldId="281"/>
            <ac:spMk id="18" creationId="{F43DFFFE-B567-D234-D23B-9BEA1795B912}"/>
          </ac:spMkLst>
        </pc:spChg>
        <pc:spChg chg="mod">
          <ac:chgData name="Chad Furl" userId="e1f063c0-f891-481e-b162-0b825299f031" providerId="ADAL" clId="{6ADDB542-7708-4E33-BA5D-95E7728F0CE2}" dt="2026-07-27T13:47:39.258" v="267" actId="27636"/>
          <ac:spMkLst>
            <pc:docMk/>
            <pc:sldMk cId="530675565" sldId="281"/>
            <ac:spMk id="19" creationId="{C1FD248B-AEFD-5A26-DA0E-4CCF0442E602}"/>
          </ac:spMkLst>
        </pc:spChg>
        <pc:spChg chg="mod">
          <ac:chgData name="Chad Furl" userId="e1f063c0-f891-481e-b162-0b825299f031" providerId="ADAL" clId="{6ADDB542-7708-4E33-BA5D-95E7728F0CE2}" dt="2026-07-27T13:49:02.800" v="269" actId="1076"/>
          <ac:spMkLst>
            <pc:docMk/>
            <pc:sldMk cId="530675565" sldId="281"/>
            <ac:spMk id="20" creationId="{90629266-FDB0-BA1B-3B08-4118753A5598}"/>
          </ac:spMkLst>
        </pc:spChg>
        <pc:spChg chg="del mod">
          <ac:chgData name="Chad Furl" userId="e1f063c0-f891-481e-b162-0b825299f031" providerId="ADAL" clId="{6ADDB542-7708-4E33-BA5D-95E7728F0CE2}" dt="2026-07-27T13:48:58.985" v="268" actId="478"/>
          <ac:spMkLst>
            <pc:docMk/>
            <pc:sldMk cId="530675565" sldId="281"/>
            <ac:spMk id="21" creationId="{19A63E01-9D48-84E7-5A16-6BBAEE22BB44}"/>
          </ac:spMkLst>
        </pc:spChg>
        <pc:spChg chg="del mod">
          <ac:chgData name="Chad Furl" userId="e1f063c0-f891-481e-b162-0b825299f031" providerId="ADAL" clId="{6ADDB542-7708-4E33-BA5D-95E7728F0CE2}" dt="2026-07-27T13:48:58.985" v="268" actId="478"/>
          <ac:spMkLst>
            <pc:docMk/>
            <pc:sldMk cId="530675565" sldId="281"/>
            <ac:spMk id="22" creationId="{AE8E12B0-A216-E79F-A038-A8904CCEEA85}"/>
          </ac:spMkLst>
        </pc:spChg>
        <pc:spChg chg="del mod">
          <ac:chgData name="Chad Furl" userId="e1f063c0-f891-481e-b162-0b825299f031" providerId="ADAL" clId="{6ADDB542-7708-4E33-BA5D-95E7728F0CE2}" dt="2026-07-27T13:48:58.985" v="268" actId="478"/>
          <ac:spMkLst>
            <pc:docMk/>
            <pc:sldMk cId="530675565" sldId="281"/>
            <ac:spMk id="23" creationId="{AB676C45-D098-43BD-AF7E-9EA581E89EC3}"/>
          </ac:spMkLst>
        </pc:spChg>
        <pc:picChg chg="del">
          <ac:chgData name="Chad Furl" userId="e1f063c0-f891-481e-b162-0b825299f031" providerId="ADAL" clId="{6ADDB542-7708-4E33-BA5D-95E7728F0CE2}" dt="2026-07-27T13:43:51.926" v="43" actId="478"/>
          <ac:picMkLst>
            <pc:docMk/>
            <pc:sldMk cId="530675565" sldId="281"/>
            <ac:picMk id="6" creationId="{650E2168-94E2-25EB-0DF4-8426F7BE4090}"/>
          </ac:picMkLst>
        </pc:picChg>
      </pc:sldChg>
      <pc:sldChg chg="modSp add mod">
        <pc:chgData name="Chad Furl" userId="e1f063c0-f891-481e-b162-0b825299f031" providerId="ADAL" clId="{6ADDB542-7708-4E33-BA5D-95E7728F0CE2}" dt="2026-07-27T13:49:58.874" v="329" actId="20577"/>
        <pc:sldMkLst>
          <pc:docMk/>
          <pc:sldMk cId="2950022952" sldId="282"/>
        </pc:sldMkLst>
        <pc:spChg chg="mod">
          <ac:chgData name="Chad Furl" userId="e1f063c0-f891-481e-b162-0b825299f031" providerId="ADAL" clId="{6ADDB542-7708-4E33-BA5D-95E7728F0CE2}" dt="2026-07-27T13:49:58.874" v="329" actId="20577"/>
          <ac:spMkLst>
            <pc:docMk/>
            <pc:sldMk cId="2950022952" sldId="282"/>
            <ac:spMk id="3" creationId="{08FB2688-C35A-FF41-8432-024B00C84D64}"/>
          </ac:spMkLst>
        </pc:spChg>
      </pc:sldChg>
      <pc:sldChg chg="new del">
        <pc:chgData name="Chad Furl" userId="e1f063c0-f891-481e-b162-0b825299f031" providerId="ADAL" clId="{6ADDB542-7708-4E33-BA5D-95E7728F0CE2}" dt="2026-07-27T13:49:30.818" v="271" actId="680"/>
        <pc:sldMkLst>
          <pc:docMk/>
          <pc:sldMk cId="3592042548" sldId="282"/>
        </pc:sldMkLst>
      </pc:sldChg>
      <pc:sldChg chg="modSp add mod">
        <pc:chgData name="Chad Furl" userId="e1f063c0-f891-481e-b162-0b825299f031" providerId="ADAL" clId="{6ADDB542-7708-4E33-BA5D-95E7728F0CE2}" dt="2026-07-27T13:51:04.393" v="418" actId="20577"/>
        <pc:sldMkLst>
          <pc:docMk/>
          <pc:sldMk cId="1010918233" sldId="283"/>
        </pc:sldMkLst>
        <pc:spChg chg="mod">
          <ac:chgData name="Chad Furl" userId="e1f063c0-f891-481e-b162-0b825299f031" providerId="ADAL" clId="{6ADDB542-7708-4E33-BA5D-95E7728F0CE2}" dt="2026-07-27T13:51:04.393" v="418" actId="20577"/>
          <ac:spMkLst>
            <pc:docMk/>
            <pc:sldMk cId="1010918233" sldId="283"/>
            <ac:spMk id="3" creationId="{EA101CB9-8EFC-4902-7898-30AE7EB55660}"/>
          </ac:spMkLst>
        </pc:spChg>
      </pc:sldChg>
    </pc:docChg>
  </pc:docChgLst>
  <pc:docChgLst>
    <pc:chgData name="Chad Furl" userId="e1f063c0-f891-481e-b162-0b825299f031" providerId="ADAL" clId="{3E978C21-B3D0-4285-96BE-5AD851B5E1C0}"/>
    <pc:docChg chg="undo custSel addSld delSld modSld sldOrd">
      <pc:chgData name="Chad Furl" userId="e1f063c0-f891-481e-b162-0b825299f031" providerId="ADAL" clId="{3E978C21-B3D0-4285-96BE-5AD851B5E1C0}" dt="2026-07-24T21:45:26.488" v="3892" actId="1076"/>
      <pc:docMkLst>
        <pc:docMk/>
      </pc:docMkLst>
      <pc:sldChg chg="delSp modSp mod">
        <pc:chgData name="Chad Furl" userId="e1f063c0-f891-481e-b162-0b825299f031" providerId="ADAL" clId="{3E978C21-B3D0-4285-96BE-5AD851B5E1C0}" dt="2026-07-21T16:37:50.359" v="178" actId="20577"/>
        <pc:sldMkLst>
          <pc:docMk/>
          <pc:sldMk cId="0" sldId="256"/>
        </pc:sldMkLst>
        <pc:spChg chg="mod">
          <ac:chgData name="Chad Furl" userId="e1f063c0-f891-481e-b162-0b825299f031" providerId="ADAL" clId="{3E978C21-B3D0-4285-96BE-5AD851B5E1C0}" dt="2026-07-21T16:37:50.359" v="178" actId="20577"/>
          <ac:spMkLst>
            <pc:docMk/>
            <pc:sldMk cId="0" sldId="256"/>
            <ac:spMk id="6" creationId="{00000000-0000-0000-0000-000000000000}"/>
          </ac:spMkLst>
        </pc:spChg>
        <pc:spChg chg="mod">
          <ac:chgData name="Chad Furl" userId="e1f063c0-f891-481e-b162-0b825299f031" providerId="ADAL" clId="{3E978C21-B3D0-4285-96BE-5AD851B5E1C0}" dt="2026-07-21T16:34:44.421" v="92" actId="1076"/>
          <ac:spMkLst>
            <pc:docMk/>
            <pc:sldMk cId="0" sldId="256"/>
            <ac:spMk id="8" creationId="{00000000-0000-0000-0000-000000000000}"/>
          </ac:spMkLst>
        </pc:spChg>
        <pc:spChg chg="mod">
          <ac:chgData name="Chad Furl" userId="e1f063c0-f891-481e-b162-0b825299f031" providerId="ADAL" clId="{3E978C21-B3D0-4285-96BE-5AD851B5E1C0}" dt="2026-07-21T16:34:44.421" v="92" actId="1076"/>
          <ac:spMkLst>
            <pc:docMk/>
            <pc:sldMk cId="0" sldId="256"/>
            <ac:spMk id="9" creationId="{00000000-0000-0000-0000-000000000000}"/>
          </ac:spMkLst>
        </pc:spChg>
      </pc:sldChg>
      <pc:sldChg chg="ord">
        <pc:chgData name="Chad Furl" userId="e1f063c0-f891-481e-b162-0b825299f031" providerId="ADAL" clId="{3E978C21-B3D0-4285-96BE-5AD851B5E1C0}" dt="2026-07-22T21:36:49.679" v="2444"/>
        <pc:sldMkLst>
          <pc:docMk/>
          <pc:sldMk cId="0" sldId="257"/>
        </pc:sldMkLst>
      </pc:sldChg>
      <pc:sldChg chg="delSp modSp mod">
        <pc:chgData name="Chad Furl" userId="e1f063c0-f891-481e-b162-0b825299f031" providerId="ADAL" clId="{3E978C21-B3D0-4285-96BE-5AD851B5E1C0}" dt="2026-07-22T21:35:43.772" v="2441" actId="20577"/>
        <pc:sldMkLst>
          <pc:docMk/>
          <pc:sldMk cId="0" sldId="258"/>
        </pc:sldMkLst>
        <pc:spChg chg="mod">
          <ac:chgData name="Chad Furl" userId="e1f063c0-f891-481e-b162-0b825299f031" providerId="ADAL" clId="{3E978C21-B3D0-4285-96BE-5AD851B5E1C0}" dt="2026-07-22T21:34:31.497" v="2328" actId="20577"/>
          <ac:spMkLst>
            <pc:docMk/>
            <pc:sldMk cId="0" sldId="258"/>
            <ac:spMk id="4" creationId="{00000000-0000-0000-0000-000000000000}"/>
          </ac:spMkLst>
        </pc:spChg>
        <pc:spChg chg="mod">
          <ac:chgData name="Chad Furl" userId="e1f063c0-f891-481e-b162-0b825299f031" providerId="ADAL" clId="{3E978C21-B3D0-4285-96BE-5AD851B5E1C0}" dt="2026-07-22T21:35:30.510" v="2417" actId="27636"/>
          <ac:spMkLst>
            <pc:docMk/>
            <pc:sldMk cId="0" sldId="258"/>
            <ac:spMk id="5" creationId="{00000000-0000-0000-0000-000000000000}"/>
          </ac:spMkLst>
        </pc:spChg>
        <pc:spChg chg="mod">
          <ac:chgData name="Chad Furl" userId="e1f063c0-f891-481e-b162-0b825299f031" providerId="ADAL" clId="{3E978C21-B3D0-4285-96BE-5AD851B5E1C0}" dt="2026-07-22T21:35:43.772" v="2441" actId="20577"/>
          <ac:spMkLst>
            <pc:docMk/>
            <pc:sldMk cId="0" sldId="258"/>
            <ac:spMk id="9" creationId="{00000000-0000-0000-0000-000000000000}"/>
          </ac:spMkLst>
        </pc:spChg>
      </pc:sldChg>
      <pc:sldChg chg="modSp mod ord">
        <pc:chgData name="Chad Furl" userId="e1f063c0-f891-481e-b162-0b825299f031" providerId="ADAL" clId="{3E978C21-B3D0-4285-96BE-5AD851B5E1C0}" dt="2026-07-24T20:20:45.369" v="3701"/>
        <pc:sldMkLst>
          <pc:docMk/>
          <pc:sldMk cId="0" sldId="259"/>
        </pc:sldMkLst>
        <pc:spChg chg="mod">
          <ac:chgData name="Chad Furl" userId="e1f063c0-f891-481e-b162-0b825299f031" providerId="ADAL" clId="{3E978C21-B3D0-4285-96BE-5AD851B5E1C0}" dt="2026-07-21T16:35:48.941" v="94" actId="27636"/>
          <ac:spMkLst>
            <pc:docMk/>
            <pc:sldMk cId="0" sldId="259"/>
            <ac:spMk id="3" creationId="{00000000-0000-0000-0000-000000000000}"/>
          </ac:spMkLst>
        </pc:spChg>
      </pc:sldChg>
      <pc:sldChg chg="modSp mod">
        <pc:chgData name="Chad Furl" userId="e1f063c0-f891-481e-b162-0b825299f031" providerId="ADAL" clId="{3E978C21-B3D0-4285-96BE-5AD851B5E1C0}" dt="2026-07-21T16:35:48.945" v="95" actId="27636"/>
        <pc:sldMkLst>
          <pc:docMk/>
          <pc:sldMk cId="0" sldId="260"/>
        </pc:sldMkLst>
        <pc:spChg chg="mod">
          <ac:chgData name="Chad Furl" userId="e1f063c0-f891-481e-b162-0b825299f031" providerId="ADAL" clId="{3E978C21-B3D0-4285-96BE-5AD851B5E1C0}" dt="2026-07-21T16:35:48.945" v="95" actId="27636"/>
          <ac:spMkLst>
            <pc:docMk/>
            <pc:sldMk cId="0" sldId="260"/>
            <ac:spMk id="22" creationId="{00000000-0000-0000-0000-000000000000}"/>
          </ac:spMkLst>
        </pc:spChg>
      </pc:sldChg>
      <pc:sldChg chg="modSp mod">
        <pc:chgData name="Chad Furl" userId="e1f063c0-f891-481e-b162-0b825299f031" providerId="ADAL" clId="{3E978C21-B3D0-4285-96BE-5AD851B5E1C0}" dt="2026-07-21T16:35:48.949" v="97" actId="27636"/>
        <pc:sldMkLst>
          <pc:docMk/>
          <pc:sldMk cId="0" sldId="262"/>
        </pc:sldMkLst>
        <pc:spChg chg="mod">
          <ac:chgData name="Chad Furl" userId="e1f063c0-f891-481e-b162-0b825299f031" providerId="ADAL" clId="{3E978C21-B3D0-4285-96BE-5AD851B5E1C0}" dt="2026-07-21T16:35:48.949" v="97" actId="27636"/>
          <ac:spMkLst>
            <pc:docMk/>
            <pc:sldMk cId="0" sldId="262"/>
            <ac:spMk id="13" creationId="{00000000-0000-0000-0000-000000000000}"/>
          </ac:spMkLst>
        </pc:spChg>
        <pc:spChg chg="mod">
          <ac:chgData name="Chad Furl" userId="e1f063c0-f891-481e-b162-0b825299f031" providerId="ADAL" clId="{3E978C21-B3D0-4285-96BE-5AD851B5E1C0}" dt="2026-07-21T16:35:48.947" v="96" actId="27636"/>
          <ac:spMkLst>
            <pc:docMk/>
            <pc:sldMk cId="0" sldId="262"/>
            <ac:spMk id="19" creationId="{00000000-0000-0000-0000-000000000000}"/>
          </ac:spMkLst>
        </pc:spChg>
      </pc:sldChg>
      <pc:sldChg chg="modSp mod">
        <pc:chgData name="Chad Furl" userId="e1f063c0-f891-481e-b162-0b825299f031" providerId="ADAL" clId="{3E978C21-B3D0-4285-96BE-5AD851B5E1C0}" dt="2026-07-21T16:35:48.955" v="99" actId="27636"/>
        <pc:sldMkLst>
          <pc:docMk/>
          <pc:sldMk cId="0" sldId="265"/>
        </pc:sldMkLst>
        <pc:spChg chg="mod">
          <ac:chgData name="Chad Furl" userId="e1f063c0-f891-481e-b162-0b825299f031" providerId="ADAL" clId="{3E978C21-B3D0-4285-96BE-5AD851B5E1C0}" dt="2026-07-21T16:35:48.953" v="98" actId="27636"/>
          <ac:spMkLst>
            <pc:docMk/>
            <pc:sldMk cId="0" sldId="265"/>
            <ac:spMk id="11" creationId="{00000000-0000-0000-0000-000000000000}"/>
          </ac:spMkLst>
        </pc:spChg>
        <pc:spChg chg="mod">
          <ac:chgData name="Chad Furl" userId="e1f063c0-f891-481e-b162-0b825299f031" providerId="ADAL" clId="{3E978C21-B3D0-4285-96BE-5AD851B5E1C0}" dt="2026-07-21T16:35:48.955" v="99" actId="27636"/>
          <ac:spMkLst>
            <pc:docMk/>
            <pc:sldMk cId="0" sldId="265"/>
            <ac:spMk id="15" creationId="{00000000-0000-0000-0000-000000000000}"/>
          </ac:spMkLst>
        </pc:spChg>
      </pc:sldChg>
      <pc:sldChg chg="modSp mod">
        <pc:chgData name="Chad Furl" userId="e1f063c0-f891-481e-b162-0b825299f031" providerId="ADAL" clId="{3E978C21-B3D0-4285-96BE-5AD851B5E1C0}" dt="2026-07-21T16:35:48.959" v="100" actId="27636"/>
        <pc:sldMkLst>
          <pc:docMk/>
          <pc:sldMk cId="0" sldId="267"/>
        </pc:sldMkLst>
        <pc:spChg chg="mod">
          <ac:chgData name="Chad Furl" userId="e1f063c0-f891-481e-b162-0b825299f031" providerId="ADAL" clId="{3E978C21-B3D0-4285-96BE-5AD851B5E1C0}" dt="2026-07-21T16:35:48.959" v="100" actId="27636"/>
          <ac:spMkLst>
            <pc:docMk/>
            <pc:sldMk cId="0" sldId="267"/>
            <ac:spMk id="5" creationId="{00000000-0000-0000-0000-000000000000}"/>
          </ac:spMkLst>
        </pc:spChg>
      </pc:sldChg>
      <pc:sldChg chg="addSp delSp modSp add mod setBg">
        <pc:chgData name="Chad Furl" userId="e1f063c0-f891-481e-b162-0b825299f031" providerId="ADAL" clId="{3E978C21-B3D0-4285-96BE-5AD851B5E1C0}" dt="2026-07-21T20:43:42.328" v="1892" actId="478"/>
        <pc:sldMkLst>
          <pc:docMk/>
          <pc:sldMk cId="3303877617" sldId="268"/>
        </pc:sldMkLst>
        <pc:spChg chg="mod">
          <ac:chgData name="Chad Furl" userId="e1f063c0-f891-481e-b162-0b825299f031" providerId="ADAL" clId="{3E978C21-B3D0-4285-96BE-5AD851B5E1C0}" dt="2026-07-21T18:45:47.987" v="206" actId="20577"/>
          <ac:spMkLst>
            <pc:docMk/>
            <pc:sldMk cId="3303877617" sldId="268"/>
            <ac:spMk id="3" creationId="{7C8FA14E-E158-7628-9AD7-BF264B4F7621}"/>
          </ac:spMkLst>
        </pc:spChg>
        <pc:spChg chg="mod">
          <ac:chgData name="Chad Furl" userId="e1f063c0-f891-481e-b162-0b825299f031" providerId="ADAL" clId="{3E978C21-B3D0-4285-96BE-5AD851B5E1C0}" dt="2026-07-21T19:04:38.927" v="710" actId="20577"/>
          <ac:spMkLst>
            <pc:docMk/>
            <pc:sldMk cId="3303877617" sldId="268"/>
            <ac:spMk id="4" creationId="{1ACC7BD2-5288-B193-4D4A-FAC91F9FDFDD}"/>
          </ac:spMkLst>
        </pc:spChg>
        <pc:spChg chg="mod">
          <ac:chgData name="Chad Furl" userId="e1f063c0-f891-481e-b162-0b825299f031" providerId="ADAL" clId="{3E978C21-B3D0-4285-96BE-5AD851B5E1C0}" dt="2026-07-21T16:36:46.356" v="109" actId="1076"/>
          <ac:spMkLst>
            <pc:docMk/>
            <pc:sldMk cId="3303877617" sldId="268"/>
            <ac:spMk id="5" creationId="{4A6291EC-612A-ABC1-1DBF-AFD660B75A12}"/>
          </ac:spMkLst>
        </pc:spChg>
        <pc:spChg chg="mod">
          <ac:chgData name="Chad Furl" userId="e1f063c0-f891-481e-b162-0b825299f031" providerId="ADAL" clId="{3E978C21-B3D0-4285-96BE-5AD851B5E1C0}" dt="2026-07-21T18:48:11.785" v="358" actId="20577"/>
          <ac:spMkLst>
            <pc:docMk/>
            <pc:sldMk cId="3303877617" sldId="268"/>
            <ac:spMk id="6" creationId="{7055C3BC-47A0-7237-9AB0-2B6D9C1CF524}"/>
          </ac:spMkLst>
        </pc:spChg>
        <pc:spChg chg="mod">
          <ac:chgData name="Chad Furl" userId="e1f063c0-f891-481e-b162-0b825299f031" providerId="ADAL" clId="{3E978C21-B3D0-4285-96BE-5AD851B5E1C0}" dt="2026-07-21T19:15:58.494" v="849" actId="20577"/>
          <ac:spMkLst>
            <pc:docMk/>
            <pc:sldMk cId="3303877617" sldId="268"/>
            <ac:spMk id="7" creationId="{95A28A72-A177-8F1F-589F-85D1C92B33EA}"/>
          </ac:spMkLst>
        </pc:spChg>
        <pc:spChg chg="mod">
          <ac:chgData name="Chad Furl" userId="e1f063c0-f891-481e-b162-0b825299f031" providerId="ADAL" clId="{3E978C21-B3D0-4285-96BE-5AD851B5E1C0}" dt="2026-07-21T19:15:51.286" v="848" actId="27636"/>
          <ac:spMkLst>
            <pc:docMk/>
            <pc:sldMk cId="3303877617" sldId="268"/>
            <ac:spMk id="8" creationId="{1F49E8AE-11E8-A50D-7397-A93E4F95376A}"/>
          </ac:spMkLst>
        </pc:spChg>
        <pc:spChg chg="mod">
          <ac:chgData name="Chad Furl" userId="e1f063c0-f891-481e-b162-0b825299f031" providerId="ADAL" clId="{3E978C21-B3D0-4285-96BE-5AD851B5E1C0}" dt="2026-07-21T16:36:46.356" v="109" actId="1076"/>
          <ac:spMkLst>
            <pc:docMk/>
            <pc:sldMk cId="3303877617" sldId="268"/>
            <ac:spMk id="9" creationId="{1955B4BD-F36A-AA56-AE21-9878CD0534D1}"/>
          </ac:spMkLst>
        </pc:spChg>
        <pc:spChg chg="mod">
          <ac:chgData name="Chad Furl" userId="e1f063c0-f891-481e-b162-0b825299f031" providerId="ADAL" clId="{3E978C21-B3D0-4285-96BE-5AD851B5E1C0}" dt="2026-07-21T18:49:00.723" v="427" actId="20577"/>
          <ac:spMkLst>
            <pc:docMk/>
            <pc:sldMk cId="3303877617" sldId="268"/>
            <ac:spMk id="10" creationId="{FB844996-8214-4F03-8F86-A4F01B5A4C8A}"/>
          </ac:spMkLst>
        </pc:spChg>
        <pc:spChg chg="mod">
          <ac:chgData name="Chad Furl" userId="e1f063c0-f891-481e-b162-0b825299f031" providerId="ADAL" clId="{3E978C21-B3D0-4285-96BE-5AD851B5E1C0}" dt="2026-07-21T18:49:32.128" v="465" actId="122"/>
          <ac:spMkLst>
            <pc:docMk/>
            <pc:sldMk cId="3303877617" sldId="268"/>
            <ac:spMk id="11" creationId="{677C6B04-D659-EEBC-4FB4-C63785EAB317}"/>
          </ac:spMkLst>
        </pc:spChg>
        <pc:spChg chg="mod">
          <ac:chgData name="Chad Furl" userId="e1f063c0-f891-481e-b162-0b825299f031" providerId="ADAL" clId="{3E978C21-B3D0-4285-96BE-5AD851B5E1C0}" dt="2026-07-21T19:16:11.060" v="857" actId="27636"/>
          <ac:spMkLst>
            <pc:docMk/>
            <pc:sldMk cId="3303877617" sldId="268"/>
            <ac:spMk id="12" creationId="{9D3B548A-6EEB-C68C-1E92-20059FC56F1F}"/>
          </ac:spMkLst>
        </pc:spChg>
        <pc:spChg chg="mod">
          <ac:chgData name="Chad Furl" userId="e1f063c0-f891-481e-b162-0b825299f031" providerId="ADAL" clId="{3E978C21-B3D0-4285-96BE-5AD851B5E1C0}" dt="2026-07-21T19:16:45.815" v="891" actId="20577"/>
          <ac:spMkLst>
            <pc:docMk/>
            <pc:sldMk cId="3303877617" sldId="268"/>
            <ac:spMk id="20" creationId="{EB26B23A-060A-030C-FC78-C510E723E23C}"/>
          </ac:spMkLst>
        </pc:spChg>
        <pc:spChg chg="mod">
          <ac:chgData name="Chad Furl" userId="e1f063c0-f891-481e-b162-0b825299f031" providerId="ADAL" clId="{3E978C21-B3D0-4285-96BE-5AD851B5E1C0}" dt="2026-07-21T19:16:50.037" v="892" actId="20577"/>
          <ac:spMkLst>
            <pc:docMk/>
            <pc:sldMk cId="3303877617" sldId="268"/>
            <ac:spMk id="21" creationId="{F794CF73-CA11-A07D-64C6-ABA8043E2E14}"/>
          </ac:spMkLst>
        </pc:spChg>
      </pc:sldChg>
      <pc:sldChg chg="addSp delSp modSp add mod">
        <pc:chgData name="Chad Furl" userId="e1f063c0-f891-481e-b162-0b825299f031" providerId="ADAL" clId="{3E978C21-B3D0-4285-96BE-5AD851B5E1C0}" dt="2026-07-22T21:25:10.636" v="2229" actId="20577"/>
        <pc:sldMkLst>
          <pc:docMk/>
          <pc:sldMk cId="2270720204" sldId="269"/>
        </pc:sldMkLst>
        <pc:spChg chg="mod">
          <ac:chgData name="Chad Furl" userId="e1f063c0-f891-481e-b162-0b825299f031" providerId="ADAL" clId="{3E978C21-B3D0-4285-96BE-5AD851B5E1C0}" dt="2026-07-22T21:25:10.636" v="2229" actId="20577"/>
          <ac:spMkLst>
            <pc:docMk/>
            <pc:sldMk cId="2270720204" sldId="269"/>
            <ac:spMk id="3" creationId="{9F819CD2-9BB6-D646-66DD-B6EA04C2D723}"/>
          </ac:spMkLst>
        </pc:spChg>
        <pc:spChg chg="mod">
          <ac:chgData name="Chad Furl" userId="e1f063c0-f891-481e-b162-0b825299f031" providerId="ADAL" clId="{3E978C21-B3D0-4285-96BE-5AD851B5E1C0}" dt="2026-07-21T19:28:48.726" v="1056" actId="20577"/>
          <ac:spMkLst>
            <pc:docMk/>
            <pc:sldMk cId="2270720204" sldId="269"/>
            <ac:spMk id="6" creationId="{0A0D5D4B-E2F9-1ECD-E3AF-AC252C1D630D}"/>
          </ac:spMkLst>
        </pc:spChg>
        <pc:spChg chg="mod">
          <ac:chgData name="Chad Furl" userId="e1f063c0-f891-481e-b162-0b825299f031" providerId="ADAL" clId="{3E978C21-B3D0-4285-96BE-5AD851B5E1C0}" dt="2026-07-21T19:47:33.616" v="1729" actId="14100"/>
          <ac:spMkLst>
            <pc:docMk/>
            <pc:sldMk cId="2270720204" sldId="269"/>
            <ac:spMk id="7" creationId="{489C6635-2A14-8963-AFFF-328B1D5BBFA4}"/>
          </ac:spMkLst>
        </pc:spChg>
        <pc:spChg chg="mod">
          <ac:chgData name="Chad Furl" userId="e1f063c0-f891-481e-b162-0b825299f031" providerId="ADAL" clId="{3E978C21-B3D0-4285-96BE-5AD851B5E1C0}" dt="2026-07-21T20:42:53.103" v="1891" actId="1076"/>
          <ac:spMkLst>
            <pc:docMk/>
            <pc:sldMk cId="2270720204" sldId="269"/>
            <ac:spMk id="21" creationId="{472DB391-70C9-17EF-DA3E-08A422B24C65}"/>
          </ac:spMkLst>
        </pc:spChg>
        <pc:spChg chg="mod">
          <ac:chgData name="Chad Furl" userId="e1f063c0-f891-481e-b162-0b825299f031" providerId="ADAL" clId="{3E978C21-B3D0-4285-96BE-5AD851B5E1C0}" dt="2026-07-21T19:45:32.998" v="1707" actId="20577"/>
          <ac:spMkLst>
            <pc:docMk/>
            <pc:sldMk cId="2270720204" sldId="269"/>
            <ac:spMk id="23" creationId="{4E283A4B-A290-4C17-60BD-A3769F1CB2F6}"/>
          </ac:spMkLst>
        </pc:spChg>
        <pc:spChg chg="mod">
          <ac:chgData name="Chad Furl" userId="e1f063c0-f891-481e-b162-0b825299f031" providerId="ADAL" clId="{3E978C21-B3D0-4285-96BE-5AD851B5E1C0}" dt="2026-07-21T19:45:39.272" v="1710" actId="20577"/>
          <ac:spMkLst>
            <pc:docMk/>
            <pc:sldMk cId="2270720204" sldId="269"/>
            <ac:spMk id="24" creationId="{ECAB1851-C04C-C544-8F4C-A9041F4D78C5}"/>
          </ac:spMkLst>
        </pc:spChg>
        <pc:spChg chg="add mod">
          <ac:chgData name="Chad Furl" userId="e1f063c0-f891-481e-b162-0b825299f031" providerId="ADAL" clId="{3E978C21-B3D0-4285-96BE-5AD851B5E1C0}" dt="2026-07-21T19:46:42.577" v="1719" actId="1076"/>
          <ac:spMkLst>
            <pc:docMk/>
            <pc:sldMk cId="2270720204" sldId="269"/>
            <ac:spMk id="28" creationId="{F2D73782-F603-198B-3F98-C72AEDB9509E}"/>
          </ac:spMkLst>
        </pc:spChg>
        <pc:spChg chg="add mod">
          <ac:chgData name="Chad Furl" userId="e1f063c0-f891-481e-b162-0b825299f031" providerId="ADAL" clId="{3E978C21-B3D0-4285-96BE-5AD851B5E1C0}" dt="2026-07-21T19:47:46.360" v="1731" actId="1076"/>
          <ac:spMkLst>
            <pc:docMk/>
            <pc:sldMk cId="2270720204" sldId="269"/>
            <ac:spMk id="30" creationId="{489F027D-7C01-A9B8-824A-A881F2404D5C}"/>
          </ac:spMkLst>
        </pc:spChg>
        <pc:spChg chg="add mod">
          <ac:chgData name="Chad Furl" userId="e1f063c0-f891-481e-b162-0b825299f031" providerId="ADAL" clId="{3E978C21-B3D0-4285-96BE-5AD851B5E1C0}" dt="2026-07-21T19:46:37.174" v="1718" actId="1076"/>
          <ac:spMkLst>
            <pc:docMk/>
            <pc:sldMk cId="2270720204" sldId="269"/>
            <ac:spMk id="32" creationId="{DBAEF6C0-B635-FC57-B442-910BFAC824FF}"/>
          </ac:spMkLst>
        </pc:spChg>
        <pc:spChg chg="add mod">
          <ac:chgData name="Chad Furl" userId="e1f063c0-f891-481e-b162-0b825299f031" providerId="ADAL" clId="{3E978C21-B3D0-4285-96BE-5AD851B5E1C0}" dt="2026-07-21T19:47:44.117" v="1730" actId="1076"/>
          <ac:spMkLst>
            <pc:docMk/>
            <pc:sldMk cId="2270720204" sldId="269"/>
            <ac:spMk id="36" creationId="{AB44F956-6C05-EF62-9C88-412E252C6391}"/>
          </ac:spMkLst>
        </pc:spChg>
        <pc:picChg chg="add mod">
          <ac:chgData name="Chad Furl" userId="e1f063c0-f891-481e-b162-0b825299f031" providerId="ADAL" clId="{3E978C21-B3D0-4285-96BE-5AD851B5E1C0}" dt="2026-07-21T20:36:12.939" v="1746" actId="14100"/>
          <ac:picMkLst>
            <pc:docMk/>
            <pc:sldMk cId="2270720204" sldId="269"/>
            <ac:picMk id="38" creationId="{85300E01-13A8-793D-7AF1-35FBC63A3CF2}"/>
          </ac:picMkLst>
        </pc:picChg>
      </pc:sldChg>
      <pc:sldChg chg="addSp delSp modSp add mod">
        <pc:chgData name="Chad Furl" userId="e1f063c0-f891-481e-b162-0b825299f031" providerId="ADAL" clId="{3E978C21-B3D0-4285-96BE-5AD851B5E1C0}" dt="2026-07-22T21:28:10.918" v="2261" actId="20577"/>
        <pc:sldMkLst>
          <pc:docMk/>
          <pc:sldMk cId="3427202569" sldId="270"/>
        </pc:sldMkLst>
        <pc:spChg chg="mod">
          <ac:chgData name="Chad Furl" userId="e1f063c0-f891-481e-b162-0b825299f031" providerId="ADAL" clId="{3E978C21-B3D0-4285-96BE-5AD851B5E1C0}" dt="2026-07-21T20:47:21.474" v="1899" actId="6549"/>
          <ac:spMkLst>
            <pc:docMk/>
            <pc:sldMk cId="3427202569" sldId="270"/>
            <ac:spMk id="2" creationId="{4BA78883-3B80-7862-D650-AFABAF57AFC2}"/>
          </ac:spMkLst>
        </pc:spChg>
        <pc:spChg chg="mod">
          <ac:chgData name="Chad Furl" userId="e1f063c0-f891-481e-b162-0b825299f031" providerId="ADAL" clId="{3E978C21-B3D0-4285-96BE-5AD851B5E1C0}" dt="2026-07-21T21:27:20.283" v="2210" actId="20577"/>
          <ac:spMkLst>
            <pc:docMk/>
            <pc:sldMk cId="3427202569" sldId="270"/>
            <ac:spMk id="3" creationId="{82851CCF-24C9-8636-3BF7-02DB8B7969AA}"/>
          </ac:spMkLst>
        </pc:spChg>
        <pc:spChg chg="mod">
          <ac:chgData name="Chad Furl" userId="e1f063c0-f891-481e-b162-0b825299f031" providerId="ADAL" clId="{3E978C21-B3D0-4285-96BE-5AD851B5E1C0}" dt="2026-07-21T21:20:33.314" v="1964" actId="20577"/>
          <ac:spMkLst>
            <pc:docMk/>
            <pc:sldMk cId="3427202569" sldId="270"/>
            <ac:spMk id="21" creationId="{1EE764F9-5DAF-B856-6A1D-306AAA444946}"/>
          </ac:spMkLst>
        </pc:spChg>
        <pc:spChg chg="mod">
          <ac:chgData name="Chad Furl" userId="e1f063c0-f891-481e-b162-0b825299f031" providerId="ADAL" clId="{3E978C21-B3D0-4285-96BE-5AD851B5E1C0}" dt="2026-07-22T20:00:11.041" v="2227" actId="27636"/>
          <ac:spMkLst>
            <pc:docMk/>
            <pc:sldMk cId="3427202569" sldId="270"/>
            <ac:spMk id="22" creationId="{3A45BF16-3FDC-7774-A28E-D005E627C1DB}"/>
          </ac:spMkLst>
        </pc:spChg>
        <pc:spChg chg="mod">
          <ac:chgData name="Chad Furl" userId="e1f063c0-f891-481e-b162-0b825299f031" providerId="ADAL" clId="{3E978C21-B3D0-4285-96BE-5AD851B5E1C0}" dt="2026-07-21T21:27:05.538" v="2180" actId="255"/>
          <ac:spMkLst>
            <pc:docMk/>
            <pc:sldMk cId="3427202569" sldId="270"/>
            <ac:spMk id="23" creationId="{A95A4FE6-CCC6-4410-05B9-CA0C43808A6B}"/>
          </ac:spMkLst>
        </pc:spChg>
        <pc:spChg chg="mod">
          <ac:chgData name="Chad Furl" userId="e1f063c0-f891-481e-b162-0b825299f031" providerId="ADAL" clId="{3E978C21-B3D0-4285-96BE-5AD851B5E1C0}" dt="2026-07-21T21:21:59.693" v="2044" actId="1076"/>
          <ac:spMkLst>
            <pc:docMk/>
            <pc:sldMk cId="3427202569" sldId="270"/>
            <ac:spMk id="24" creationId="{3434C552-C031-B8DA-65B9-B4D08F3BD909}"/>
          </ac:spMkLst>
        </pc:spChg>
        <pc:spChg chg="mod">
          <ac:chgData name="Chad Furl" userId="e1f063c0-f891-481e-b162-0b825299f031" providerId="ADAL" clId="{3E978C21-B3D0-4285-96BE-5AD851B5E1C0}" dt="2026-07-21T21:23:38.595" v="2074" actId="20577"/>
          <ac:spMkLst>
            <pc:docMk/>
            <pc:sldMk cId="3427202569" sldId="270"/>
            <ac:spMk id="25" creationId="{F1E7F10B-95E5-DE23-375F-EB79937F3945}"/>
          </ac:spMkLst>
        </pc:spChg>
        <pc:spChg chg="mod">
          <ac:chgData name="Chad Furl" userId="e1f063c0-f891-481e-b162-0b825299f031" providerId="ADAL" clId="{3E978C21-B3D0-4285-96BE-5AD851B5E1C0}" dt="2026-07-22T21:28:10.918" v="2261" actId="20577"/>
          <ac:spMkLst>
            <pc:docMk/>
            <pc:sldMk cId="3427202569" sldId="270"/>
            <ac:spMk id="26" creationId="{3F9BC6A5-8A3E-929E-518B-0D8D2F3F1C89}"/>
          </ac:spMkLst>
        </pc:spChg>
        <pc:spChg chg="mod">
          <ac:chgData name="Chad Furl" userId="e1f063c0-f891-481e-b162-0b825299f031" providerId="ADAL" clId="{3E978C21-B3D0-4285-96BE-5AD851B5E1C0}" dt="2026-07-22T21:25:50.772" v="2253" actId="20577"/>
          <ac:spMkLst>
            <pc:docMk/>
            <pc:sldMk cId="3427202569" sldId="270"/>
            <ac:spMk id="32" creationId="{E448270C-7748-1EE7-E708-0B769D5D4CD5}"/>
          </ac:spMkLst>
        </pc:spChg>
        <pc:picChg chg="add mod modCrop">
          <ac:chgData name="Chad Furl" userId="e1f063c0-f891-481e-b162-0b825299f031" providerId="ADAL" clId="{3E978C21-B3D0-4285-96BE-5AD851B5E1C0}" dt="2026-07-21T21:19:31.893" v="1941" actId="1076"/>
          <ac:picMkLst>
            <pc:docMk/>
            <pc:sldMk cId="3427202569" sldId="270"/>
            <ac:picMk id="39" creationId="{35F447E1-5DB9-068B-136E-DA417FA56BE6}"/>
          </ac:picMkLst>
        </pc:picChg>
        <pc:picChg chg="add mod modCrop">
          <ac:chgData name="Chad Furl" userId="e1f063c0-f891-481e-b162-0b825299f031" providerId="ADAL" clId="{3E978C21-B3D0-4285-96BE-5AD851B5E1C0}" dt="2026-07-21T21:20:04.481" v="1951" actId="1038"/>
          <ac:picMkLst>
            <pc:docMk/>
            <pc:sldMk cId="3427202569" sldId="270"/>
            <ac:picMk id="41" creationId="{D6DCDAB4-4A6E-E6A7-B9F9-F133058F40DF}"/>
          </ac:picMkLst>
        </pc:picChg>
      </pc:sldChg>
      <pc:sldChg chg="delSp modSp add mod">
        <pc:chgData name="Chad Furl" userId="e1f063c0-f891-481e-b162-0b825299f031" providerId="ADAL" clId="{3E978C21-B3D0-4285-96BE-5AD851B5E1C0}" dt="2026-07-22T21:35:11.999" v="2386" actId="20577"/>
        <pc:sldMkLst>
          <pc:docMk/>
          <pc:sldMk cId="3939841031" sldId="271"/>
        </pc:sldMkLst>
        <pc:spChg chg="mod">
          <ac:chgData name="Chad Furl" userId="e1f063c0-f891-481e-b162-0b825299f031" providerId="ADAL" clId="{3E978C21-B3D0-4285-96BE-5AD851B5E1C0}" dt="2026-07-22T21:31:05.521" v="2324" actId="20577"/>
          <ac:spMkLst>
            <pc:docMk/>
            <pc:sldMk cId="3939841031" sldId="271"/>
            <ac:spMk id="5" creationId="{840F7326-C190-8AD8-88E8-9E6173EFC01E}"/>
          </ac:spMkLst>
        </pc:spChg>
        <pc:spChg chg="mod">
          <ac:chgData name="Chad Furl" userId="e1f063c0-f891-481e-b162-0b825299f031" providerId="ADAL" clId="{3E978C21-B3D0-4285-96BE-5AD851B5E1C0}" dt="2026-07-22T21:35:11.999" v="2386" actId="20577"/>
          <ac:spMkLst>
            <pc:docMk/>
            <pc:sldMk cId="3939841031" sldId="271"/>
            <ac:spMk id="9" creationId="{5788328E-C3A6-C0D2-72E4-5090C39FD38F}"/>
          </ac:spMkLst>
        </pc:spChg>
      </pc:sldChg>
      <pc:sldChg chg="addSp delSp modSp add mod">
        <pc:chgData name="Chad Furl" userId="e1f063c0-f891-481e-b162-0b825299f031" providerId="ADAL" clId="{3E978C21-B3D0-4285-96BE-5AD851B5E1C0}" dt="2026-07-24T19:05:57.259" v="3514" actId="1036"/>
        <pc:sldMkLst>
          <pc:docMk/>
          <pc:sldMk cId="176559583" sldId="272"/>
        </pc:sldMkLst>
        <pc:spChg chg="mod">
          <ac:chgData name="Chad Furl" userId="e1f063c0-f891-481e-b162-0b825299f031" providerId="ADAL" clId="{3E978C21-B3D0-4285-96BE-5AD851B5E1C0}" dt="2026-07-22T21:37:32.797" v="2470" actId="20577"/>
          <ac:spMkLst>
            <pc:docMk/>
            <pc:sldMk cId="176559583" sldId="272"/>
            <ac:spMk id="3" creationId="{2186F761-C2F0-D007-91BA-01F8C023EFCC}"/>
          </ac:spMkLst>
        </pc:spChg>
        <pc:spChg chg="add mod">
          <ac:chgData name="Chad Furl" userId="e1f063c0-f891-481e-b162-0b825299f031" providerId="ADAL" clId="{3E978C21-B3D0-4285-96BE-5AD851B5E1C0}" dt="2026-07-24T19:05:37.260" v="3473" actId="20577"/>
          <ac:spMkLst>
            <pc:docMk/>
            <pc:sldMk cId="176559583" sldId="272"/>
            <ac:spMk id="4" creationId="{5E5C4F1B-1CFD-3079-E8AB-F3248A69D66E}"/>
          </ac:spMkLst>
        </pc:spChg>
        <pc:spChg chg="mod">
          <ac:chgData name="Chad Furl" userId="e1f063c0-f891-481e-b162-0b825299f031" providerId="ADAL" clId="{3E978C21-B3D0-4285-96BE-5AD851B5E1C0}" dt="2026-07-22T22:01:02.943" v="2534" actId="14100"/>
          <ac:spMkLst>
            <pc:docMk/>
            <pc:sldMk cId="176559583" sldId="272"/>
            <ac:spMk id="5" creationId="{304130F2-995A-7C3C-83E7-62FA922FB5C3}"/>
          </ac:spMkLst>
        </pc:spChg>
        <pc:spChg chg="mod ord">
          <ac:chgData name="Chad Furl" userId="e1f063c0-f891-481e-b162-0b825299f031" providerId="ADAL" clId="{3E978C21-B3D0-4285-96BE-5AD851B5E1C0}" dt="2026-07-22T22:05:46.507" v="2594" actId="1076"/>
          <ac:spMkLst>
            <pc:docMk/>
            <pc:sldMk cId="176559583" sldId="272"/>
            <ac:spMk id="6" creationId="{127B17B5-01D0-578A-9C83-3215E568A4EC}"/>
          </ac:spMkLst>
        </pc:spChg>
        <pc:spChg chg="mod">
          <ac:chgData name="Chad Furl" userId="e1f063c0-f891-481e-b162-0b825299f031" providerId="ADAL" clId="{3E978C21-B3D0-4285-96BE-5AD851B5E1C0}" dt="2026-07-22T22:04:16.698" v="2562" actId="14100"/>
          <ac:spMkLst>
            <pc:docMk/>
            <pc:sldMk cId="176559583" sldId="272"/>
            <ac:spMk id="9" creationId="{D4DA43EB-CFED-432C-E655-CAEB54CF1F39}"/>
          </ac:spMkLst>
        </pc:spChg>
        <pc:spChg chg="mod ord">
          <ac:chgData name="Chad Furl" userId="e1f063c0-f891-481e-b162-0b825299f031" providerId="ADAL" clId="{3E978C21-B3D0-4285-96BE-5AD851B5E1C0}" dt="2026-07-22T22:05:33.725" v="2587" actId="1076"/>
          <ac:spMkLst>
            <pc:docMk/>
            <pc:sldMk cId="176559583" sldId="272"/>
            <ac:spMk id="10" creationId="{8057935C-87EC-8F73-7B81-AD7CDEB5DADD}"/>
          </ac:spMkLst>
        </pc:spChg>
        <pc:spChg chg="add mod">
          <ac:chgData name="Chad Furl" userId="e1f063c0-f891-481e-b162-0b825299f031" providerId="ADAL" clId="{3E978C21-B3D0-4285-96BE-5AD851B5E1C0}" dt="2026-07-22T22:07:05.387" v="2838" actId="20577"/>
          <ac:spMkLst>
            <pc:docMk/>
            <pc:sldMk cId="176559583" sldId="272"/>
            <ac:spMk id="13" creationId="{172E07DB-4C03-535F-0AF5-E0DD885392DD}"/>
          </ac:spMkLst>
        </pc:spChg>
        <pc:spChg chg="add mod">
          <ac:chgData name="Chad Furl" userId="e1f063c0-f891-481e-b162-0b825299f031" providerId="ADAL" clId="{3E978C21-B3D0-4285-96BE-5AD851B5E1C0}" dt="2026-07-24T19:05:57.259" v="3514" actId="1036"/>
          <ac:spMkLst>
            <pc:docMk/>
            <pc:sldMk cId="176559583" sldId="272"/>
            <ac:spMk id="15" creationId="{9AFB1B04-493C-4980-2FF1-D5FD90141DF3}"/>
          </ac:spMkLst>
        </pc:spChg>
        <pc:spChg chg="add mod">
          <ac:chgData name="Chad Furl" userId="e1f063c0-f891-481e-b162-0b825299f031" providerId="ADAL" clId="{3E978C21-B3D0-4285-96BE-5AD851B5E1C0}" dt="2026-07-24T19:05:44.159" v="3475" actId="1076"/>
          <ac:spMkLst>
            <pc:docMk/>
            <pc:sldMk cId="176559583" sldId="272"/>
            <ac:spMk id="18" creationId="{2545D50F-098D-5A32-3825-9B2B54DA5DD1}"/>
          </ac:spMkLst>
        </pc:spChg>
        <pc:picChg chg="add mod modCrop">
          <ac:chgData name="Chad Furl" userId="e1f063c0-f891-481e-b162-0b825299f031" providerId="ADAL" clId="{3E978C21-B3D0-4285-96BE-5AD851B5E1C0}" dt="2026-07-22T22:03:06.786" v="2549" actId="1035"/>
          <ac:picMkLst>
            <pc:docMk/>
            <pc:sldMk cId="176559583" sldId="272"/>
            <ac:picMk id="29" creationId="{03437B1F-CF85-1078-BD48-E0FD09B60FA1}"/>
          </ac:picMkLst>
        </pc:picChg>
        <pc:picChg chg="add mod modCrop">
          <ac:chgData name="Chad Furl" userId="e1f063c0-f891-481e-b162-0b825299f031" providerId="ADAL" clId="{3E978C21-B3D0-4285-96BE-5AD851B5E1C0}" dt="2026-07-22T22:04:33.863" v="2572" actId="1038"/>
          <ac:picMkLst>
            <pc:docMk/>
            <pc:sldMk cId="176559583" sldId="272"/>
            <ac:picMk id="31" creationId="{C6296BAB-28E0-5D7E-8CD2-F6868BCA0E34}"/>
          </ac:picMkLst>
        </pc:picChg>
      </pc:sldChg>
      <pc:sldChg chg="modSp add mod">
        <pc:chgData name="Chad Furl" userId="e1f063c0-f891-481e-b162-0b825299f031" providerId="ADAL" clId="{3E978C21-B3D0-4285-96BE-5AD851B5E1C0}" dt="2026-07-24T19:03:55.108" v="3384" actId="20577"/>
        <pc:sldMkLst>
          <pc:docMk/>
          <pc:sldMk cId="1295662293" sldId="273"/>
        </pc:sldMkLst>
        <pc:spChg chg="mod">
          <ac:chgData name="Chad Furl" userId="e1f063c0-f891-481e-b162-0b825299f031" providerId="ADAL" clId="{3E978C21-B3D0-4285-96BE-5AD851B5E1C0}" dt="2026-07-24T19:03:55.108" v="3384" actId="20577"/>
          <ac:spMkLst>
            <pc:docMk/>
            <pc:sldMk cId="1295662293" sldId="273"/>
            <ac:spMk id="3" creationId="{D687FB3E-9C9C-B72E-24F0-0E1E15EDD22C}"/>
          </ac:spMkLst>
        </pc:spChg>
      </pc:sldChg>
      <pc:sldChg chg="addSp delSp modSp add mod">
        <pc:chgData name="Chad Furl" userId="e1f063c0-f891-481e-b162-0b825299f031" providerId="ADAL" clId="{3E978C21-B3D0-4285-96BE-5AD851B5E1C0}" dt="2026-07-24T21:45:26.488" v="3892" actId="1076"/>
        <pc:sldMkLst>
          <pc:docMk/>
          <pc:sldMk cId="2055627289" sldId="274"/>
        </pc:sldMkLst>
        <pc:spChg chg="mod">
          <ac:chgData name="Chad Furl" userId="e1f063c0-f891-481e-b162-0b825299f031" providerId="ADAL" clId="{3E978C21-B3D0-4285-96BE-5AD851B5E1C0}" dt="2026-07-24T19:26:58.490" v="3539" actId="14100"/>
          <ac:spMkLst>
            <pc:docMk/>
            <pc:sldMk cId="2055627289" sldId="274"/>
            <ac:spMk id="3" creationId="{1642B371-832A-CD4A-5066-7C18D55019EC}"/>
          </ac:spMkLst>
        </pc:spChg>
        <pc:spChg chg="mod">
          <ac:chgData name="Chad Furl" userId="e1f063c0-f891-481e-b162-0b825299f031" providerId="ADAL" clId="{3E978C21-B3D0-4285-96BE-5AD851B5E1C0}" dt="2026-07-24T19:19:52.590" v="3519" actId="1076"/>
          <ac:spMkLst>
            <pc:docMk/>
            <pc:sldMk cId="2055627289" sldId="274"/>
            <ac:spMk id="20" creationId="{47879529-E55C-E839-1334-C79DEEBD84F4}"/>
          </ac:spMkLst>
        </pc:spChg>
        <pc:spChg chg="mod">
          <ac:chgData name="Chad Furl" userId="e1f063c0-f891-481e-b162-0b825299f031" providerId="ADAL" clId="{3E978C21-B3D0-4285-96BE-5AD851B5E1C0}" dt="2026-07-24T19:24:11.573" v="3526" actId="20577"/>
          <ac:spMkLst>
            <pc:docMk/>
            <pc:sldMk cId="2055627289" sldId="274"/>
            <ac:spMk id="21" creationId="{B94893B7-F110-C354-3CD6-382788C74FD4}"/>
          </ac:spMkLst>
        </pc:spChg>
        <pc:spChg chg="mod">
          <ac:chgData name="Chad Furl" userId="e1f063c0-f891-481e-b162-0b825299f031" providerId="ADAL" clId="{3E978C21-B3D0-4285-96BE-5AD851B5E1C0}" dt="2026-07-24T19:28:37.594" v="3608" actId="20577"/>
          <ac:spMkLst>
            <pc:docMk/>
            <pc:sldMk cId="2055627289" sldId="274"/>
            <ac:spMk id="22" creationId="{B02E9DC5-33BD-DF2E-D3D1-AAFD6C8EB2A8}"/>
          </ac:spMkLst>
        </pc:spChg>
        <pc:spChg chg="mod">
          <ac:chgData name="Chad Furl" userId="e1f063c0-f891-481e-b162-0b825299f031" providerId="ADAL" clId="{3E978C21-B3D0-4285-96BE-5AD851B5E1C0}" dt="2026-07-24T19:28:52.108" v="3610" actId="1076"/>
          <ac:spMkLst>
            <pc:docMk/>
            <pc:sldMk cId="2055627289" sldId="274"/>
            <ac:spMk id="24" creationId="{31F6E437-E93C-E0DE-76AC-F9B6E12B3A05}"/>
          </ac:spMkLst>
        </pc:spChg>
        <pc:spChg chg="mod">
          <ac:chgData name="Chad Furl" userId="e1f063c0-f891-481e-b162-0b825299f031" providerId="ADAL" clId="{3E978C21-B3D0-4285-96BE-5AD851B5E1C0}" dt="2026-07-24T19:30:12.292" v="3617" actId="1076"/>
          <ac:spMkLst>
            <pc:docMk/>
            <pc:sldMk cId="2055627289" sldId="274"/>
            <ac:spMk id="26" creationId="{3984347D-EFE2-3C83-ABD7-7F9042631D61}"/>
          </ac:spMkLst>
        </pc:spChg>
        <pc:spChg chg="mod">
          <ac:chgData name="Chad Furl" userId="e1f063c0-f891-481e-b162-0b825299f031" providerId="ADAL" clId="{3E978C21-B3D0-4285-96BE-5AD851B5E1C0}" dt="2026-07-24T19:30:56.423" v="3621" actId="14100"/>
          <ac:spMkLst>
            <pc:docMk/>
            <pc:sldMk cId="2055627289" sldId="274"/>
            <ac:spMk id="27" creationId="{1F63E128-FC2D-ED6F-0B1D-2962225E6C13}"/>
          </ac:spMkLst>
        </pc:spChg>
        <pc:spChg chg="mod">
          <ac:chgData name="Chad Furl" userId="e1f063c0-f891-481e-b162-0b825299f031" providerId="ADAL" clId="{3E978C21-B3D0-4285-96BE-5AD851B5E1C0}" dt="2026-07-24T19:31:33.439" v="3666" actId="27636"/>
          <ac:spMkLst>
            <pc:docMk/>
            <pc:sldMk cId="2055627289" sldId="274"/>
            <ac:spMk id="28" creationId="{3CBDE2C6-E192-A64C-FA65-5D325469EF81}"/>
          </ac:spMkLst>
        </pc:spChg>
        <pc:spChg chg="mod">
          <ac:chgData name="Chad Furl" userId="e1f063c0-f891-481e-b162-0b825299f031" providerId="ADAL" clId="{3E978C21-B3D0-4285-96BE-5AD851B5E1C0}" dt="2026-07-24T19:31:01.305" v="3622" actId="14100"/>
          <ac:spMkLst>
            <pc:docMk/>
            <pc:sldMk cId="2055627289" sldId="274"/>
            <ac:spMk id="29" creationId="{2B253D74-3B09-B666-DB24-A49C5110D94F}"/>
          </ac:spMkLst>
        </pc:spChg>
        <pc:spChg chg="mod">
          <ac:chgData name="Chad Furl" userId="e1f063c0-f891-481e-b162-0b825299f031" providerId="ADAL" clId="{3E978C21-B3D0-4285-96BE-5AD851B5E1C0}" dt="2026-07-24T19:31:53.407" v="3693" actId="20577"/>
          <ac:spMkLst>
            <pc:docMk/>
            <pc:sldMk cId="2055627289" sldId="274"/>
            <ac:spMk id="30" creationId="{A2165604-110D-810E-122D-EC488A04E603}"/>
          </ac:spMkLst>
        </pc:spChg>
        <pc:picChg chg="add mod modCrop">
          <ac:chgData name="Chad Furl" userId="e1f063c0-f891-481e-b162-0b825299f031" providerId="ADAL" clId="{3E978C21-B3D0-4285-96BE-5AD851B5E1C0}" dt="2026-07-24T21:45:26.488" v="3892" actId="1076"/>
          <ac:picMkLst>
            <pc:docMk/>
            <pc:sldMk cId="2055627289" sldId="274"/>
            <ac:picMk id="35" creationId="{A04987CA-58D4-B984-9E8E-7684C05BE67A}"/>
          </ac:picMkLst>
        </pc:picChg>
      </pc:sldChg>
      <pc:sldChg chg="addSp delSp modSp add mod">
        <pc:chgData name="Chad Furl" userId="e1f063c0-f891-481e-b162-0b825299f031" providerId="ADAL" clId="{3E978C21-B3D0-4285-96BE-5AD851B5E1C0}" dt="2026-07-24T19:40:22.640" v="3698" actId="1076"/>
        <pc:sldMkLst>
          <pc:docMk/>
          <pc:sldMk cId="756848099" sldId="275"/>
        </pc:sldMkLst>
        <pc:picChg chg="add mod">
          <ac:chgData name="Chad Furl" userId="e1f063c0-f891-481e-b162-0b825299f031" providerId="ADAL" clId="{3E978C21-B3D0-4285-96BE-5AD851B5E1C0}" dt="2026-07-24T19:40:22.640" v="3698" actId="1076"/>
          <ac:picMkLst>
            <pc:docMk/>
            <pc:sldMk cId="756848099" sldId="275"/>
            <ac:picMk id="4" creationId="{21E7BB8E-91E8-9F1B-CBE3-DED89A9A6728}"/>
          </ac:picMkLst>
        </pc:picChg>
      </pc:sldChg>
      <pc:sldChg chg="addSp delSp modSp add mod">
        <pc:chgData name="Chad Furl" userId="e1f063c0-f891-481e-b162-0b825299f031" providerId="ADAL" clId="{3E978C21-B3D0-4285-96BE-5AD851B5E1C0}" dt="2026-07-24T20:48:53.554" v="3713" actId="14100"/>
        <pc:sldMkLst>
          <pc:docMk/>
          <pc:sldMk cId="2807261502" sldId="276"/>
        </pc:sldMkLst>
        <pc:spChg chg="add del mod">
          <ac:chgData name="Chad Furl" userId="e1f063c0-f891-481e-b162-0b825299f031" providerId="ADAL" clId="{3E978C21-B3D0-4285-96BE-5AD851B5E1C0}" dt="2026-07-24T20:48:46.974" v="3711" actId="478"/>
          <ac:spMkLst>
            <pc:docMk/>
            <pc:sldMk cId="2807261502" sldId="276"/>
            <ac:spMk id="3" creationId="{05225D89-B394-F28D-8C92-6B381981EA4A}"/>
          </ac:spMkLst>
        </pc:spChg>
        <pc:picChg chg="add mod">
          <ac:chgData name="Chad Furl" userId="e1f063c0-f891-481e-b162-0b825299f031" providerId="ADAL" clId="{3E978C21-B3D0-4285-96BE-5AD851B5E1C0}" dt="2026-07-24T20:48:53.554" v="3713" actId="14100"/>
          <ac:picMkLst>
            <pc:docMk/>
            <pc:sldMk cId="2807261502" sldId="276"/>
            <ac:picMk id="26" creationId="{A0CA4946-C8A3-B185-0A6B-38A9B74B3240}"/>
          </ac:picMkLst>
        </pc:picChg>
      </pc:sldChg>
      <pc:sldChg chg="addSp delSp modSp add mod">
        <pc:chgData name="Chad Furl" userId="e1f063c0-f891-481e-b162-0b825299f031" providerId="ADAL" clId="{3E978C21-B3D0-4285-96BE-5AD851B5E1C0}" dt="2026-07-24T20:50:32.437" v="3726" actId="478"/>
        <pc:sldMkLst>
          <pc:docMk/>
          <pc:sldMk cId="4259639059" sldId="277"/>
        </pc:sldMkLst>
        <pc:spChg chg="mod">
          <ac:chgData name="Chad Furl" userId="e1f063c0-f891-481e-b162-0b825299f031" providerId="ADAL" clId="{3E978C21-B3D0-4285-96BE-5AD851B5E1C0}" dt="2026-07-24T20:50:27.290" v="3725" actId="27636"/>
          <ac:spMkLst>
            <pc:docMk/>
            <pc:sldMk cId="4259639059" sldId="277"/>
            <ac:spMk id="3" creationId="{5EDD45BD-CE53-1FE8-60EE-0DC27498D895}"/>
          </ac:spMkLst>
        </pc:spChg>
        <pc:picChg chg="add mod">
          <ac:chgData name="Chad Furl" userId="e1f063c0-f891-481e-b162-0b825299f031" providerId="ADAL" clId="{3E978C21-B3D0-4285-96BE-5AD851B5E1C0}" dt="2026-07-24T20:50:16.325" v="3721" actId="14100"/>
          <ac:picMkLst>
            <pc:docMk/>
            <pc:sldMk cId="4259639059" sldId="277"/>
            <ac:picMk id="4" creationId="{14098F59-1202-6EC9-F0B9-B978BABC3036}"/>
          </ac:picMkLst>
        </pc:picChg>
      </pc:sldChg>
      <pc:sldChg chg="addSp delSp modSp add mod">
        <pc:chgData name="Chad Furl" userId="e1f063c0-f891-481e-b162-0b825299f031" providerId="ADAL" clId="{3E978C21-B3D0-4285-96BE-5AD851B5E1C0}" dt="2026-07-24T21:44:26.551" v="3888" actId="1076"/>
        <pc:sldMkLst>
          <pc:docMk/>
          <pc:sldMk cId="2720698694" sldId="279"/>
        </pc:sldMkLst>
        <pc:spChg chg="mod">
          <ac:chgData name="Chad Furl" userId="e1f063c0-f891-481e-b162-0b825299f031" providerId="ADAL" clId="{3E978C21-B3D0-4285-96BE-5AD851B5E1C0}" dt="2026-07-24T21:44:26.551" v="3888" actId="1076"/>
          <ac:spMkLst>
            <pc:docMk/>
            <pc:sldMk cId="2720698694" sldId="279"/>
            <ac:spMk id="3" creationId="{415A1E38-49DD-5DB9-A103-60E8741FDCE7}"/>
          </ac:spMkLst>
        </pc:spChg>
        <pc:spChg chg="mod">
          <ac:chgData name="Chad Furl" userId="e1f063c0-f891-481e-b162-0b825299f031" providerId="ADAL" clId="{3E978C21-B3D0-4285-96BE-5AD851B5E1C0}" dt="2026-07-24T21:44:21.979" v="3886" actId="1076"/>
          <ac:spMkLst>
            <pc:docMk/>
            <pc:sldMk cId="2720698694" sldId="279"/>
            <ac:spMk id="6" creationId="{2346E797-AE57-B8D6-8A5E-B5FA3EE3F5CA}"/>
          </ac:spMkLst>
        </pc:spChg>
        <pc:spChg chg="mod">
          <ac:chgData name="Chad Furl" userId="e1f063c0-f891-481e-b162-0b825299f031" providerId="ADAL" clId="{3E978C21-B3D0-4285-96BE-5AD851B5E1C0}" dt="2026-07-24T21:44:25.822" v="3887" actId="1076"/>
          <ac:spMkLst>
            <pc:docMk/>
            <pc:sldMk cId="2720698694" sldId="279"/>
            <ac:spMk id="7" creationId="{E96F49EE-5EF1-53D0-5494-F0CF56EBFDB6}"/>
          </ac:spMkLst>
        </pc:spChg>
        <pc:spChg chg="mod">
          <ac:chgData name="Chad Furl" userId="e1f063c0-f891-481e-b162-0b825299f031" providerId="ADAL" clId="{3E978C21-B3D0-4285-96BE-5AD851B5E1C0}" dt="2026-07-24T21:44:03.715" v="3885" actId="14100"/>
          <ac:spMkLst>
            <pc:docMk/>
            <pc:sldMk cId="2720698694" sldId="279"/>
            <ac:spMk id="20" creationId="{97D1CEC3-D3B8-AF39-2012-27BDAC81D0F4}"/>
          </ac:spMkLst>
        </pc:spChg>
        <pc:spChg chg="mod">
          <ac:chgData name="Chad Furl" userId="e1f063c0-f891-481e-b162-0b825299f031" providerId="ADAL" clId="{3E978C21-B3D0-4285-96BE-5AD851B5E1C0}" dt="2026-07-24T21:44:03.715" v="3885" actId="14100"/>
          <ac:spMkLst>
            <pc:docMk/>
            <pc:sldMk cId="2720698694" sldId="279"/>
            <ac:spMk id="21" creationId="{5EC6A81E-27B6-ADEC-70E9-3A368AB7E8AF}"/>
          </ac:spMkLst>
        </pc:spChg>
        <pc:picChg chg="add mod">
          <ac:chgData name="Chad Furl" userId="e1f063c0-f891-481e-b162-0b825299f031" providerId="ADAL" clId="{3E978C21-B3D0-4285-96BE-5AD851B5E1C0}" dt="2026-07-24T21:43:40.951" v="3882" actId="1076"/>
          <ac:picMkLst>
            <pc:docMk/>
            <pc:sldMk cId="2720698694" sldId="279"/>
            <ac:picMk id="5" creationId="{A89C796B-6820-2A08-84E9-26BF13CFAF55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857208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E06C17-F1F2-64DE-1F9A-0335551889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E765AEB-BA7E-E8E3-8E96-2ADBF4C306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A721F8C-AD51-3F1C-94C6-B21403BD86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14A5A5-DC0B-43C4-F94E-66E03BC4571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425138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3B6A2A-C058-B61B-69CA-289E2649DC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C520B7-C72B-AD7A-EE25-2D01AFE282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571C26B-83E4-66EA-5C29-A4B3AE43D7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A6D2E9-011D-56BC-5288-F5C65320FA9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0566627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8C0B12-60BF-06CC-5547-3777395C1A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F20F293-5E55-3494-B5BF-B18F18AA8CA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50CB597-4FE2-DCCD-9A93-FB6679B27D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A17CB9-900A-FA55-4402-D26F1AB9C24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2026307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ACBA16-292A-4811-014E-D299571273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FC5D6C4-9234-51C1-AFF9-59EDA7729D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B693845-EE07-1CB4-E57D-F6F8A1C145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E33E60-B104-991F-6E61-12BC5290074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8890204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E4CD3A-98AD-01B2-C44F-B4637BD574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59B8542-CC05-B229-0796-A1C852572A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FEEEB5A-3544-926C-0ACD-0D1AB0F799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F474D9-6A97-657C-D27B-08D6AB05998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0200814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E0260B-8C08-639B-1988-C62DEC5361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512FB64-3D02-676B-FA81-563E1FDCCE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803503D-2E14-86BF-752F-F1B45E2F37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74CD78-D260-385F-CBF4-B0CBE89937F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151098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98CB4C-020C-1D8D-F2ED-E96AB1EE32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D99347C-66EB-E147-65F2-1E11190260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386D79-D3D9-7380-324B-E4592F9A32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CB163D-A1F7-05B5-5788-AB264EDF951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0630745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D667C4-04E3-D4C0-DD5C-81A54BEBBB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06362E-4144-E755-A0F3-D7F6F341B5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B7ACEC2-08E6-C0AB-1444-32D87F450F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31FC9C-31E3-EEB8-C420-8B22451FB60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750920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C0E229-332E-A295-B7CE-42CF18C36A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01D637B-A553-7FFC-D8C1-73E339102E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937ACDA-8D9A-3FC5-787E-3FE8FA261D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B651FC-AAA2-538F-B5B3-A3B6119695B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1663987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4FB542-E448-34BA-93CF-CE8A848419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A644359-8C49-EC9A-A764-C976653036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580CA6A-E971-66A0-55A9-F746EBE9C1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7C717C-BDC8-7259-CC4A-4B2080F109D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6377131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63DFA8-71AF-B100-FD8D-6EC65B6ED7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635F002-692A-3209-7CF6-2C0A9DDF1A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89430B9-E97A-E4B6-A8A3-786AB4EA16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5A3C0E-24A4-6936-0D9C-54BDC7A3646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6795316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982938-3C93-AD23-97C5-0856E0FAD3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026A8CB-311E-BEED-787C-0E4C45C2AD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BC21799-1BC3-558E-BFBA-39608B4433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212F4D-F921-DF22-7898-F06DC91797F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9591893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A8C5B0-F06A-25EA-2951-F1F4B82446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B35AC41-6F8F-7EB1-1112-0EEE553345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C13D437-7FE9-2B8D-3231-4AB26AD7B6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433FF1-3525-D7C4-DA28-5E32398D937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6775645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2EB0C8-919F-D8C4-D2B3-9540144D37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FC316D-20DE-736C-E09E-83520AF8A4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ECADB67-3DF9-8587-17DD-B8B9F1F7E1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780E36-2600-FEBA-C923-590255BFC24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2998661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2E48F4-D9E6-966C-9AFE-7249CD8EC4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6E87551-3ACF-B83A-339B-CF178EACD9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CCC94B2-3972-1383-4E63-C528A26F2D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D4CB80-6C0E-788B-E49A-013AE7E9E9E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2400628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sv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8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3C5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4315968"/>
            <a:ext cx="12188952" cy="224028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>
            <a:alphaModFix amt="45000"/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818120" y="-594360"/>
            <a:ext cx="4800600" cy="480060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749808" y="658368"/>
            <a:ext cx="960120" cy="0"/>
          </a:xfrm>
          <a:prstGeom prst="line">
            <a:avLst/>
          </a:prstGeom>
          <a:noFill/>
          <a:ln w="50800">
            <a:solidFill>
              <a:srgbClr val="6DB6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2"/>
          <p:cNvSpPr txBox="1"/>
          <p:nvPr/>
        </p:nvSpPr>
        <p:spPr>
          <a:xfrm>
            <a:off x="749808" y="1261872"/>
            <a:ext cx="7132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43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Edwards Aquifer </a:t>
            </a:r>
            <a:r>
              <a:rPr lang="en-US" sz="4300" b="1" dirty="0" err="1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Springflow</a:t>
            </a:r>
            <a:r>
              <a:rPr lang="en-US" sz="43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 </a:t>
            </a:r>
          </a:p>
          <a:p>
            <a:pPr marL="0" indent="0" algn="l">
              <a:buNone/>
            </a:pPr>
            <a:r>
              <a:rPr lang="en-US" sz="43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Protection Programs</a:t>
            </a:r>
            <a:endParaRPr lang="en-US" sz="4300" dirty="0"/>
          </a:p>
        </p:txBody>
      </p:sp>
      <p:sp>
        <p:nvSpPr>
          <p:cNvPr id="8" name="Text 4"/>
          <p:cNvSpPr txBox="1"/>
          <p:nvPr/>
        </p:nvSpPr>
        <p:spPr>
          <a:xfrm>
            <a:off x="512064" y="5800344"/>
            <a:ext cx="5029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6DB6C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EAHCP SCIENCE COMMITTEE MEETING</a:t>
            </a:r>
            <a:endParaRPr lang="en-US" sz="1200" dirty="0"/>
          </a:p>
        </p:txBody>
      </p:sp>
      <p:sp>
        <p:nvSpPr>
          <p:cNvPr id="9" name="Text 5"/>
          <p:cNvSpPr txBox="1"/>
          <p:nvPr/>
        </p:nvSpPr>
        <p:spPr>
          <a:xfrm>
            <a:off x="512064" y="6166104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Sep 16 2026·  Star Park San Marcos, Tx  ·  Chad Furl PhD PE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F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F224732-5774-9E8F-58D8-3F7984DD9A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7C8FA14E-E158-7628-9AD7-BF264B4F7621}"/>
              </a:ext>
            </a:extLst>
          </p:cNvPr>
          <p:cNvSpPr txBox="1"/>
          <p:nvPr/>
        </p:nvSpPr>
        <p:spPr>
          <a:xfrm>
            <a:off x="685800" y="694944"/>
            <a:ext cx="10515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Edwards Aquifer </a:t>
            </a:r>
            <a:r>
              <a:rPr lang="en-US" sz="3000" b="1" dirty="0" err="1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Springflow</a:t>
            </a:r>
            <a:r>
              <a:rPr lang="en-US" sz="30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 Protection Programs</a:t>
            </a:r>
            <a:endParaRPr lang="en-US" sz="30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1ACC7BD2-5288-B193-4D4A-FAC91F9FDFDD}"/>
              </a:ext>
            </a:extLst>
          </p:cNvPr>
          <p:cNvSpPr txBox="1"/>
          <p:nvPr/>
        </p:nvSpPr>
        <p:spPr>
          <a:xfrm>
            <a:off x="685800" y="1426464"/>
            <a:ext cx="10424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5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Edwards Aquifer Authority Permitting and Critical Period Management combined with EAHCP specific </a:t>
            </a:r>
            <a:r>
              <a:rPr lang="en-US" sz="1450" dirty="0" err="1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springflow</a:t>
            </a:r>
            <a:r>
              <a:rPr lang="en-US" sz="145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protection actions.</a:t>
            </a:r>
            <a:endParaRPr lang="en-US" sz="145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4A6291EC-612A-ABC1-1DBF-AFD660B75A12}"/>
              </a:ext>
            </a:extLst>
          </p:cNvPr>
          <p:cNvSpPr/>
          <p:nvPr/>
        </p:nvSpPr>
        <p:spPr>
          <a:xfrm>
            <a:off x="2228267" y="1929742"/>
            <a:ext cx="3273552" cy="3639312"/>
          </a:xfrm>
          <a:prstGeom prst="roundRect">
            <a:avLst>
              <a:gd name="adj" fmla="val 2235"/>
            </a:avLst>
          </a:prstGeom>
          <a:solidFill>
            <a:srgbClr val="FFFFFF"/>
          </a:solidFill>
          <a:ln w="12700">
            <a:solidFill>
              <a:srgbClr val="D5CF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7055C3BC-47A0-7237-9AB0-2B6D9C1CF524}"/>
              </a:ext>
            </a:extLst>
          </p:cNvPr>
          <p:cNvSpPr txBox="1"/>
          <p:nvPr/>
        </p:nvSpPr>
        <p:spPr>
          <a:xfrm>
            <a:off x="2502587" y="2240638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EAA</a:t>
            </a:r>
            <a:endParaRPr lang="en-US" sz="95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95A28A72-A177-8F1F-589F-85D1C92B33EA}"/>
              </a:ext>
            </a:extLst>
          </p:cNvPr>
          <p:cNvSpPr txBox="1"/>
          <p:nvPr/>
        </p:nvSpPr>
        <p:spPr>
          <a:xfrm>
            <a:off x="2502587" y="2597254"/>
            <a:ext cx="2697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EAA Permitting + CPM</a:t>
            </a:r>
            <a:endParaRPr lang="en-US" sz="21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1F49E8AE-11E8-A50D-7397-A93E4F95376A}"/>
              </a:ext>
            </a:extLst>
          </p:cNvPr>
          <p:cNvSpPr/>
          <p:nvPr/>
        </p:nvSpPr>
        <p:spPr>
          <a:xfrm>
            <a:off x="2502587" y="3502510"/>
            <a:ext cx="2670048" cy="181929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300" dirty="0">
                <a:solidFill>
                  <a:srgbClr val="24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Established through the EAA Act.</a:t>
            </a:r>
          </a:p>
          <a:p>
            <a:pPr>
              <a:buSzPct val="100000"/>
            </a:pPr>
            <a:endParaRPr lang="en-US" sz="1300" dirty="0"/>
          </a:p>
          <a:p>
            <a:pPr marL="177800" indent="-177800">
              <a:buSzPct val="100000"/>
              <a:buChar char="•"/>
            </a:pPr>
            <a:r>
              <a:rPr lang="en-US" sz="1300" dirty="0">
                <a:solidFill>
                  <a:srgbClr val="24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Pumping limitations established through the issuance of groundwater withdrawal permits.</a:t>
            </a:r>
          </a:p>
          <a:p>
            <a:pPr marL="177800" indent="-177800">
              <a:buSzPct val="100000"/>
              <a:buChar char="•"/>
            </a:pPr>
            <a:endParaRPr lang="en-US" sz="1300" dirty="0"/>
          </a:p>
          <a:p>
            <a:pPr marL="177800" indent="-177800">
              <a:buSzPct val="100000"/>
              <a:buChar char="•"/>
            </a:pPr>
            <a:r>
              <a:rPr lang="en-US" sz="1300" dirty="0">
                <a:solidFill>
                  <a:srgbClr val="24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Curtailment of groundwater withdrawal established through hydrological indices.</a:t>
            </a:r>
            <a:endParaRPr lang="en-US" sz="1300" dirty="0"/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1955B4BD-F36A-AA56-AE21-9878CD0534D1}"/>
              </a:ext>
            </a:extLst>
          </p:cNvPr>
          <p:cNvSpPr/>
          <p:nvPr/>
        </p:nvSpPr>
        <p:spPr>
          <a:xfrm>
            <a:off x="5913299" y="1929742"/>
            <a:ext cx="3273552" cy="3639312"/>
          </a:xfrm>
          <a:prstGeom prst="roundRect">
            <a:avLst>
              <a:gd name="adj" fmla="val 2235"/>
            </a:avLst>
          </a:prstGeom>
          <a:solidFill>
            <a:srgbClr val="DDECEF"/>
          </a:solidFill>
          <a:ln w="20320">
            <a:solidFill>
              <a:srgbClr val="6DB6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FB844996-8214-4F03-8F86-A4F01B5A4C8A}"/>
              </a:ext>
            </a:extLst>
          </p:cNvPr>
          <p:cNvSpPr txBox="1"/>
          <p:nvPr/>
        </p:nvSpPr>
        <p:spPr>
          <a:xfrm>
            <a:off x="6187619" y="2240638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2D7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EAHCP</a:t>
            </a:r>
            <a:endParaRPr lang="en-US" sz="950" dirty="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677C6B04-D659-EEBC-4FB4-C63785EAB317}"/>
              </a:ext>
            </a:extLst>
          </p:cNvPr>
          <p:cNvSpPr txBox="1"/>
          <p:nvPr/>
        </p:nvSpPr>
        <p:spPr>
          <a:xfrm>
            <a:off x="6187619" y="2597254"/>
            <a:ext cx="2697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EAHCP </a:t>
            </a:r>
            <a:r>
              <a:rPr lang="en-US" sz="2100" b="1" dirty="0" err="1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Springflow</a:t>
            </a:r>
            <a:r>
              <a:rPr lang="en-US" sz="21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 Protection</a:t>
            </a:r>
            <a:endParaRPr lang="en-US" sz="2100" dirty="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9D3B548A-6EEB-C68C-1E92-20059FC56F1F}"/>
              </a:ext>
            </a:extLst>
          </p:cNvPr>
          <p:cNvSpPr/>
          <p:nvPr/>
        </p:nvSpPr>
        <p:spPr>
          <a:xfrm>
            <a:off x="6187619" y="3502510"/>
            <a:ext cx="2670048" cy="192902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300" dirty="0">
                <a:solidFill>
                  <a:srgbClr val="24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Established by the acceptance of the HCP and issuance of ITP.</a:t>
            </a:r>
          </a:p>
          <a:p>
            <a:pPr>
              <a:buSzPct val="100000"/>
            </a:pPr>
            <a:endParaRPr lang="en-US" sz="1300" dirty="0"/>
          </a:p>
          <a:p>
            <a:pPr marL="177800" indent="-177800">
              <a:buSzPct val="100000"/>
              <a:buChar char="•"/>
            </a:pPr>
            <a:r>
              <a:rPr lang="en-US" sz="1300" dirty="0">
                <a:solidFill>
                  <a:srgbClr val="24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Define multiple activities to reduce groundwater pumping.</a:t>
            </a:r>
          </a:p>
          <a:p>
            <a:pPr>
              <a:buSzPct val="100000"/>
            </a:pPr>
            <a:endParaRPr lang="en-US" sz="1300" dirty="0"/>
          </a:p>
          <a:p>
            <a:pPr marL="177800" indent="-177800">
              <a:buSzPct val="100000"/>
              <a:buChar char="•"/>
            </a:pPr>
            <a:r>
              <a:rPr lang="en-US" sz="1300" dirty="0">
                <a:solidFill>
                  <a:srgbClr val="24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Curtailment of groundwater withdrawal established through hydrological indices.</a:t>
            </a:r>
            <a:endParaRPr lang="en-US" sz="1300" dirty="0"/>
          </a:p>
        </p:txBody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F602A2CD-7858-9BF2-2C12-D7192E8DC591}"/>
              </a:ext>
            </a:extLst>
          </p:cNvPr>
          <p:cNvSpPr/>
          <p:nvPr/>
        </p:nvSpPr>
        <p:spPr>
          <a:xfrm>
            <a:off x="713232" y="5751576"/>
            <a:ext cx="10652760" cy="329184"/>
          </a:xfrm>
          <a:prstGeom prst="roundRect">
            <a:avLst>
              <a:gd name="adj" fmla="val 11111"/>
            </a:avLst>
          </a:prstGeom>
          <a:solidFill>
            <a:srgbClr val="2D7F83"/>
          </a:solidFill>
          <a:ln w="12700">
            <a:solidFill>
              <a:srgbClr val="2D7F8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>
            <a:extLst>
              <a:ext uri="{FF2B5EF4-FFF2-40B4-BE49-F238E27FC236}">
                <a16:creationId xmlns:a16="http://schemas.microsoft.com/office/drawing/2014/main" id="{47AF6F14-7316-A8BB-6399-90E4B5D00F59}"/>
              </a:ext>
            </a:extLst>
          </p:cNvPr>
          <p:cNvSpPr/>
          <p:nvPr/>
        </p:nvSpPr>
        <p:spPr>
          <a:xfrm>
            <a:off x="594360" y="6510528"/>
            <a:ext cx="11018520" cy="0"/>
          </a:xfrm>
          <a:prstGeom prst="line">
            <a:avLst/>
          </a:prstGeom>
          <a:noFill/>
          <a:ln w="7620">
            <a:solidFill>
              <a:srgbClr val="A69E8F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EB26B23A-060A-030C-FC78-C510E723E23C}"/>
              </a:ext>
            </a:extLst>
          </p:cNvPr>
          <p:cNvSpPr txBox="1"/>
          <p:nvPr/>
        </p:nvSpPr>
        <p:spPr>
          <a:xfrm>
            <a:off x="621792" y="6556248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 SPRINGFLOW PROTECTION</a:t>
            </a:r>
            <a:endParaRPr lang="en-US" sz="850" dirty="0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F794CF73-CA11-A07D-64C6-ABA8043E2E14}"/>
              </a:ext>
            </a:extLst>
          </p:cNvPr>
          <p:cNvSpPr txBox="1"/>
          <p:nvPr/>
        </p:nvSpPr>
        <p:spPr>
          <a:xfrm>
            <a:off x="10972800" y="653796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3038776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D7F8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0BB07D2-5A0F-05DC-51D4-EE32E5EACD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C5D5C43C-10DB-46FA-BF59-74700550F64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3108960"/>
            <a:ext cx="12188952" cy="3474720"/>
          </a:xfrm>
          <a:prstGeom prst="rect">
            <a:avLst/>
          </a:prstGeom>
        </p:spPr>
      </p:pic>
      <p:pic>
        <p:nvPicPr>
          <p:cNvPr id="3" name="Image 1" descr="preencoded.png">
            <a:extLst>
              <a:ext uri="{FF2B5EF4-FFF2-40B4-BE49-F238E27FC236}">
                <a16:creationId xmlns:a16="http://schemas.microsoft.com/office/drawing/2014/main" id="{2BDF818C-9681-5DF2-CF80-93EBB36D5D57}"/>
              </a:ext>
            </a:extLst>
          </p:cNvPr>
          <p:cNvPicPr>
            <a:picLocks noChangeAspect="1"/>
          </p:cNvPicPr>
          <p:nvPr/>
        </p:nvPicPr>
        <p:blipFill>
          <a:blip>
            <a:alphaModFix amt="28000"/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75120" y="-1097280"/>
            <a:ext cx="5852160" cy="5852160"/>
          </a:xfrm>
          <a:prstGeom prst="rect">
            <a:avLst/>
          </a:prstGeom>
        </p:spPr>
      </p:pic>
      <p:sp>
        <p:nvSpPr>
          <p:cNvPr id="4" name="Text 0">
            <a:extLst>
              <a:ext uri="{FF2B5EF4-FFF2-40B4-BE49-F238E27FC236}">
                <a16:creationId xmlns:a16="http://schemas.microsoft.com/office/drawing/2014/main" id="{95C56662-F077-8B9A-197D-6F6A3515B9E0}"/>
              </a:ext>
            </a:extLst>
          </p:cNvPr>
          <p:cNvSpPr txBox="1"/>
          <p:nvPr/>
        </p:nvSpPr>
        <p:spPr>
          <a:xfrm>
            <a:off x="749808" y="64008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CDE4E5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840F7326-C190-8AD8-88E8-9E6173EFC01E}"/>
              </a:ext>
            </a:extLst>
          </p:cNvPr>
          <p:cNvSpPr txBox="1"/>
          <p:nvPr/>
        </p:nvSpPr>
        <p:spPr>
          <a:xfrm>
            <a:off x="749808" y="1234440"/>
            <a:ext cx="65836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Edwards Aquifer Authority Permitting</a:t>
            </a:r>
            <a:endParaRPr kumimoji="0" lang="en-US" sz="4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8" name="Shape 4">
            <a:extLst>
              <a:ext uri="{FF2B5EF4-FFF2-40B4-BE49-F238E27FC236}">
                <a16:creationId xmlns:a16="http://schemas.microsoft.com/office/drawing/2014/main" id="{E887B8D1-7B2C-C350-61A5-1462AFC36910}"/>
              </a:ext>
            </a:extLst>
          </p:cNvPr>
          <p:cNvSpPr/>
          <p:nvPr/>
        </p:nvSpPr>
        <p:spPr>
          <a:xfrm>
            <a:off x="594360" y="6510528"/>
            <a:ext cx="11018520" cy="0"/>
          </a:xfrm>
          <a:prstGeom prst="line">
            <a:avLst/>
          </a:prstGeom>
          <a:noFill/>
          <a:ln w="7620">
            <a:solidFill>
              <a:srgbClr val="5D7E8D">
                <a:alpha val="45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5788328E-C3A6-C0D2-72E4-5090C39FD38F}"/>
              </a:ext>
            </a:extLst>
          </p:cNvPr>
          <p:cNvSpPr txBox="1"/>
          <p:nvPr/>
        </p:nvSpPr>
        <p:spPr>
          <a:xfrm>
            <a:off x="621792" y="6556248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DDE8E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EA SPRINGFLOW PROTECTION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4F508CE6-66F6-74FD-3A71-AE63DB6BD754}"/>
              </a:ext>
            </a:extLst>
          </p:cNvPr>
          <p:cNvSpPr txBox="1"/>
          <p:nvPr/>
        </p:nvSpPr>
        <p:spPr>
          <a:xfrm>
            <a:off x="10972800" y="653796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DDE8E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398410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F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0F5DDD4-B179-A340-0EE2-D7327B24E0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9F819CD2-9BB6-D646-66DD-B6EA04C2D723}"/>
              </a:ext>
            </a:extLst>
          </p:cNvPr>
          <p:cNvSpPr txBox="1"/>
          <p:nvPr/>
        </p:nvSpPr>
        <p:spPr>
          <a:xfrm>
            <a:off x="594360" y="694944"/>
            <a:ext cx="1064361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000" b="1" dirty="0">
                <a:solidFill>
                  <a:srgbClr val="0B3C5D"/>
                </a:solidFill>
                <a:latin typeface="Aptos Display" pitchFamily="34" charset="0"/>
              </a:rPr>
              <a:t>EA Permitting system capped withdrawals and created a water market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0A0D5D4B-E2F9-1ECD-E3AF-AC252C1D630D}"/>
              </a:ext>
            </a:extLst>
          </p:cNvPr>
          <p:cNvSpPr txBox="1"/>
          <p:nvPr/>
        </p:nvSpPr>
        <p:spPr>
          <a:xfrm>
            <a:off x="594360" y="1653886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EA PERMITTING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489C6635-2A14-8963-AFFF-328B1D5BBFA4}"/>
              </a:ext>
            </a:extLst>
          </p:cNvPr>
          <p:cNvSpPr txBox="1"/>
          <p:nvPr/>
        </p:nvSpPr>
        <p:spPr>
          <a:xfrm>
            <a:off x="621792" y="2111133"/>
            <a:ext cx="295577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350" dirty="0">
                <a:solidFill>
                  <a:srgbClr val="63747A"/>
                </a:solidFill>
                <a:latin typeface="Aptos" pitchFamily="34" charset="0"/>
              </a:rPr>
              <a:t>Applications for Initial Regular Permits and Declaration of Historical Use (1973-1993) were completed by Dec1996.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B32A11E5-D228-6C97-8936-9F8311A1AC9B}"/>
              </a:ext>
            </a:extLst>
          </p:cNvPr>
          <p:cNvSpPr/>
          <p:nvPr/>
        </p:nvSpPr>
        <p:spPr>
          <a:xfrm>
            <a:off x="3977640" y="5650992"/>
            <a:ext cx="7498080" cy="493776"/>
          </a:xfrm>
          <a:prstGeom prst="roundRect">
            <a:avLst>
              <a:gd name="adj" fmla="val 7407"/>
            </a:avLst>
          </a:prstGeom>
          <a:solidFill>
            <a:srgbClr val="DDECEF"/>
          </a:solidFill>
          <a:ln w="12700">
            <a:solidFill>
              <a:srgbClr val="DDEC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472DB391-70C9-17EF-DA3E-08A422B24C65}"/>
              </a:ext>
            </a:extLst>
          </p:cNvPr>
          <p:cNvSpPr txBox="1"/>
          <p:nvPr/>
        </p:nvSpPr>
        <p:spPr>
          <a:xfrm>
            <a:off x="4043861" y="5672107"/>
            <a:ext cx="736563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Permitted EA groundwater by County and Use type.  Permits issued in Atascosa and Guadalupe counties not shown.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9C12CEE5-65A5-0B38-6192-EDD6D2DD7080}"/>
              </a:ext>
            </a:extLst>
          </p:cNvPr>
          <p:cNvSpPr/>
          <p:nvPr/>
        </p:nvSpPr>
        <p:spPr>
          <a:xfrm>
            <a:off x="594360" y="6510528"/>
            <a:ext cx="11018520" cy="0"/>
          </a:xfrm>
          <a:prstGeom prst="line">
            <a:avLst/>
          </a:prstGeom>
          <a:noFill/>
          <a:ln w="7620">
            <a:solidFill>
              <a:srgbClr val="A69E8F">
                <a:alpha val="45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4E283A4B-A290-4C17-60BD-A3769F1CB2F6}"/>
              </a:ext>
            </a:extLst>
          </p:cNvPr>
          <p:cNvSpPr txBox="1"/>
          <p:nvPr/>
        </p:nvSpPr>
        <p:spPr>
          <a:xfrm>
            <a:off x="621792" y="6556248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 </a:t>
            </a: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SPRINGFLOW PROTECTION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ECAB1851-C04C-C544-8F4C-A9041F4D78C5}"/>
              </a:ext>
            </a:extLst>
          </p:cNvPr>
          <p:cNvSpPr txBox="1"/>
          <p:nvPr/>
        </p:nvSpPr>
        <p:spPr>
          <a:xfrm>
            <a:off x="10972800" y="653796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50" b="1" dirty="0">
                <a:solidFill>
                  <a:srgbClr val="63747A"/>
                </a:solidFill>
                <a:latin typeface="Aptos" pitchFamily="34" charset="0"/>
              </a:rPr>
              <a:t>2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8" name="Text 5">
            <a:extLst>
              <a:ext uri="{FF2B5EF4-FFF2-40B4-BE49-F238E27FC236}">
                <a16:creationId xmlns:a16="http://schemas.microsoft.com/office/drawing/2014/main" id="{F2D73782-F603-198B-3F98-C72AEDB9509E}"/>
              </a:ext>
            </a:extLst>
          </p:cNvPr>
          <p:cNvSpPr txBox="1"/>
          <p:nvPr/>
        </p:nvSpPr>
        <p:spPr>
          <a:xfrm>
            <a:off x="633198" y="4522616"/>
            <a:ext cx="29443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In 2007, SB3 sets the region’s pumping cap at 572,000 acre-feet per year in acknowledgement of historical use.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0" name="Text 5">
            <a:extLst>
              <a:ext uri="{FF2B5EF4-FFF2-40B4-BE49-F238E27FC236}">
                <a16:creationId xmlns:a16="http://schemas.microsoft.com/office/drawing/2014/main" id="{489F027D-7C01-A9B8-824A-A881F2404D5C}"/>
              </a:ext>
            </a:extLst>
          </p:cNvPr>
          <p:cNvSpPr txBox="1"/>
          <p:nvPr/>
        </p:nvSpPr>
        <p:spPr>
          <a:xfrm>
            <a:off x="621792" y="3637303"/>
            <a:ext cx="29443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lvl="0">
              <a:defRPr/>
            </a:pPr>
            <a:r>
              <a:rPr lang="en-US" sz="135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First permit issued in 2001 for irrigation use;  881 permits in total approved from 2001-2006.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2" name="Text 5">
            <a:extLst>
              <a:ext uri="{FF2B5EF4-FFF2-40B4-BE49-F238E27FC236}">
                <a16:creationId xmlns:a16="http://schemas.microsoft.com/office/drawing/2014/main" id="{DBAEF6C0-B635-FC57-B442-910BFAC824FF}"/>
              </a:ext>
            </a:extLst>
          </p:cNvPr>
          <p:cNvSpPr txBox="1"/>
          <p:nvPr/>
        </p:nvSpPr>
        <p:spPr>
          <a:xfrm>
            <a:off x="633198" y="5341132"/>
            <a:ext cx="293296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Water can only be attained by leasing or purchasing from a permit holder who has water rights.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6" name="Text 5">
            <a:extLst>
              <a:ext uri="{FF2B5EF4-FFF2-40B4-BE49-F238E27FC236}">
                <a16:creationId xmlns:a16="http://schemas.microsoft.com/office/drawing/2014/main" id="{AB44F956-6C05-EF62-9C88-412E252C6391}"/>
              </a:ext>
            </a:extLst>
          </p:cNvPr>
          <p:cNvSpPr txBox="1"/>
          <p:nvPr/>
        </p:nvSpPr>
        <p:spPr>
          <a:xfrm>
            <a:off x="621792" y="2945807"/>
            <a:ext cx="2944368" cy="425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lvl="0">
              <a:defRPr/>
            </a:pPr>
            <a:r>
              <a:rPr lang="en-US" sz="135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GW classified as Municipal, Industrial, Irrigation (Base and Unrestricted)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85300E01-13A8-793D-7AF1-35FBC63A3C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7639" y="1432803"/>
            <a:ext cx="7498079" cy="39535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07202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F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3C51CDA-074F-6F7A-24E2-E543D361A9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4BA78883-3B80-7862-D650-AFABAF57AFC2}"/>
              </a:ext>
            </a:extLst>
          </p:cNvPr>
          <p:cNvSpPr txBox="1"/>
          <p:nvPr/>
        </p:nvSpPr>
        <p:spPr>
          <a:xfrm>
            <a:off x="685800" y="347472"/>
            <a:ext cx="5120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82851CCF-24C9-8636-3BF7-02DB8B7969AA}"/>
              </a:ext>
            </a:extLst>
          </p:cNvPr>
          <p:cNvSpPr txBox="1"/>
          <p:nvPr/>
        </p:nvSpPr>
        <p:spPr>
          <a:xfrm>
            <a:off x="685800" y="694944"/>
            <a:ext cx="10515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lvl="0"/>
            <a:r>
              <a:rPr lang="en-US" sz="3000" b="1" dirty="0">
                <a:solidFill>
                  <a:srgbClr val="0B3C5D"/>
                </a:solidFill>
                <a:latin typeface="Aptos Display" pitchFamily="34" charset="0"/>
              </a:rPr>
              <a:t>EA Groundwater Withdrawal Permits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0" name="Shape 17">
            <a:extLst>
              <a:ext uri="{FF2B5EF4-FFF2-40B4-BE49-F238E27FC236}">
                <a16:creationId xmlns:a16="http://schemas.microsoft.com/office/drawing/2014/main" id="{03CA8CED-C01C-23EA-EEC1-1A27598C6164}"/>
              </a:ext>
            </a:extLst>
          </p:cNvPr>
          <p:cNvSpPr/>
          <p:nvPr/>
        </p:nvSpPr>
        <p:spPr>
          <a:xfrm>
            <a:off x="8558784" y="1719072"/>
            <a:ext cx="2944368" cy="4343400"/>
          </a:xfrm>
          <a:prstGeom prst="roundRect">
            <a:avLst>
              <a:gd name="adj" fmla="val 2484"/>
            </a:avLst>
          </a:prstGeom>
          <a:solidFill>
            <a:srgbClr val="0B3C5D"/>
          </a:solidFill>
          <a:ln w="12700">
            <a:solidFill>
              <a:srgbClr val="0B3C5D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1EE764F9-5DAF-B856-6A1D-306AAA444946}"/>
              </a:ext>
            </a:extLst>
          </p:cNvPr>
          <p:cNvSpPr txBox="1"/>
          <p:nvPr/>
        </p:nvSpPr>
        <p:spPr>
          <a:xfrm>
            <a:off x="8869680" y="205740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6DB6C4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EA PERMITTING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2" name="Text 19">
            <a:extLst>
              <a:ext uri="{FF2B5EF4-FFF2-40B4-BE49-F238E27FC236}">
                <a16:creationId xmlns:a16="http://schemas.microsoft.com/office/drawing/2014/main" id="{3A45BF16-3FDC-7774-A28E-D005E627C1DB}"/>
              </a:ext>
            </a:extLst>
          </p:cNvPr>
          <p:cNvSpPr txBox="1"/>
          <p:nvPr/>
        </p:nvSpPr>
        <p:spPr>
          <a:xfrm>
            <a:off x="8869679" y="2395728"/>
            <a:ext cx="241688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="1" dirty="0">
                <a:solidFill>
                  <a:srgbClr val="FFFFFF"/>
                </a:solidFill>
                <a:latin typeface="Aptos Display" pitchFamily="34" charset="0"/>
              </a:rPr>
              <a:t>Permitted Pumping Cap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3" name="Text 20">
            <a:extLst>
              <a:ext uri="{FF2B5EF4-FFF2-40B4-BE49-F238E27FC236}">
                <a16:creationId xmlns:a16="http://schemas.microsoft.com/office/drawing/2014/main" id="{A95A4FE6-CCC6-4410-05B9-CA0C43808A6B}"/>
              </a:ext>
            </a:extLst>
          </p:cNvPr>
          <p:cNvSpPr txBox="1"/>
          <p:nvPr/>
        </p:nvSpPr>
        <p:spPr>
          <a:xfrm>
            <a:off x="8869680" y="2843784"/>
            <a:ext cx="2148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DDE8E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572,000 acre-feet per year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400" dirty="0">
              <a:solidFill>
                <a:srgbClr val="DDE8EA"/>
              </a:solidFill>
              <a:latin typeface="Aptos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DDE8EA"/>
                </a:solidFill>
                <a:effectLst/>
                <a:uLnTx/>
                <a:uFillTx/>
                <a:latin typeface="Aptos" pitchFamily="34" charset="0"/>
                <a:ea typeface="+mn-ea"/>
                <a:cs typeface="+mn-cs"/>
              </a:rPr>
              <a:t>Prior to any curtailments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4" name="Shape 21">
            <a:extLst>
              <a:ext uri="{FF2B5EF4-FFF2-40B4-BE49-F238E27FC236}">
                <a16:creationId xmlns:a16="http://schemas.microsoft.com/office/drawing/2014/main" id="{3434C552-C031-B8DA-65B9-B4D08F3BD909}"/>
              </a:ext>
            </a:extLst>
          </p:cNvPr>
          <p:cNvSpPr/>
          <p:nvPr/>
        </p:nvSpPr>
        <p:spPr>
          <a:xfrm>
            <a:off x="8869680" y="3700989"/>
            <a:ext cx="2011680" cy="0"/>
          </a:xfrm>
          <a:prstGeom prst="line">
            <a:avLst/>
          </a:prstGeom>
          <a:noFill/>
          <a:ln w="12700">
            <a:solidFill>
              <a:srgbClr val="547C8D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5" name="Text 22">
            <a:extLst>
              <a:ext uri="{FF2B5EF4-FFF2-40B4-BE49-F238E27FC236}">
                <a16:creationId xmlns:a16="http://schemas.microsoft.com/office/drawing/2014/main" id="{F1E7F10B-95E5-DE23-375F-EB79937F3945}"/>
              </a:ext>
            </a:extLst>
          </p:cNvPr>
          <p:cNvSpPr txBox="1"/>
          <p:nvPr/>
        </p:nvSpPr>
        <p:spPr>
          <a:xfrm>
            <a:off x="8869680" y="3930217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6DB6C4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UNPERMITTED PUMPING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6" name="Text 23">
            <a:extLst>
              <a:ext uri="{FF2B5EF4-FFF2-40B4-BE49-F238E27FC236}">
                <a16:creationId xmlns:a16="http://schemas.microsoft.com/office/drawing/2014/main" id="{3F9BC6A5-8A3E-929E-518B-0D8D2F3F1C89}"/>
              </a:ext>
            </a:extLst>
          </p:cNvPr>
          <p:cNvSpPr txBox="1"/>
          <p:nvPr/>
        </p:nvSpPr>
        <p:spPr>
          <a:xfrm>
            <a:off x="8869680" y="4271233"/>
            <a:ext cx="2148840" cy="16096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 pitchFamily="34" charset="0"/>
                <a:ea typeface="+mn-ea"/>
                <a:cs typeface="+mn-cs"/>
              </a:rPr>
              <a:t>Domestic and Livestock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ptos" pitchFamily="34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 pitchFamily="34" charset="0"/>
                <a:ea typeface="+mn-ea"/>
                <a:cs typeface="+mn-cs"/>
              </a:rPr>
              <a:t>Federal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ptos" pitchFamily="34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 pitchFamily="34" charset="0"/>
                <a:ea typeface="+mn-ea"/>
                <a:cs typeface="+mn-cs"/>
              </a:rPr>
              <a:t>Limited Production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ptos" pitchFamily="34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</a:rPr>
              <a:t>~ 21,000 acre-feet in 2024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1" name="Shape 28">
            <a:extLst>
              <a:ext uri="{FF2B5EF4-FFF2-40B4-BE49-F238E27FC236}">
                <a16:creationId xmlns:a16="http://schemas.microsoft.com/office/drawing/2014/main" id="{C3EFEE4B-88AD-773A-3C40-A58443471730}"/>
              </a:ext>
            </a:extLst>
          </p:cNvPr>
          <p:cNvSpPr/>
          <p:nvPr/>
        </p:nvSpPr>
        <p:spPr>
          <a:xfrm>
            <a:off x="594360" y="6510528"/>
            <a:ext cx="11018520" cy="0"/>
          </a:xfrm>
          <a:prstGeom prst="line">
            <a:avLst/>
          </a:prstGeom>
          <a:noFill/>
          <a:ln w="7620">
            <a:solidFill>
              <a:srgbClr val="A69E8F">
                <a:alpha val="45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2" name="Text 29">
            <a:extLst>
              <a:ext uri="{FF2B5EF4-FFF2-40B4-BE49-F238E27FC236}">
                <a16:creationId xmlns:a16="http://schemas.microsoft.com/office/drawing/2014/main" id="{E448270C-7748-1EE7-E708-0B769D5D4CD5}"/>
              </a:ext>
            </a:extLst>
          </p:cNvPr>
          <p:cNvSpPr txBox="1"/>
          <p:nvPr/>
        </p:nvSpPr>
        <p:spPr>
          <a:xfrm>
            <a:off x="621792" y="6556248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EA SPRINGFLOW PROTECTION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3" name="Text 30">
            <a:extLst>
              <a:ext uri="{FF2B5EF4-FFF2-40B4-BE49-F238E27FC236}">
                <a16:creationId xmlns:a16="http://schemas.microsoft.com/office/drawing/2014/main" id="{B097E7CE-EEC1-A3F9-D35A-8A93D7323D30}"/>
              </a:ext>
            </a:extLst>
          </p:cNvPr>
          <p:cNvSpPr txBox="1"/>
          <p:nvPr/>
        </p:nvSpPr>
        <p:spPr>
          <a:xfrm>
            <a:off x="10972800" y="653796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pic>
        <p:nvPicPr>
          <p:cNvPr id="39" name="Picture 38">
            <a:extLst>
              <a:ext uri="{FF2B5EF4-FFF2-40B4-BE49-F238E27FC236}">
                <a16:creationId xmlns:a16="http://schemas.microsoft.com/office/drawing/2014/main" id="{35F447E1-5DB9-068B-136E-DA417FA56BE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0919" b="13648"/>
          <a:stretch>
            <a:fillRect/>
          </a:stretch>
        </p:blipFill>
        <p:spPr>
          <a:xfrm>
            <a:off x="210423" y="1197868"/>
            <a:ext cx="6989023" cy="2779772"/>
          </a:xfrm>
          <a:prstGeom prst="rect">
            <a:avLst/>
          </a:prstGeom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D6DCDAB4-4A6E-E6A7-B9F9-F133058F40D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398" t="7167" b="10355"/>
          <a:stretch>
            <a:fillRect/>
          </a:stretch>
        </p:blipFill>
        <p:spPr>
          <a:xfrm>
            <a:off x="309931" y="3611882"/>
            <a:ext cx="5804000" cy="26680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72025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D7F8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3108960"/>
            <a:ext cx="12188952" cy="347472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>
            <a:alphaModFix amt="28000"/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75120" y="-1097280"/>
            <a:ext cx="5852160" cy="585216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749808" y="64008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CDE4E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02</a:t>
            </a:r>
            <a:endParaRPr lang="en-US" sz="2400" dirty="0"/>
          </a:p>
        </p:txBody>
      </p:sp>
      <p:sp>
        <p:nvSpPr>
          <p:cNvPr id="5" name="Text 1"/>
          <p:cNvSpPr txBox="1"/>
          <p:nvPr/>
        </p:nvSpPr>
        <p:spPr>
          <a:xfrm>
            <a:off x="749808" y="1234440"/>
            <a:ext cx="65836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Edwards Aquifer Authority Critical Period Management</a:t>
            </a:r>
            <a:endParaRPr lang="en-US" sz="4000" dirty="0"/>
          </a:p>
        </p:txBody>
      </p:sp>
      <p:sp>
        <p:nvSpPr>
          <p:cNvPr id="8" name="Shape 4"/>
          <p:cNvSpPr/>
          <p:nvPr/>
        </p:nvSpPr>
        <p:spPr>
          <a:xfrm>
            <a:off x="594360" y="6510528"/>
            <a:ext cx="11018520" cy="0"/>
          </a:xfrm>
          <a:prstGeom prst="line">
            <a:avLst/>
          </a:prstGeom>
          <a:noFill/>
          <a:ln w="7620">
            <a:solidFill>
              <a:srgbClr val="5D7E8D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 txBox="1"/>
          <p:nvPr/>
        </p:nvSpPr>
        <p:spPr>
          <a:xfrm>
            <a:off x="621792" y="6556248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DDE8E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 SPRINGFLOW PROTECTION</a:t>
            </a:r>
            <a:endParaRPr lang="en-US" sz="850" dirty="0"/>
          </a:p>
        </p:txBody>
      </p:sp>
      <p:sp>
        <p:nvSpPr>
          <p:cNvPr id="10" name="Text 6"/>
          <p:cNvSpPr txBox="1"/>
          <p:nvPr/>
        </p:nvSpPr>
        <p:spPr>
          <a:xfrm>
            <a:off x="10972800" y="653796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DDE8E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F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64B5AF0-C994-1F6D-81C1-217CE7EC2E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2186F761-C2F0-D007-91BA-01F8C023EFCC}"/>
              </a:ext>
            </a:extLst>
          </p:cNvPr>
          <p:cNvSpPr txBox="1"/>
          <p:nvPr/>
        </p:nvSpPr>
        <p:spPr>
          <a:xfrm>
            <a:off x="685800" y="694944"/>
            <a:ext cx="10515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Edwards Aquifer Critical Period Management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304130F2-995A-7C3C-83E7-62FA922FB5C3}"/>
              </a:ext>
            </a:extLst>
          </p:cNvPr>
          <p:cNvSpPr/>
          <p:nvPr/>
        </p:nvSpPr>
        <p:spPr>
          <a:xfrm>
            <a:off x="4459224" y="1323211"/>
            <a:ext cx="3273552" cy="4348897"/>
          </a:xfrm>
          <a:prstGeom prst="roundRect">
            <a:avLst>
              <a:gd name="adj" fmla="val 2235"/>
            </a:avLst>
          </a:prstGeom>
          <a:solidFill>
            <a:srgbClr val="FFFFFF"/>
          </a:solidFill>
          <a:ln w="12700">
            <a:solidFill>
              <a:srgbClr val="D5CFC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D4DA43EB-CFED-432C-E655-CAEB54CF1F39}"/>
              </a:ext>
            </a:extLst>
          </p:cNvPr>
          <p:cNvSpPr/>
          <p:nvPr/>
        </p:nvSpPr>
        <p:spPr>
          <a:xfrm>
            <a:off x="8092440" y="1323211"/>
            <a:ext cx="3273552" cy="4348897"/>
          </a:xfrm>
          <a:prstGeom prst="roundRect">
            <a:avLst>
              <a:gd name="adj" fmla="val 2235"/>
            </a:avLst>
          </a:prstGeom>
          <a:solidFill>
            <a:srgbClr val="DDECEF"/>
          </a:solidFill>
          <a:ln w="20320">
            <a:solidFill>
              <a:srgbClr val="6DB6C4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D13824B9-0345-CEDA-8A54-CB83873F145E}"/>
              </a:ext>
            </a:extLst>
          </p:cNvPr>
          <p:cNvSpPr/>
          <p:nvPr/>
        </p:nvSpPr>
        <p:spPr>
          <a:xfrm>
            <a:off x="713232" y="5751576"/>
            <a:ext cx="10652760" cy="329184"/>
          </a:xfrm>
          <a:prstGeom prst="roundRect">
            <a:avLst>
              <a:gd name="adj" fmla="val 11111"/>
            </a:avLst>
          </a:prstGeom>
          <a:solidFill>
            <a:srgbClr val="2D7F83"/>
          </a:solidFill>
          <a:ln w="12700">
            <a:solidFill>
              <a:srgbClr val="2D7F83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9" name="Shape 17">
            <a:extLst>
              <a:ext uri="{FF2B5EF4-FFF2-40B4-BE49-F238E27FC236}">
                <a16:creationId xmlns:a16="http://schemas.microsoft.com/office/drawing/2014/main" id="{4CAAAFC3-2628-D08F-AF55-D409DCFD8AFE}"/>
              </a:ext>
            </a:extLst>
          </p:cNvPr>
          <p:cNvSpPr/>
          <p:nvPr/>
        </p:nvSpPr>
        <p:spPr>
          <a:xfrm>
            <a:off x="594360" y="6510528"/>
            <a:ext cx="11018520" cy="0"/>
          </a:xfrm>
          <a:prstGeom prst="line">
            <a:avLst/>
          </a:prstGeom>
          <a:noFill/>
          <a:ln w="7620">
            <a:solidFill>
              <a:srgbClr val="A69E8F">
                <a:alpha val="45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12EA40AF-D20B-2CBC-C500-82F893F8D287}"/>
              </a:ext>
            </a:extLst>
          </p:cNvPr>
          <p:cNvSpPr txBox="1"/>
          <p:nvPr/>
        </p:nvSpPr>
        <p:spPr>
          <a:xfrm>
            <a:off x="621792" y="6556248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EA SPRINGFLOW PROTECTION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C8926E41-6FE6-C671-C414-A67287BAFCA1}"/>
              </a:ext>
            </a:extLst>
          </p:cNvPr>
          <p:cNvSpPr txBox="1"/>
          <p:nvPr/>
        </p:nvSpPr>
        <p:spPr>
          <a:xfrm>
            <a:off x="10972800" y="653796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3" name="Text 5">
            <a:extLst>
              <a:ext uri="{FF2B5EF4-FFF2-40B4-BE49-F238E27FC236}">
                <a16:creationId xmlns:a16="http://schemas.microsoft.com/office/drawing/2014/main" id="{172E07DB-4C03-535F-0AF5-E0DD885392DD}"/>
              </a:ext>
            </a:extLst>
          </p:cNvPr>
          <p:cNvSpPr txBox="1"/>
          <p:nvPr/>
        </p:nvSpPr>
        <p:spPr>
          <a:xfrm>
            <a:off x="713232" y="1524220"/>
            <a:ext cx="3273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0" i="0" u="none" strike="noStrike" kern="1200" cap="none" spc="0" normalizeH="0" baseline="0" noProof="0" dirty="0" err="1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+mn-ea"/>
                <a:cs typeface="+mn-cs"/>
              </a:rPr>
              <a:t>Cricial</a:t>
            </a: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+mn-ea"/>
                <a:cs typeface="+mn-cs"/>
              </a:rPr>
              <a:t> Period Management stages are applied separately for the Uvalde Pool (Uvalde County) and San Antonio Pool (all other counties)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5" name="Text 5">
            <a:extLst>
              <a:ext uri="{FF2B5EF4-FFF2-40B4-BE49-F238E27FC236}">
                <a16:creationId xmlns:a16="http://schemas.microsoft.com/office/drawing/2014/main" id="{9AFB1B04-493C-4980-2FF1-D5FD90141DF3}"/>
              </a:ext>
            </a:extLst>
          </p:cNvPr>
          <p:cNvSpPr txBox="1"/>
          <p:nvPr/>
        </p:nvSpPr>
        <p:spPr>
          <a:xfrm>
            <a:off x="713232" y="3939483"/>
            <a:ext cx="316848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Pumping reductions are prorated by the number of days each critical-period stage is in effect.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8" name="Text 5">
            <a:extLst>
              <a:ext uri="{FF2B5EF4-FFF2-40B4-BE49-F238E27FC236}">
                <a16:creationId xmlns:a16="http://schemas.microsoft.com/office/drawing/2014/main" id="{2545D50F-098D-5A32-3825-9B2B54DA5DD1}"/>
              </a:ext>
            </a:extLst>
          </p:cNvPr>
          <p:cNvSpPr txBox="1"/>
          <p:nvPr/>
        </p:nvSpPr>
        <p:spPr>
          <a:xfrm>
            <a:off x="713232" y="2661329"/>
            <a:ext cx="3096768" cy="10381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lvl="0">
              <a:defRPr/>
            </a:pPr>
            <a:r>
              <a:rPr lang="en-US" sz="135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CPM plan is divided into 5 stages of escalating  reduced pumping requirements, each triggered by declining aquifer levels or </a:t>
            </a:r>
            <a:r>
              <a:rPr lang="en-US" sz="1350" dirty="0" err="1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springflow</a:t>
            </a:r>
            <a:r>
              <a:rPr lang="en-US" sz="135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discharge rates as calculated in 10-day averages.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pic>
        <p:nvPicPr>
          <p:cNvPr id="29" name="Graphic 28">
            <a:extLst>
              <a:ext uri="{FF2B5EF4-FFF2-40B4-BE49-F238E27FC236}">
                <a16:creationId xmlns:a16="http://schemas.microsoft.com/office/drawing/2014/main" id="{03437B1F-CF85-1078-BD48-E0FD09B60FA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b="6666"/>
          <a:stretch>
            <a:fillRect/>
          </a:stretch>
        </p:blipFill>
        <p:spPr>
          <a:xfrm>
            <a:off x="4555325" y="1354328"/>
            <a:ext cx="3115465" cy="4285129"/>
          </a:xfrm>
          <a:prstGeom prst="rect">
            <a:avLst/>
          </a:prstGeom>
        </p:spPr>
      </p:pic>
      <p:pic>
        <p:nvPicPr>
          <p:cNvPr id="31" name="Graphic 30">
            <a:extLst>
              <a:ext uri="{FF2B5EF4-FFF2-40B4-BE49-F238E27FC236}">
                <a16:creationId xmlns:a16="http://schemas.microsoft.com/office/drawing/2014/main" id="{C6296BAB-28E0-5D7E-8CD2-F6868BCA0E3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b="5733"/>
          <a:stretch>
            <a:fillRect/>
          </a:stretch>
        </p:blipFill>
        <p:spPr>
          <a:xfrm>
            <a:off x="8187465" y="1356715"/>
            <a:ext cx="3022899" cy="4199390"/>
          </a:xfrm>
          <a:prstGeom prst="rect">
            <a:avLst/>
          </a:prstGeom>
        </p:spPr>
      </p:pic>
      <p:sp>
        <p:nvSpPr>
          <p:cNvPr id="6" name="Text 4">
            <a:extLst>
              <a:ext uri="{FF2B5EF4-FFF2-40B4-BE49-F238E27FC236}">
                <a16:creationId xmlns:a16="http://schemas.microsoft.com/office/drawing/2014/main" id="{127B17B5-01D0-578A-9C83-3215E568A4EC}"/>
              </a:ext>
            </a:extLst>
          </p:cNvPr>
          <p:cNvSpPr txBox="1"/>
          <p:nvPr/>
        </p:nvSpPr>
        <p:spPr>
          <a:xfrm>
            <a:off x="5273040" y="5837543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SAN ANTONIO POOL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8057935C-87EC-8F73-7B81-AD7CDEB5DADD}"/>
              </a:ext>
            </a:extLst>
          </p:cNvPr>
          <p:cNvSpPr txBox="1"/>
          <p:nvPr/>
        </p:nvSpPr>
        <p:spPr>
          <a:xfrm>
            <a:off x="9291828" y="5837941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UVALDE POOL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" name="Text 5">
            <a:extLst>
              <a:ext uri="{FF2B5EF4-FFF2-40B4-BE49-F238E27FC236}">
                <a16:creationId xmlns:a16="http://schemas.microsoft.com/office/drawing/2014/main" id="{5E5C4F1B-1CFD-3079-E8AB-F3248A69D66E}"/>
              </a:ext>
            </a:extLst>
          </p:cNvPr>
          <p:cNvSpPr txBox="1"/>
          <p:nvPr/>
        </p:nvSpPr>
        <p:spPr>
          <a:xfrm>
            <a:off x="713232" y="4916025"/>
            <a:ext cx="316848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350" dirty="0">
                <a:solidFill>
                  <a:srgbClr val="63747A"/>
                </a:solidFill>
                <a:latin typeface="Aptos" pitchFamily="34" charset="0"/>
              </a:rPr>
              <a:t>Stages 1-4 have been in effect since XXXX (2008) and Stage 5 in effect 2013.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65595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F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CE64DBD-9A57-8B4D-9C82-A783FCE21E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C7F08563-9D8D-D889-6009-45A5C98334B4}"/>
              </a:ext>
            </a:extLst>
          </p:cNvPr>
          <p:cNvSpPr txBox="1"/>
          <p:nvPr/>
        </p:nvSpPr>
        <p:spPr>
          <a:xfrm>
            <a:off x="685800" y="347472"/>
            <a:ext cx="5120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2D7F83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MAP + EVIDENCE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D687FB3E-9C9C-B72E-24F0-0E1E15EDD22C}"/>
              </a:ext>
            </a:extLst>
          </p:cNvPr>
          <p:cNvSpPr txBox="1"/>
          <p:nvPr/>
        </p:nvSpPr>
        <p:spPr>
          <a:xfrm>
            <a:off x="685800" y="694944"/>
            <a:ext cx="10515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MAP OF J-17, 27, SAN MARCOS, AND COMAL SPRINGS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649F3502-49B8-5A59-BF39-3D18A15DB932}"/>
              </a:ext>
            </a:extLst>
          </p:cNvPr>
          <p:cNvSpPr txBox="1"/>
          <p:nvPr/>
        </p:nvSpPr>
        <p:spPr>
          <a:xfrm>
            <a:off x="685800" y="1426464"/>
            <a:ext cx="10424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0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Use this layout for wells, service areas, springs, reaches, refugia, or implementation geography.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012C323F-CCE0-41AA-9E24-D39B92C97670}"/>
              </a:ext>
            </a:extLst>
          </p:cNvPr>
          <p:cNvSpPr/>
          <p:nvPr/>
        </p:nvSpPr>
        <p:spPr>
          <a:xfrm>
            <a:off x="685800" y="1673352"/>
            <a:ext cx="7516368" cy="4462272"/>
          </a:xfrm>
          <a:prstGeom prst="roundRect">
            <a:avLst>
              <a:gd name="adj" fmla="val 1639"/>
            </a:avLst>
          </a:prstGeom>
          <a:solidFill>
            <a:srgbClr val="E8ECEA"/>
          </a:solidFill>
          <a:ln w="12700">
            <a:solidFill>
              <a:srgbClr val="D5CFC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pic>
        <p:nvPicPr>
          <p:cNvPr id="6" name="Image 0" descr="preencoded.png">
            <a:extLst>
              <a:ext uri="{FF2B5EF4-FFF2-40B4-BE49-F238E27FC236}">
                <a16:creationId xmlns:a16="http://schemas.microsoft.com/office/drawing/2014/main" id="{34903EE0-CB45-8682-6B60-F880AAC3E5F6}"/>
              </a:ext>
            </a:extLst>
          </p:cNvPr>
          <p:cNvPicPr>
            <a:picLocks noChangeAspect="1"/>
          </p:cNvPicPr>
          <p:nvPr/>
        </p:nvPicPr>
        <p:blipFill>
          <a:blip>
            <a:alphaModFix amt="60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69264" y="1938528"/>
            <a:ext cx="6931152" cy="3813048"/>
          </a:xfrm>
          <a:prstGeom prst="rect">
            <a:avLst/>
          </a:prstGeom>
        </p:spPr>
      </p:pic>
      <p:sp>
        <p:nvSpPr>
          <p:cNvPr id="7" name="Shape 4">
            <a:extLst>
              <a:ext uri="{FF2B5EF4-FFF2-40B4-BE49-F238E27FC236}">
                <a16:creationId xmlns:a16="http://schemas.microsoft.com/office/drawing/2014/main" id="{7F7B9371-3929-2C7F-6448-3199B97DA635}"/>
              </a:ext>
            </a:extLst>
          </p:cNvPr>
          <p:cNvSpPr/>
          <p:nvPr/>
        </p:nvSpPr>
        <p:spPr>
          <a:xfrm rot="480000">
            <a:off x="1965960" y="2779776"/>
            <a:ext cx="4434840" cy="1965960"/>
          </a:xfrm>
          <a:prstGeom prst="arc">
            <a:avLst/>
          </a:prstGeom>
          <a:solidFill>
            <a:srgbClr val="E8ECEA">
              <a:alpha val="0"/>
            </a:srgbClr>
          </a:solidFill>
          <a:ln w="63500">
            <a:solidFill>
              <a:srgbClr val="2D7F83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5CEAE174-FD9C-8A64-8A7C-5BB83C067EC4}"/>
              </a:ext>
            </a:extLst>
          </p:cNvPr>
          <p:cNvSpPr/>
          <p:nvPr/>
        </p:nvSpPr>
        <p:spPr>
          <a:xfrm>
            <a:off x="2880360" y="2971800"/>
            <a:ext cx="182880" cy="182880"/>
          </a:xfrm>
          <a:prstGeom prst="ellipse">
            <a:avLst/>
          </a:prstGeom>
          <a:solidFill>
            <a:srgbClr val="0B3C5D"/>
          </a:solidFill>
          <a:ln w="15240">
            <a:solidFill>
              <a:srgbClr val="FFFFF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C2DF7E17-BF3F-F12C-97F8-8B14AA3269DB}"/>
              </a:ext>
            </a:extLst>
          </p:cNvPr>
          <p:cNvSpPr/>
          <p:nvPr/>
        </p:nvSpPr>
        <p:spPr>
          <a:xfrm>
            <a:off x="4773168" y="3694176"/>
            <a:ext cx="182880" cy="182880"/>
          </a:xfrm>
          <a:prstGeom prst="ellipse">
            <a:avLst/>
          </a:prstGeom>
          <a:solidFill>
            <a:srgbClr val="C65D4A"/>
          </a:solidFill>
          <a:ln w="15240">
            <a:solidFill>
              <a:srgbClr val="FFFFF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0" name="Shape 7">
            <a:extLst>
              <a:ext uri="{FF2B5EF4-FFF2-40B4-BE49-F238E27FC236}">
                <a16:creationId xmlns:a16="http://schemas.microsoft.com/office/drawing/2014/main" id="{AA46B17A-87FC-AB57-77AA-88021B631235}"/>
              </a:ext>
            </a:extLst>
          </p:cNvPr>
          <p:cNvSpPr/>
          <p:nvPr/>
        </p:nvSpPr>
        <p:spPr>
          <a:xfrm>
            <a:off x="6199632" y="3081528"/>
            <a:ext cx="182880" cy="182880"/>
          </a:xfrm>
          <a:prstGeom prst="ellipse">
            <a:avLst/>
          </a:prstGeom>
          <a:solidFill>
            <a:srgbClr val="0B3C5D"/>
          </a:solidFill>
          <a:ln w="15240">
            <a:solidFill>
              <a:srgbClr val="FFFFF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1" name="Shape 8">
            <a:extLst>
              <a:ext uri="{FF2B5EF4-FFF2-40B4-BE49-F238E27FC236}">
                <a16:creationId xmlns:a16="http://schemas.microsoft.com/office/drawing/2014/main" id="{218B0506-07F3-1F4E-8989-23DE23F321AF}"/>
              </a:ext>
            </a:extLst>
          </p:cNvPr>
          <p:cNvSpPr/>
          <p:nvPr/>
        </p:nvSpPr>
        <p:spPr>
          <a:xfrm>
            <a:off x="987552" y="5632704"/>
            <a:ext cx="1399032" cy="283464"/>
          </a:xfrm>
          <a:prstGeom prst="roundRect">
            <a:avLst>
              <a:gd name="adj" fmla="val 25806"/>
            </a:avLst>
          </a:prstGeom>
          <a:solidFill>
            <a:srgbClr val="0B3C5D"/>
          </a:solidFill>
          <a:ln w="12700">
            <a:solidFill>
              <a:srgbClr val="0B3C5D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8AA3BD78-004E-6B71-026E-946283DC4AEA}"/>
              </a:ext>
            </a:extLst>
          </p:cNvPr>
          <p:cNvSpPr txBox="1"/>
          <p:nvPr/>
        </p:nvSpPr>
        <p:spPr>
          <a:xfrm>
            <a:off x="1078992" y="5641848"/>
            <a:ext cx="121615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MAP / GIS FIGURE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5144EF7C-9301-60D6-D395-38FF3AB24398}"/>
              </a:ext>
            </a:extLst>
          </p:cNvPr>
          <p:cNvSpPr txBox="1"/>
          <p:nvPr/>
        </p:nvSpPr>
        <p:spPr>
          <a:xfrm>
            <a:off x="2532888" y="5632704"/>
            <a:ext cx="5257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Replace this placeholder with an exported map. Preserve generous margins and keep legends compact.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BA7C8F12-BACF-FFF5-497B-975310C0E840}"/>
              </a:ext>
            </a:extLst>
          </p:cNvPr>
          <p:cNvSpPr txBox="1"/>
          <p:nvPr/>
        </p:nvSpPr>
        <p:spPr>
          <a:xfrm>
            <a:off x="8549640" y="1847088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2D7F83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WHAT THE MAP SHOWS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A8E795E3-C080-0630-AE63-6B9AD8CC5963}"/>
              </a:ext>
            </a:extLst>
          </p:cNvPr>
          <p:cNvSpPr txBox="1"/>
          <p:nvPr/>
        </p:nvSpPr>
        <p:spPr>
          <a:xfrm>
            <a:off x="8549640" y="222199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2C9F7227-2910-4651-EDCF-7A94D0C72B38}"/>
              </a:ext>
            </a:extLst>
          </p:cNvPr>
          <p:cNvSpPr txBox="1"/>
          <p:nvPr/>
        </p:nvSpPr>
        <p:spPr>
          <a:xfrm>
            <a:off x="9052560" y="2212848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Location-specific finding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51FB56B3-5465-997F-97E3-78B641F80FD2}"/>
              </a:ext>
            </a:extLst>
          </p:cNvPr>
          <p:cNvSpPr txBox="1"/>
          <p:nvPr/>
        </p:nvSpPr>
        <p:spPr>
          <a:xfrm>
            <a:off x="9052560" y="2587752"/>
            <a:ext cx="20116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One sentence interpreting the first feature or spatial pattern.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CCD5B4CB-10FA-A13B-5705-7733BD3EC132}"/>
              </a:ext>
            </a:extLst>
          </p:cNvPr>
          <p:cNvSpPr txBox="1"/>
          <p:nvPr/>
        </p:nvSpPr>
        <p:spPr>
          <a:xfrm>
            <a:off x="8549640" y="344728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9" name="Text 16">
            <a:extLst>
              <a:ext uri="{FF2B5EF4-FFF2-40B4-BE49-F238E27FC236}">
                <a16:creationId xmlns:a16="http://schemas.microsoft.com/office/drawing/2014/main" id="{6AE20B80-87B0-9D89-D7F5-A6C8A3BD0866}"/>
              </a:ext>
            </a:extLst>
          </p:cNvPr>
          <p:cNvSpPr txBox="1"/>
          <p:nvPr/>
        </p:nvSpPr>
        <p:spPr>
          <a:xfrm>
            <a:off x="9052560" y="3438144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Implementation connection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F8DF24A9-E56E-70D4-F654-04804433584C}"/>
              </a:ext>
            </a:extLst>
          </p:cNvPr>
          <p:cNvSpPr txBox="1"/>
          <p:nvPr/>
        </p:nvSpPr>
        <p:spPr>
          <a:xfrm>
            <a:off x="9052560" y="3813048"/>
            <a:ext cx="20116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One sentence connecting geography to program operations or risk.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4333143C-EEDF-4A3F-8A8D-E17EBEE1D86A}"/>
              </a:ext>
            </a:extLst>
          </p:cNvPr>
          <p:cNvSpPr txBox="1"/>
          <p:nvPr/>
        </p:nvSpPr>
        <p:spPr>
          <a:xfrm>
            <a:off x="8549640" y="467258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C65D4A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2" name="Text 19">
            <a:extLst>
              <a:ext uri="{FF2B5EF4-FFF2-40B4-BE49-F238E27FC236}">
                <a16:creationId xmlns:a16="http://schemas.microsoft.com/office/drawing/2014/main" id="{A4928294-7F60-0D10-1687-0C0F21D35B25}"/>
              </a:ext>
            </a:extLst>
          </p:cNvPr>
          <p:cNvSpPr txBox="1"/>
          <p:nvPr/>
        </p:nvSpPr>
        <p:spPr>
          <a:xfrm>
            <a:off x="9052560" y="466344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Point requiring attention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3" name="Text 20">
            <a:extLst>
              <a:ext uri="{FF2B5EF4-FFF2-40B4-BE49-F238E27FC236}">
                <a16:creationId xmlns:a16="http://schemas.microsoft.com/office/drawing/2014/main" id="{6DD2D3BC-78CC-CC6E-3AFF-B335B7E19503}"/>
              </a:ext>
            </a:extLst>
          </p:cNvPr>
          <p:cNvSpPr txBox="1"/>
          <p:nvPr/>
        </p:nvSpPr>
        <p:spPr>
          <a:xfrm>
            <a:off x="9052560" y="5038344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Use coral only for an exception, threshold, or discussion item.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4" name="Shape 21">
            <a:extLst>
              <a:ext uri="{FF2B5EF4-FFF2-40B4-BE49-F238E27FC236}">
                <a16:creationId xmlns:a16="http://schemas.microsoft.com/office/drawing/2014/main" id="{4F9D6FB5-5A75-1DCE-9F0A-91A9A70E7C17}"/>
              </a:ext>
            </a:extLst>
          </p:cNvPr>
          <p:cNvSpPr/>
          <p:nvPr/>
        </p:nvSpPr>
        <p:spPr>
          <a:xfrm>
            <a:off x="594360" y="6510528"/>
            <a:ext cx="11018520" cy="0"/>
          </a:xfrm>
          <a:prstGeom prst="line">
            <a:avLst/>
          </a:prstGeom>
          <a:noFill/>
          <a:ln w="7620">
            <a:solidFill>
              <a:srgbClr val="A69E8F">
                <a:alpha val="45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5" name="Text 22">
            <a:extLst>
              <a:ext uri="{FF2B5EF4-FFF2-40B4-BE49-F238E27FC236}">
                <a16:creationId xmlns:a16="http://schemas.microsoft.com/office/drawing/2014/main" id="{D5B91742-54E8-5208-28A6-747179266D45}"/>
              </a:ext>
            </a:extLst>
          </p:cNvPr>
          <p:cNvSpPr txBox="1"/>
          <p:nvPr/>
        </p:nvSpPr>
        <p:spPr>
          <a:xfrm>
            <a:off x="621792" y="6556248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SPATIAL EVIDENCE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6" name="Text 23">
            <a:extLst>
              <a:ext uri="{FF2B5EF4-FFF2-40B4-BE49-F238E27FC236}">
                <a16:creationId xmlns:a16="http://schemas.microsoft.com/office/drawing/2014/main" id="{2506971E-5E5E-FF98-D3B5-5016C13AE9BF}"/>
              </a:ext>
            </a:extLst>
          </p:cNvPr>
          <p:cNvSpPr txBox="1"/>
          <p:nvPr/>
        </p:nvSpPr>
        <p:spPr>
          <a:xfrm>
            <a:off x="10972800" y="653796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07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956622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F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693E8CD-098E-EF8F-D0F3-1BA63DB157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1642B371-832A-CD4A-5066-7C18D55019EC}"/>
              </a:ext>
            </a:extLst>
          </p:cNvPr>
          <p:cNvSpPr txBox="1"/>
          <p:nvPr/>
        </p:nvSpPr>
        <p:spPr>
          <a:xfrm>
            <a:off x="685800" y="694943"/>
            <a:ext cx="4442012" cy="117831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lvl="0">
              <a:defRPr/>
            </a:pPr>
            <a:r>
              <a:rPr lang="en-US" sz="30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Edwards Aquifer Critical </a:t>
            </a:r>
          </a:p>
          <a:p>
            <a:pPr lvl="0">
              <a:defRPr/>
            </a:pPr>
            <a:r>
              <a:rPr lang="en-US" sz="30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Period Management</a:t>
            </a:r>
            <a:endParaRPr lang="en-US" sz="3000" dirty="0">
              <a:solidFill>
                <a:prstClr val="black"/>
              </a:solidFill>
            </a:endParaRPr>
          </a:p>
        </p:txBody>
      </p:sp>
      <p:sp>
        <p:nvSpPr>
          <p:cNvPr id="20" name="Shape 17">
            <a:extLst>
              <a:ext uri="{FF2B5EF4-FFF2-40B4-BE49-F238E27FC236}">
                <a16:creationId xmlns:a16="http://schemas.microsoft.com/office/drawing/2014/main" id="{47879529-E55C-E839-1334-C79DEEBD84F4}"/>
              </a:ext>
            </a:extLst>
          </p:cNvPr>
          <p:cNvSpPr/>
          <p:nvPr/>
        </p:nvSpPr>
        <p:spPr>
          <a:xfrm>
            <a:off x="685800" y="1851032"/>
            <a:ext cx="2944368" cy="4343400"/>
          </a:xfrm>
          <a:prstGeom prst="roundRect">
            <a:avLst>
              <a:gd name="adj" fmla="val 2484"/>
            </a:avLst>
          </a:prstGeom>
          <a:solidFill>
            <a:srgbClr val="0B3C5D"/>
          </a:solidFill>
          <a:ln w="12700">
            <a:solidFill>
              <a:srgbClr val="0B3C5D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B94893B7-F110-C354-3CD6-382788C74FD4}"/>
              </a:ext>
            </a:extLst>
          </p:cNvPr>
          <p:cNvSpPr txBox="1"/>
          <p:nvPr/>
        </p:nvSpPr>
        <p:spPr>
          <a:xfrm>
            <a:off x="996696" y="218936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6DB6C4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CPM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2" name="Text 19">
            <a:extLst>
              <a:ext uri="{FF2B5EF4-FFF2-40B4-BE49-F238E27FC236}">
                <a16:creationId xmlns:a16="http://schemas.microsoft.com/office/drawing/2014/main" id="{B02E9DC5-33BD-DF2E-D3D1-AAFD6C8EB2A8}"/>
              </a:ext>
            </a:extLst>
          </p:cNvPr>
          <p:cNvSpPr txBox="1"/>
          <p:nvPr/>
        </p:nvSpPr>
        <p:spPr>
          <a:xfrm>
            <a:off x="996695" y="2527688"/>
            <a:ext cx="2338175" cy="10850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2025 Critical Period Stages and Annual Pumping Reductions</a:t>
            </a:r>
            <a:endParaRPr kumimoji="0" lang="en-US" sz="2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4" name="Shape 21">
            <a:extLst>
              <a:ext uri="{FF2B5EF4-FFF2-40B4-BE49-F238E27FC236}">
                <a16:creationId xmlns:a16="http://schemas.microsoft.com/office/drawing/2014/main" id="{31F6E437-E93C-E0DE-76AC-F9B6E12B3A05}"/>
              </a:ext>
            </a:extLst>
          </p:cNvPr>
          <p:cNvSpPr/>
          <p:nvPr/>
        </p:nvSpPr>
        <p:spPr>
          <a:xfrm>
            <a:off x="996695" y="3626760"/>
            <a:ext cx="2011680" cy="0"/>
          </a:xfrm>
          <a:prstGeom prst="line">
            <a:avLst/>
          </a:prstGeom>
          <a:noFill/>
          <a:ln w="12700">
            <a:solidFill>
              <a:srgbClr val="547C8D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6" name="Text 23">
            <a:extLst>
              <a:ext uri="{FF2B5EF4-FFF2-40B4-BE49-F238E27FC236}">
                <a16:creationId xmlns:a16="http://schemas.microsoft.com/office/drawing/2014/main" id="{3984347D-EFE2-3C83-ABD7-7F9042631D61}"/>
              </a:ext>
            </a:extLst>
          </p:cNvPr>
          <p:cNvSpPr txBox="1"/>
          <p:nvPr/>
        </p:nvSpPr>
        <p:spPr>
          <a:xfrm>
            <a:off x="996695" y="3856976"/>
            <a:ext cx="2148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lvl="0">
              <a:defRPr/>
            </a:pPr>
            <a:r>
              <a:rPr lang="en-US" sz="1200" dirty="0">
                <a:solidFill>
                  <a:schemeClr val="bg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Pumping reductions are prorated by the number of days each critical-period stage is in effect.</a:t>
            </a:r>
            <a:endParaRPr lang="en-US" sz="1200" dirty="0">
              <a:solidFill>
                <a:schemeClr val="bg1"/>
              </a:solidFill>
            </a:endParaRPr>
          </a:p>
        </p:txBody>
      </p:sp>
      <p:sp>
        <p:nvSpPr>
          <p:cNvPr id="27" name="Shape 24">
            <a:extLst>
              <a:ext uri="{FF2B5EF4-FFF2-40B4-BE49-F238E27FC236}">
                <a16:creationId xmlns:a16="http://schemas.microsoft.com/office/drawing/2014/main" id="{1F63E128-FC2D-ED6F-0B1D-2962225E6C13}"/>
              </a:ext>
            </a:extLst>
          </p:cNvPr>
          <p:cNvSpPr/>
          <p:nvPr/>
        </p:nvSpPr>
        <p:spPr>
          <a:xfrm>
            <a:off x="996695" y="4978908"/>
            <a:ext cx="2338174" cy="283464"/>
          </a:xfrm>
          <a:prstGeom prst="roundRect">
            <a:avLst>
              <a:gd name="adj" fmla="val 25806"/>
            </a:avLst>
          </a:prstGeom>
          <a:solidFill>
            <a:srgbClr val="2D7F83"/>
          </a:solidFill>
          <a:ln w="12700">
            <a:solidFill>
              <a:srgbClr val="2D7F83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8" name="Text 25">
            <a:extLst>
              <a:ext uri="{FF2B5EF4-FFF2-40B4-BE49-F238E27FC236}">
                <a16:creationId xmlns:a16="http://schemas.microsoft.com/office/drawing/2014/main" id="{3CBDE2C6-E192-A64C-FA65-5D325469EF81}"/>
              </a:ext>
            </a:extLst>
          </p:cNvPr>
          <p:cNvSpPr txBox="1"/>
          <p:nvPr/>
        </p:nvSpPr>
        <p:spPr>
          <a:xfrm>
            <a:off x="1088135" y="4996568"/>
            <a:ext cx="217501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SAN ANTONIO POOL 39.2% reduction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9" name="Shape 26">
            <a:extLst>
              <a:ext uri="{FF2B5EF4-FFF2-40B4-BE49-F238E27FC236}">
                <a16:creationId xmlns:a16="http://schemas.microsoft.com/office/drawing/2014/main" id="{2B253D74-3B09-B666-DB24-A49C5110D94F}"/>
              </a:ext>
            </a:extLst>
          </p:cNvPr>
          <p:cNvSpPr/>
          <p:nvPr/>
        </p:nvSpPr>
        <p:spPr>
          <a:xfrm>
            <a:off x="996695" y="5559552"/>
            <a:ext cx="2338174" cy="283464"/>
          </a:xfrm>
          <a:prstGeom prst="roundRect">
            <a:avLst>
              <a:gd name="adj" fmla="val 25806"/>
            </a:avLst>
          </a:prstGeom>
          <a:solidFill>
            <a:srgbClr val="C65D4A"/>
          </a:solidFill>
          <a:ln w="12700">
            <a:solidFill>
              <a:srgbClr val="C65D4A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0" name="Text 27">
            <a:extLst>
              <a:ext uri="{FF2B5EF4-FFF2-40B4-BE49-F238E27FC236}">
                <a16:creationId xmlns:a16="http://schemas.microsoft.com/office/drawing/2014/main" id="{A2165604-110D-810E-122D-EC488A04E603}"/>
              </a:ext>
            </a:extLst>
          </p:cNvPr>
          <p:cNvSpPr txBox="1"/>
          <p:nvPr/>
        </p:nvSpPr>
        <p:spPr>
          <a:xfrm>
            <a:off x="1088135" y="5577212"/>
            <a:ext cx="217501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UVALDE POOL 44% reduction 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1" name="Shape 28">
            <a:extLst>
              <a:ext uri="{FF2B5EF4-FFF2-40B4-BE49-F238E27FC236}">
                <a16:creationId xmlns:a16="http://schemas.microsoft.com/office/drawing/2014/main" id="{A8443516-BA68-920A-5F38-5634795EEA66}"/>
              </a:ext>
            </a:extLst>
          </p:cNvPr>
          <p:cNvSpPr/>
          <p:nvPr/>
        </p:nvSpPr>
        <p:spPr>
          <a:xfrm>
            <a:off x="594360" y="6510528"/>
            <a:ext cx="11018520" cy="0"/>
          </a:xfrm>
          <a:prstGeom prst="line">
            <a:avLst/>
          </a:prstGeom>
          <a:noFill/>
          <a:ln w="7620">
            <a:solidFill>
              <a:srgbClr val="A69E8F">
                <a:alpha val="45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2" name="Text 29">
            <a:extLst>
              <a:ext uri="{FF2B5EF4-FFF2-40B4-BE49-F238E27FC236}">
                <a16:creationId xmlns:a16="http://schemas.microsoft.com/office/drawing/2014/main" id="{5D5FAB20-AAFD-00D1-1218-ED3B52C3FFEE}"/>
              </a:ext>
            </a:extLst>
          </p:cNvPr>
          <p:cNvSpPr txBox="1"/>
          <p:nvPr/>
        </p:nvSpPr>
        <p:spPr>
          <a:xfrm>
            <a:off x="621792" y="6556248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HYDROLOGIC UPDATE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3" name="Text 30">
            <a:extLst>
              <a:ext uri="{FF2B5EF4-FFF2-40B4-BE49-F238E27FC236}">
                <a16:creationId xmlns:a16="http://schemas.microsoft.com/office/drawing/2014/main" id="{BBCFE184-42B8-1F14-17D0-59AB58B72EB6}"/>
              </a:ext>
            </a:extLst>
          </p:cNvPr>
          <p:cNvSpPr txBox="1"/>
          <p:nvPr/>
        </p:nvSpPr>
        <p:spPr>
          <a:xfrm>
            <a:off x="10972800" y="653796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pic>
        <p:nvPicPr>
          <p:cNvPr id="35" name="Picture 34">
            <a:extLst>
              <a:ext uri="{FF2B5EF4-FFF2-40B4-BE49-F238E27FC236}">
                <a16:creationId xmlns:a16="http://schemas.microsoft.com/office/drawing/2014/main" id="{A04987CA-58D4-B984-9E8E-7684C05BE67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259" t="10386" r="1677" b="9062"/>
          <a:stretch>
            <a:fillRect/>
          </a:stretch>
        </p:blipFill>
        <p:spPr>
          <a:xfrm>
            <a:off x="5552024" y="672592"/>
            <a:ext cx="5420776" cy="56798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56272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F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CB903E8-75B4-B02A-2F05-9DE1250754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AD50BC65-DDF2-15A3-00BC-5DA7CC825E02}"/>
              </a:ext>
            </a:extLst>
          </p:cNvPr>
          <p:cNvSpPr txBox="1"/>
          <p:nvPr/>
        </p:nvSpPr>
        <p:spPr>
          <a:xfrm>
            <a:off x="685800" y="694943"/>
            <a:ext cx="4442012" cy="117831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Edwards Aquifer Critical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Period Management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0" name="Shape 17">
            <a:extLst>
              <a:ext uri="{FF2B5EF4-FFF2-40B4-BE49-F238E27FC236}">
                <a16:creationId xmlns:a16="http://schemas.microsoft.com/office/drawing/2014/main" id="{81A38BC7-992C-9F10-F540-2E3B264E8694}"/>
              </a:ext>
            </a:extLst>
          </p:cNvPr>
          <p:cNvSpPr/>
          <p:nvPr/>
        </p:nvSpPr>
        <p:spPr>
          <a:xfrm>
            <a:off x="685800" y="1851032"/>
            <a:ext cx="2944368" cy="4343400"/>
          </a:xfrm>
          <a:prstGeom prst="roundRect">
            <a:avLst>
              <a:gd name="adj" fmla="val 2484"/>
            </a:avLst>
          </a:prstGeom>
          <a:solidFill>
            <a:srgbClr val="0B3C5D"/>
          </a:solidFill>
          <a:ln w="12700">
            <a:solidFill>
              <a:srgbClr val="0B3C5D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DF06BCFE-B51D-F8AC-CA17-62F044014EE2}"/>
              </a:ext>
            </a:extLst>
          </p:cNvPr>
          <p:cNvSpPr txBox="1"/>
          <p:nvPr/>
        </p:nvSpPr>
        <p:spPr>
          <a:xfrm>
            <a:off x="996696" y="218936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6DB6C4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CPM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2" name="Text 19">
            <a:extLst>
              <a:ext uri="{FF2B5EF4-FFF2-40B4-BE49-F238E27FC236}">
                <a16:creationId xmlns:a16="http://schemas.microsoft.com/office/drawing/2014/main" id="{7CC8B6A2-04FA-2F00-39BB-1C873D33EE4B}"/>
              </a:ext>
            </a:extLst>
          </p:cNvPr>
          <p:cNvSpPr txBox="1"/>
          <p:nvPr/>
        </p:nvSpPr>
        <p:spPr>
          <a:xfrm>
            <a:off x="996695" y="2527688"/>
            <a:ext cx="2338175" cy="10850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2025 Critical Period Stages and Annual Pumping Reductions</a:t>
            </a:r>
            <a:endParaRPr kumimoji="0" lang="en-US" sz="2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4" name="Shape 21">
            <a:extLst>
              <a:ext uri="{FF2B5EF4-FFF2-40B4-BE49-F238E27FC236}">
                <a16:creationId xmlns:a16="http://schemas.microsoft.com/office/drawing/2014/main" id="{A9391D34-9F58-5BD7-AD73-15866F570C72}"/>
              </a:ext>
            </a:extLst>
          </p:cNvPr>
          <p:cNvSpPr/>
          <p:nvPr/>
        </p:nvSpPr>
        <p:spPr>
          <a:xfrm>
            <a:off x="996695" y="3626760"/>
            <a:ext cx="2011680" cy="0"/>
          </a:xfrm>
          <a:prstGeom prst="line">
            <a:avLst/>
          </a:prstGeom>
          <a:noFill/>
          <a:ln w="12700">
            <a:solidFill>
              <a:srgbClr val="547C8D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6" name="Text 23">
            <a:extLst>
              <a:ext uri="{FF2B5EF4-FFF2-40B4-BE49-F238E27FC236}">
                <a16:creationId xmlns:a16="http://schemas.microsoft.com/office/drawing/2014/main" id="{5C7A98C8-79A7-8834-13BA-EBA91305F58F}"/>
              </a:ext>
            </a:extLst>
          </p:cNvPr>
          <p:cNvSpPr txBox="1"/>
          <p:nvPr/>
        </p:nvSpPr>
        <p:spPr>
          <a:xfrm>
            <a:off x="996695" y="3856976"/>
            <a:ext cx="2148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Pumping reductions are prorated by the number of days each critical-period stage is in effect.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7" name="Shape 24">
            <a:extLst>
              <a:ext uri="{FF2B5EF4-FFF2-40B4-BE49-F238E27FC236}">
                <a16:creationId xmlns:a16="http://schemas.microsoft.com/office/drawing/2014/main" id="{B0F0D68B-A5FA-6B80-12F4-29D5F0248A19}"/>
              </a:ext>
            </a:extLst>
          </p:cNvPr>
          <p:cNvSpPr/>
          <p:nvPr/>
        </p:nvSpPr>
        <p:spPr>
          <a:xfrm>
            <a:off x="996695" y="4978908"/>
            <a:ext cx="2338174" cy="283464"/>
          </a:xfrm>
          <a:prstGeom prst="roundRect">
            <a:avLst>
              <a:gd name="adj" fmla="val 25806"/>
            </a:avLst>
          </a:prstGeom>
          <a:solidFill>
            <a:srgbClr val="2D7F83"/>
          </a:solidFill>
          <a:ln w="12700">
            <a:solidFill>
              <a:srgbClr val="2D7F83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8" name="Text 25">
            <a:extLst>
              <a:ext uri="{FF2B5EF4-FFF2-40B4-BE49-F238E27FC236}">
                <a16:creationId xmlns:a16="http://schemas.microsoft.com/office/drawing/2014/main" id="{E849E2C9-DCA3-8874-4B00-443D358FB5FA}"/>
              </a:ext>
            </a:extLst>
          </p:cNvPr>
          <p:cNvSpPr txBox="1"/>
          <p:nvPr/>
        </p:nvSpPr>
        <p:spPr>
          <a:xfrm>
            <a:off x="1088135" y="4996568"/>
            <a:ext cx="217501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SAN ANTONIO POOL 39.2% reduction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9" name="Shape 26">
            <a:extLst>
              <a:ext uri="{FF2B5EF4-FFF2-40B4-BE49-F238E27FC236}">
                <a16:creationId xmlns:a16="http://schemas.microsoft.com/office/drawing/2014/main" id="{E5EF01CA-4F3E-D5E4-434D-162B4C4E88DD}"/>
              </a:ext>
            </a:extLst>
          </p:cNvPr>
          <p:cNvSpPr/>
          <p:nvPr/>
        </p:nvSpPr>
        <p:spPr>
          <a:xfrm>
            <a:off x="996695" y="5559552"/>
            <a:ext cx="2338174" cy="283464"/>
          </a:xfrm>
          <a:prstGeom prst="roundRect">
            <a:avLst>
              <a:gd name="adj" fmla="val 25806"/>
            </a:avLst>
          </a:prstGeom>
          <a:solidFill>
            <a:srgbClr val="C65D4A"/>
          </a:solidFill>
          <a:ln w="12700">
            <a:solidFill>
              <a:srgbClr val="C65D4A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0" name="Text 27">
            <a:extLst>
              <a:ext uri="{FF2B5EF4-FFF2-40B4-BE49-F238E27FC236}">
                <a16:creationId xmlns:a16="http://schemas.microsoft.com/office/drawing/2014/main" id="{FFCB18E5-BC37-D35E-431C-18C8526D3BEC}"/>
              </a:ext>
            </a:extLst>
          </p:cNvPr>
          <p:cNvSpPr txBox="1"/>
          <p:nvPr/>
        </p:nvSpPr>
        <p:spPr>
          <a:xfrm>
            <a:off x="1088135" y="5577212"/>
            <a:ext cx="217501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UVALDE POOL 44% reduction 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1" name="Shape 28">
            <a:extLst>
              <a:ext uri="{FF2B5EF4-FFF2-40B4-BE49-F238E27FC236}">
                <a16:creationId xmlns:a16="http://schemas.microsoft.com/office/drawing/2014/main" id="{95AD4F82-D8D6-BC61-0B87-B6D915572700}"/>
              </a:ext>
            </a:extLst>
          </p:cNvPr>
          <p:cNvSpPr/>
          <p:nvPr/>
        </p:nvSpPr>
        <p:spPr>
          <a:xfrm>
            <a:off x="594360" y="6510528"/>
            <a:ext cx="11018520" cy="0"/>
          </a:xfrm>
          <a:prstGeom prst="line">
            <a:avLst/>
          </a:prstGeom>
          <a:noFill/>
          <a:ln w="7620">
            <a:solidFill>
              <a:srgbClr val="A69E8F">
                <a:alpha val="45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2" name="Text 29">
            <a:extLst>
              <a:ext uri="{FF2B5EF4-FFF2-40B4-BE49-F238E27FC236}">
                <a16:creationId xmlns:a16="http://schemas.microsoft.com/office/drawing/2014/main" id="{6FD9F6FC-8AD7-AB37-D92E-1A117C67B4C8}"/>
              </a:ext>
            </a:extLst>
          </p:cNvPr>
          <p:cNvSpPr txBox="1"/>
          <p:nvPr/>
        </p:nvSpPr>
        <p:spPr>
          <a:xfrm>
            <a:off x="621792" y="6556248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HYDROLOGIC UPDATE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3" name="Text 30">
            <a:extLst>
              <a:ext uri="{FF2B5EF4-FFF2-40B4-BE49-F238E27FC236}">
                <a16:creationId xmlns:a16="http://schemas.microsoft.com/office/drawing/2014/main" id="{9702105C-8FD3-AE15-C3C1-04212F5C184A}"/>
              </a:ext>
            </a:extLst>
          </p:cNvPr>
          <p:cNvSpPr txBox="1"/>
          <p:nvPr/>
        </p:nvSpPr>
        <p:spPr>
          <a:xfrm>
            <a:off x="10972800" y="653796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1E7BB8E-91E8-9F1B-CBE3-DED89A9A672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0309" t="14607" r="2501" b="4181"/>
          <a:stretch>
            <a:fillRect/>
          </a:stretch>
        </p:blipFill>
        <p:spPr>
          <a:xfrm>
            <a:off x="5011632" y="1765492"/>
            <a:ext cx="6183672" cy="34968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68480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F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FCC78E9-0CBD-00E4-E921-2CE31F81A5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05225D89-B394-F28D-8C92-6B381981EA4A}"/>
              </a:ext>
            </a:extLst>
          </p:cNvPr>
          <p:cNvSpPr txBox="1"/>
          <p:nvPr/>
        </p:nvSpPr>
        <p:spPr>
          <a:xfrm>
            <a:off x="685800" y="694944"/>
            <a:ext cx="10515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lvl="0">
              <a:defRPr/>
            </a:pPr>
            <a:r>
              <a:rPr lang="en-US" sz="30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Edwards Aquifer Critical Period Management</a:t>
            </a:r>
            <a:endParaRPr lang="en-US" sz="3000" dirty="0">
              <a:solidFill>
                <a:prstClr val="black"/>
              </a:solidFill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FDCC4BBB-440B-7B16-1019-861151D44EB2}"/>
              </a:ext>
            </a:extLst>
          </p:cNvPr>
          <p:cNvSpPr txBox="1"/>
          <p:nvPr/>
        </p:nvSpPr>
        <p:spPr>
          <a:xfrm>
            <a:off x="713232" y="187452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2D7F83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E9492280-E5A3-AE7A-6771-055BD5F660E8}"/>
              </a:ext>
            </a:extLst>
          </p:cNvPr>
          <p:cNvSpPr txBox="1"/>
          <p:nvPr/>
        </p:nvSpPr>
        <p:spPr>
          <a:xfrm>
            <a:off x="713232" y="2478024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CONNECTED FUNCTIONS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2931E4F3-3B30-5DBC-7E1C-AFEDAFC6CB6E}"/>
              </a:ext>
            </a:extLst>
          </p:cNvPr>
          <p:cNvSpPr txBox="1"/>
          <p:nvPr/>
        </p:nvSpPr>
        <p:spPr>
          <a:xfrm>
            <a:off x="713232" y="278892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Hydrologic monitoring, implementation actions, and biological outcomes should read as one connected story.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79AEDD2B-63FE-DFC9-CCB4-CE8DCE638C61}"/>
              </a:ext>
            </a:extLst>
          </p:cNvPr>
          <p:cNvSpPr/>
          <p:nvPr/>
        </p:nvSpPr>
        <p:spPr>
          <a:xfrm>
            <a:off x="3977640" y="5650992"/>
            <a:ext cx="7498080" cy="493776"/>
          </a:xfrm>
          <a:prstGeom prst="roundRect">
            <a:avLst>
              <a:gd name="adj" fmla="val 7407"/>
            </a:avLst>
          </a:prstGeom>
          <a:solidFill>
            <a:srgbClr val="DDECEF"/>
          </a:solidFill>
          <a:ln w="12700">
            <a:solidFill>
              <a:srgbClr val="DDEC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45C997FD-F6CD-63CA-B496-4CF664923B1B}"/>
              </a:ext>
            </a:extLst>
          </p:cNvPr>
          <p:cNvSpPr txBox="1"/>
          <p:nvPr/>
        </p:nvSpPr>
        <p:spPr>
          <a:xfrm>
            <a:off x="4251960" y="5742432"/>
            <a:ext cx="69494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TAKEAWAY  ·  Explain what changed, why it matters, and what the program is doing about it.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EB7EDF4A-0E89-B15E-3F1D-DC29C39B42F8}"/>
              </a:ext>
            </a:extLst>
          </p:cNvPr>
          <p:cNvSpPr/>
          <p:nvPr/>
        </p:nvSpPr>
        <p:spPr>
          <a:xfrm>
            <a:off x="594360" y="6510528"/>
            <a:ext cx="11018520" cy="0"/>
          </a:xfrm>
          <a:prstGeom prst="line">
            <a:avLst/>
          </a:prstGeom>
          <a:noFill/>
          <a:ln w="7620">
            <a:solidFill>
              <a:srgbClr val="A69E8F">
                <a:alpha val="45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66F0D8EA-DD04-2B55-C436-C59C0BA81571}"/>
              </a:ext>
            </a:extLst>
          </p:cNvPr>
          <p:cNvSpPr txBox="1"/>
          <p:nvPr/>
        </p:nvSpPr>
        <p:spPr>
          <a:xfrm>
            <a:off x="621792" y="6556248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SPRINGFLOW PROTECTION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7CDC53F3-C82B-2E2C-0EF1-9DCF21389254}"/>
              </a:ext>
            </a:extLst>
          </p:cNvPr>
          <p:cNvSpPr txBox="1"/>
          <p:nvPr/>
        </p:nvSpPr>
        <p:spPr>
          <a:xfrm>
            <a:off x="10972800" y="653796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A0CA4946-C8A3-B185-0A6B-38A9B74B32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68125" y="1536192"/>
            <a:ext cx="7507596" cy="40475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726150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F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90FDDD9-C34B-E4A2-E306-88766E9BC6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5EDD45BD-CE53-1FE8-60EE-0DC27498D895}"/>
              </a:ext>
            </a:extLst>
          </p:cNvPr>
          <p:cNvSpPr txBox="1"/>
          <p:nvPr/>
        </p:nvSpPr>
        <p:spPr>
          <a:xfrm>
            <a:off x="685800" y="694944"/>
            <a:ext cx="3566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Edwards Aquifer Critical Period Management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8552719F-1E22-7CD9-ECBA-C5ADF641DE8B}"/>
              </a:ext>
            </a:extLst>
          </p:cNvPr>
          <p:cNvSpPr txBox="1"/>
          <p:nvPr/>
        </p:nvSpPr>
        <p:spPr>
          <a:xfrm>
            <a:off x="713232" y="2478024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CONNECTED FUNCTIONS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87AD7536-F36C-1788-1BDB-E4CAE935E4CB}"/>
              </a:ext>
            </a:extLst>
          </p:cNvPr>
          <p:cNvSpPr txBox="1"/>
          <p:nvPr/>
        </p:nvSpPr>
        <p:spPr>
          <a:xfrm>
            <a:off x="713232" y="278892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Hydrologic monitoring, implementation actions, and biological outcomes should read as one connected story.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32248B0F-CBDD-DDE3-344A-BA4438747353}"/>
              </a:ext>
            </a:extLst>
          </p:cNvPr>
          <p:cNvSpPr/>
          <p:nvPr/>
        </p:nvSpPr>
        <p:spPr>
          <a:xfrm>
            <a:off x="3977640" y="5650992"/>
            <a:ext cx="7498080" cy="493776"/>
          </a:xfrm>
          <a:prstGeom prst="roundRect">
            <a:avLst>
              <a:gd name="adj" fmla="val 7407"/>
            </a:avLst>
          </a:prstGeom>
          <a:solidFill>
            <a:srgbClr val="DDECEF"/>
          </a:solidFill>
          <a:ln w="12700">
            <a:solidFill>
              <a:srgbClr val="DDEC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72ADC453-7266-F6C4-36C1-423608A01AE0}"/>
              </a:ext>
            </a:extLst>
          </p:cNvPr>
          <p:cNvSpPr txBox="1"/>
          <p:nvPr/>
        </p:nvSpPr>
        <p:spPr>
          <a:xfrm>
            <a:off x="4251960" y="5742432"/>
            <a:ext cx="69494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TAKEAWAY  ·  Explain what changed, why it matters, and what the program is doing about it.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68B85D1F-C5EF-8FDA-B76C-B77A5D8C74B2}"/>
              </a:ext>
            </a:extLst>
          </p:cNvPr>
          <p:cNvSpPr/>
          <p:nvPr/>
        </p:nvSpPr>
        <p:spPr>
          <a:xfrm>
            <a:off x="594360" y="6510528"/>
            <a:ext cx="11018520" cy="0"/>
          </a:xfrm>
          <a:prstGeom prst="line">
            <a:avLst/>
          </a:prstGeom>
          <a:noFill/>
          <a:ln w="7620">
            <a:solidFill>
              <a:srgbClr val="A69E8F">
                <a:alpha val="45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293718BA-B3E8-7C10-F581-0E1227D60664}"/>
              </a:ext>
            </a:extLst>
          </p:cNvPr>
          <p:cNvSpPr txBox="1"/>
          <p:nvPr/>
        </p:nvSpPr>
        <p:spPr>
          <a:xfrm>
            <a:off x="621792" y="6556248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SPRINGFLOW PROTECTION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BC57330D-EB00-29DF-AFE0-39B46F825092}"/>
              </a:ext>
            </a:extLst>
          </p:cNvPr>
          <p:cNvSpPr txBox="1"/>
          <p:nvPr/>
        </p:nvSpPr>
        <p:spPr>
          <a:xfrm>
            <a:off x="10972800" y="653796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4098F59-1202-6EC9-F0B9-B978BABC30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90689" y="712096"/>
            <a:ext cx="7585031" cy="48319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963905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F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12AEFD8-76D0-BDE9-8704-2AB97C6B14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415A1E38-49DD-5DB9-A103-60E8741FDCE7}"/>
              </a:ext>
            </a:extLst>
          </p:cNvPr>
          <p:cNvSpPr txBox="1"/>
          <p:nvPr/>
        </p:nvSpPr>
        <p:spPr>
          <a:xfrm>
            <a:off x="685800" y="697813"/>
            <a:ext cx="840441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Edwards Aquifer Critical Period Management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2346E797-AE57-B8D6-8A5E-B5FA3EE3F5CA}"/>
              </a:ext>
            </a:extLst>
          </p:cNvPr>
          <p:cNvSpPr txBox="1"/>
          <p:nvPr/>
        </p:nvSpPr>
        <p:spPr>
          <a:xfrm>
            <a:off x="713232" y="1823601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CONNECTED FUNCTIONS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E96F49EE-5EF1-53D0-5494-F0CF56EBFDB6}"/>
              </a:ext>
            </a:extLst>
          </p:cNvPr>
          <p:cNvSpPr txBox="1"/>
          <p:nvPr/>
        </p:nvSpPr>
        <p:spPr>
          <a:xfrm>
            <a:off x="713232" y="2185595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CPM by the numbers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97D1CEC3-D3B8-AF39-2012-27BDAC81D0F4}"/>
              </a:ext>
            </a:extLst>
          </p:cNvPr>
          <p:cNvSpPr/>
          <p:nvPr/>
        </p:nvSpPr>
        <p:spPr>
          <a:xfrm>
            <a:off x="2897033" y="5959602"/>
            <a:ext cx="8855695" cy="493776"/>
          </a:xfrm>
          <a:prstGeom prst="roundRect">
            <a:avLst>
              <a:gd name="adj" fmla="val 7407"/>
            </a:avLst>
          </a:prstGeom>
          <a:solidFill>
            <a:srgbClr val="DDECEF"/>
          </a:solidFill>
          <a:ln w="12700">
            <a:solidFill>
              <a:srgbClr val="DDEC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5EC6A81E-27B6-ADEC-70E9-3A368AB7E8AF}"/>
              </a:ext>
            </a:extLst>
          </p:cNvPr>
          <p:cNvSpPr txBox="1"/>
          <p:nvPr/>
        </p:nvSpPr>
        <p:spPr>
          <a:xfrm>
            <a:off x="3250423" y="6051042"/>
            <a:ext cx="8207717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TAKEAWAY  ·  Explain what changed, why it matters, and what the program is doing about it.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E0122558-979D-B999-E660-765B18A47AA1}"/>
              </a:ext>
            </a:extLst>
          </p:cNvPr>
          <p:cNvSpPr/>
          <p:nvPr/>
        </p:nvSpPr>
        <p:spPr>
          <a:xfrm>
            <a:off x="594360" y="6510528"/>
            <a:ext cx="11018520" cy="0"/>
          </a:xfrm>
          <a:prstGeom prst="line">
            <a:avLst/>
          </a:prstGeom>
          <a:noFill/>
          <a:ln w="7620">
            <a:solidFill>
              <a:srgbClr val="A69E8F">
                <a:alpha val="45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7D81C51C-64FC-FC9A-C4BD-EFBCC5606F8D}"/>
              </a:ext>
            </a:extLst>
          </p:cNvPr>
          <p:cNvSpPr txBox="1"/>
          <p:nvPr/>
        </p:nvSpPr>
        <p:spPr>
          <a:xfrm>
            <a:off x="621792" y="6556248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SPRINGFLOW PROTECTION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35A0D58B-7A29-EB02-8472-143BE589E85C}"/>
              </a:ext>
            </a:extLst>
          </p:cNvPr>
          <p:cNvSpPr txBox="1"/>
          <p:nvPr/>
        </p:nvSpPr>
        <p:spPr>
          <a:xfrm>
            <a:off x="10972800" y="653796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89C796B-6820-2A08-84E9-26BF13CFAF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97034" y="1203319"/>
            <a:ext cx="8957722" cy="46991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069869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F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F679815-81AE-BC77-3F4E-B0B3D399C1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D410B7D3-3F07-0364-1AD0-C8EB39532DA5}"/>
              </a:ext>
            </a:extLst>
          </p:cNvPr>
          <p:cNvSpPr txBox="1"/>
          <p:nvPr/>
        </p:nvSpPr>
        <p:spPr>
          <a:xfrm>
            <a:off x="685800" y="347472"/>
            <a:ext cx="5120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2D7F83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MAP + EVIDENCE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0AC5EA63-82AA-3649-BEA0-7ED3FACD90F0}"/>
              </a:ext>
            </a:extLst>
          </p:cNvPr>
          <p:cNvSpPr txBox="1"/>
          <p:nvPr/>
        </p:nvSpPr>
        <p:spPr>
          <a:xfrm>
            <a:off x="685800" y="694944"/>
            <a:ext cx="10515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EAHCP </a:t>
            </a:r>
            <a:r>
              <a:rPr kumimoji="0" lang="en-US" sz="3000" b="1" i="0" u="none" strike="noStrike" kern="1200" cap="none" spc="0" normalizeH="0" baseline="0" noProof="0" dirty="0" err="1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Springflow</a:t>
            </a:r>
            <a:r>
              <a:rPr kumimoji="0" 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 Protection Measures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54AE35C7-5A7F-E762-7FC7-1E8D84B5C6EA}"/>
              </a:ext>
            </a:extLst>
          </p:cNvPr>
          <p:cNvSpPr txBox="1"/>
          <p:nvPr/>
        </p:nvSpPr>
        <p:spPr>
          <a:xfrm>
            <a:off x="685800" y="1426464"/>
            <a:ext cx="10424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0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In 2013, acceptance of the EAHCP and issuance of the ITP brought on new </a:t>
            </a:r>
            <a:r>
              <a:rPr kumimoji="0" lang="en-US" sz="1450" b="0" i="0" u="none" strike="noStrike" kern="1200" cap="none" spc="0" normalizeH="0" baseline="0" noProof="0" dirty="0" err="1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springflow</a:t>
            </a:r>
            <a:r>
              <a:rPr kumimoji="0" lang="en-US" sz="1450" b="0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 protection programs through the EAHCP.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7BDCAD75-998D-F5D0-D484-A4862DE2DA58}"/>
              </a:ext>
            </a:extLst>
          </p:cNvPr>
          <p:cNvSpPr txBox="1"/>
          <p:nvPr/>
        </p:nvSpPr>
        <p:spPr>
          <a:xfrm>
            <a:off x="685800" y="212140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BEA05F96-9FE5-B9EC-8661-8F3FE1C6F913}"/>
              </a:ext>
            </a:extLst>
          </p:cNvPr>
          <p:cNvSpPr txBox="1"/>
          <p:nvPr/>
        </p:nvSpPr>
        <p:spPr>
          <a:xfrm>
            <a:off x="1188720" y="2112264"/>
            <a:ext cx="31526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Why were new measures needed? 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F4E6C53A-0BB8-99C2-5EC4-79ED2B4F04F6}"/>
              </a:ext>
            </a:extLst>
          </p:cNvPr>
          <p:cNvSpPr txBox="1"/>
          <p:nvPr/>
        </p:nvSpPr>
        <p:spPr>
          <a:xfrm>
            <a:off x="1188720" y="2487168"/>
            <a:ext cx="20116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One sentence interpreting the first feature or spatial pattern.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F43DFFFE-B567-D234-D23B-9BEA1795B912}"/>
              </a:ext>
            </a:extLst>
          </p:cNvPr>
          <p:cNvSpPr txBox="1"/>
          <p:nvPr/>
        </p:nvSpPr>
        <p:spPr>
          <a:xfrm>
            <a:off x="685800" y="334670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9" name="Text 16">
            <a:extLst>
              <a:ext uri="{FF2B5EF4-FFF2-40B4-BE49-F238E27FC236}">
                <a16:creationId xmlns:a16="http://schemas.microsoft.com/office/drawing/2014/main" id="{C1FD248B-AEFD-5A26-DA0E-4CCF0442E602}"/>
              </a:ext>
            </a:extLst>
          </p:cNvPr>
          <p:cNvSpPr txBox="1"/>
          <p:nvPr/>
        </p:nvSpPr>
        <p:spPr>
          <a:xfrm>
            <a:off x="1188720" y="3337559"/>
            <a:ext cx="3152692" cy="45720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How were the measures evaluated for effectiveness?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90629266-FDB0-BA1B-3B08-4118753A5598}"/>
              </a:ext>
            </a:extLst>
          </p:cNvPr>
          <p:cNvSpPr txBox="1"/>
          <p:nvPr/>
        </p:nvSpPr>
        <p:spPr>
          <a:xfrm>
            <a:off x="1188720" y="3949413"/>
            <a:ext cx="20116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One sentence connecting geography to program operations or risk.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4" name="Shape 21">
            <a:extLst>
              <a:ext uri="{FF2B5EF4-FFF2-40B4-BE49-F238E27FC236}">
                <a16:creationId xmlns:a16="http://schemas.microsoft.com/office/drawing/2014/main" id="{319A1631-1004-8720-51CC-B12CD1C6AC83}"/>
              </a:ext>
            </a:extLst>
          </p:cNvPr>
          <p:cNvSpPr/>
          <p:nvPr/>
        </p:nvSpPr>
        <p:spPr>
          <a:xfrm>
            <a:off x="594360" y="6510528"/>
            <a:ext cx="11018520" cy="0"/>
          </a:xfrm>
          <a:prstGeom prst="line">
            <a:avLst/>
          </a:prstGeom>
          <a:noFill/>
          <a:ln w="7620">
            <a:solidFill>
              <a:srgbClr val="A69E8F">
                <a:alpha val="45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5" name="Text 22">
            <a:extLst>
              <a:ext uri="{FF2B5EF4-FFF2-40B4-BE49-F238E27FC236}">
                <a16:creationId xmlns:a16="http://schemas.microsoft.com/office/drawing/2014/main" id="{6326E4A3-AF54-3BE2-4D62-0027662B0875}"/>
              </a:ext>
            </a:extLst>
          </p:cNvPr>
          <p:cNvSpPr txBox="1"/>
          <p:nvPr/>
        </p:nvSpPr>
        <p:spPr>
          <a:xfrm>
            <a:off x="621792" y="6556248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SPATIAL EVIDENCE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6" name="Text 23">
            <a:extLst>
              <a:ext uri="{FF2B5EF4-FFF2-40B4-BE49-F238E27FC236}">
                <a16:creationId xmlns:a16="http://schemas.microsoft.com/office/drawing/2014/main" id="{62957987-28CA-423F-4E32-2246DF6558D2}"/>
              </a:ext>
            </a:extLst>
          </p:cNvPr>
          <p:cNvSpPr txBox="1"/>
          <p:nvPr/>
        </p:nvSpPr>
        <p:spPr>
          <a:xfrm>
            <a:off x="10972800" y="653796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07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3067556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F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8374062-ACAF-722B-F7F8-CAE0A99D28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C13F953D-E35A-714F-E06B-88196B0FC8E0}"/>
              </a:ext>
            </a:extLst>
          </p:cNvPr>
          <p:cNvSpPr txBox="1"/>
          <p:nvPr/>
        </p:nvSpPr>
        <p:spPr>
          <a:xfrm>
            <a:off x="685800" y="347472"/>
            <a:ext cx="5120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2D7F83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HYDROLOGIC UPDATE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08FB2688-C35A-FF41-8432-024B00C84D64}"/>
              </a:ext>
            </a:extLst>
          </p:cNvPr>
          <p:cNvSpPr txBox="1"/>
          <p:nvPr/>
        </p:nvSpPr>
        <p:spPr>
          <a:xfrm>
            <a:off x="685800" y="694944"/>
            <a:ext cx="10515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EAHCP Bottom-Up package graph with Stage 1-4 only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3CB05D08-51BB-70B3-4440-5B23DA81A7B8}"/>
              </a:ext>
            </a:extLst>
          </p:cNvPr>
          <p:cNvSpPr txBox="1"/>
          <p:nvPr/>
        </p:nvSpPr>
        <p:spPr>
          <a:xfrm>
            <a:off x="685800" y="1426464"/>
            <a:ext cx="10424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0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Lead with the condition, then connect it directly to implementation.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7595B20A-48F8-7F5A-0311-716259EFE4D3}"/>
              </a:ext>
            </a:extLst>
          </p:cNvPr>
          <p:cNvSpPr/>
          <p:nvPr/>
        </p:nvSpPr>
        <p:spPr>
          <a:xfrm>
            <a:off x="685800" y="1719072"/>
            <a:ext cx="7635240" cy="4343400"/>
          </a:xfrm>
          <a:prstGeom prst="roundRect">
            <a:avLst>
              <a:gd name="adj" fmla="val 1684"/>
            </a:avLst>
          </a:prstGeom>
          <a:solidFill>
            <a:srgbClr val="FFFFFF"/>
          </a:solidFill>
          <a:ln w="12700">
            <a:solidFill>
              <a:srgbClr val="D5CFC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23D6D80A-3C8A-80C0-258D-D729E21332D0}"/>
              </a:ext>
            </a:extLst>
          </p:cNvPr>
          <p:cNvSpPr txBox="1"/>
          <p:nvPr/>
        </p:nvSpPr>
        <p:spPr>
          <a:xfrm>
            <a:off x="941832" y="1883664"/>
            <a:ext cx="71231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SPRINGFLOW THROUGH THE IMPLEMENTATION YEAR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E65FD839-915C-50FA-A500-F0F995EFDEF5}"/>
              </a:ext>
            </a:extLst>
          </p:cNvPr>
          <p:cNvSpPr txBox="1"/>
          <p:nvPr/>
        </p:nvSpPr>
        <p:spPr>
          <a:xfrm>
            <a:off x="941832" y="2130552"/>
            <a:ext cx="7123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Illustrative styling: observed flow, threshold band, and implementation annotation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EB6DA9D9-EC65-1122-E9B8-CE4B4750CB87}"/>
              </a:ext>
            </a:extLst>
          </p:cNvPr>
          <p:cNvSpPr/>
          <p:nvPr/>
        </p:nvSpPr>
        <p:spPr>
          <a:xfrm>
            <a:off x="1188720" y="2560320"/>
            <a:ext cx="6858000" cy="0"/>
          </a:xfrm>
          <a:prstGeom prst="line">
            <a:avLst/>
          </a:prstGeom>
          <a:noFill/>
          <a:ln w="6350">
            <a:solidFill>
              <a:srgbClr val="D8DEDD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E2B35A18-E319-4C0F-4B3A-68D66714FD15}"/>
              </a:ext>
            </a:extLst>
          </p:cNvPr>
          <p:cNvSpPr/>
          <p:nvPr/>
        </p:nvSpPr>
        <p:spPr>
          <a:xfrm>
            <a:off x="1188720" y="3337560"/>
            <a:ext cx="6858000" cy="0"/>
          </a:xfrm>
          <a:prstGeom prst="line">
            <a:avLst/>
          </a:prstGeom>
          <a:noFill/>
          <a:ln w="6350">
            <a:solidFill>
              <a:srgbClr val="D8DEDD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42D2BB5F-632A-ECBF-A2C6-20A4AFF5C29E}"/>
              </a:ext>
            </a:extLst>
          </p:cNvPr>
          <p:cNvSpPr/>
          <p:nvPr/>
        </p:nvSpPr>
        <p:spPr>
          <a:xfrm>
            <a:off x="1188720" y="4114800"/>
            <a:ext cx="6858000" cy="0"/>
          </a:xfrm>
          <a:prstGeom prst="line">
            <a:avLst/>
          </a:prstGeom>
          <a:noFill/>
          <a:ln w="6350">
            <a:solidFill>
              <a:srgbClr val="D8DEDD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41ED1BDD-2DFB-1D9D-6B68-81E889892604}"/>
              </a:ext>
            </a:extLst>
          </p:cNvPr>
          <p:cNvSpPr/>
          <p:nvPr/>
        </p:nvSpPr>
        <p:spPr>
          <a:xfrm>
            <a:off x="1188720" y="4892040"/>
            <a:ext cx="6858000" cy="0"/>
          </a:xfrm>
          <a:prstGeom prst="line">
            <a:avLst/>
          </a:prstGeom>
          <a:noFill/>
          <a:ln w="6350">
            <a:solidFill>
              <a:srgbClr val="D8DEDD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A9CDD559-825A-5BFE-479E-8E44F9DA42D7}"/>
              </a:ext>
            </a:extLst>
          </p:cNvPr>
          <p:cNvSpPr/>
          <p:nvPr/>
        </p:nvSpPr>
        <p:spPr>
          <a:xfrm>
            <a:off x="1188720" y="5669280"/>
            <a:ext cx="6858000" cy="0"/>
          </a:xfrm>
          <a:prstGeom prst="line">
            <a:avLst/>
          </a:prstGeom>
          <a:noFill/>
          <a:ln w="6350">
            <a:solidFill>
              <a:srgbClr val="D8DEDD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17983784-556A-6CA5-1F3E-E101A508292E}"/>
              </a:ext>
            </a:extLst>
          </p:cNvPr>
          <p:cNvSpPr/>
          <p:nvPr/>
        </p:nvSpPr>
        <p:spPr>
          <a:xfrm>
            <a:off x="1188720" y="4332427"/>
            <a:ext cx="6858000" cy="559613"/>
          </a:xfrm>
          <a:prstGeom prst="rect">
            <a:avLst/>
          </a:prstGeom>
          <a:solidFill>
            <a:srgbClr val="F2E1DC">
              <a:alpha val="82000"/>
            </a:srgbClr>
          </a:solidFill>
          <a:ln w="12700">
            <a:solidFill>
              <a:srgbClr val="F2E1DC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E3323F67-4F78-5B7E-DA05-78963F213254}"/>
              </a:ext>
            </a:extLst>
          </p:cNvPr>
          <p:cNvSpPr txBox="1"/>
          <p:nvPr/>
        </p:nvSpPr>
        <p:spPr>
          <a:xfrm>
            <a:off x="1261872" y="4394606"/>
            <a:ext cx="1188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20" b="1" i="0" u="none" strike="noStrike" kern="1200" cap="none" spc="0" normalizeH="0" baseline="0" noProof="0" dirty="0">
                <a:ln>
                  <a:noFill/>
                </a:ln>
                <a:solidFill>
                  <a:srgbClr val="C65D4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IMPLEMENTATION RANGE</a:t>
            </a:r>
            <a:endParaRPr kumimoji="0" lang="en-US" sz="72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pic>
        <p:nvPicPr>
          <p:cNvPr id="15" name="Image 0" descr="preencoded.png">
            <a:extLst>
              <a:ext uri="{FF2B5EF4-FFF2-40B4-BE49-F238E27FC236}">
                <a16:creationId xmlns:a16="http://schemas.microsoft.com/office/drawing/2014/main" id="{F124EB9E-DA8D-8E39-C60B-49D7D7FB932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88720" y="2560320"/>
            <a:ext cx="6858000" cy="3108960"/>
          </a:xfrm>
          <a:prstGeom prst="rect">
            <a:avLst/>
          </a:prstGeom>
        </p:spPr>
      </p:pic>
      <p:sp>
        <p:nvSpPr>
          <p:cNvPr id="16" name="Shape 13">
            <a:extLst>
              <a:ext uri="{FF2B5EF4-FFF2-40B4-BE49-F238E27FC236}">
                <a16:creationId xmlns:a16="http://schemas.microsoft.com/office/drawing/2014/main" id="{07C4E53B-813B-B5DC-2F04-559E8909030A}"/>
              </a:ext>
            </a:extLst>
          </p:cNvPr>
          <p:cNvSpPr/>
          <p:nvPr/>
        </p:nvSpPr>
        <p:spPr>
          <a:xfrm>
            <a:off x="1188720" y="5669280"/>
            <a:ext cx="6858000" cy="0"/>
          </a:xfrm>
          <a:prstGeom prst="line">
            <a:avLst/>
          </a:prstGeom>
          <a:noFill/>
          <a:ln w="10160">
            <a:solidFill>
              <a:srgbClr val="63747A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7" name="Shape 14">
            <a:extLst>
              <a:ext uri="{FF2B5EF4-FFF2-40B4-BE49-F238E27FC236}">
                <a16:creationId xmlns:a16="http://schemas.microsoft.com/office/drawing/2014/main" id="{BD628379-4418-B15B-53F2-C77123F72FE9}"/>
              </a:ext>
            </a:extLst>
          </p:cNvPr>
          <p:cNvSpPr/>
          <p:nvPr/>
        </p:nvSpPr>
        <p:spPr>
          <a:xfrm>
            <a:off x="1188720" y="2560320"/>
            <a:ext cx="0" cy="3108960"/>
          </a:xfrm>
          <a:prstGeom prst="line">
            <a:avLst/>
          </a:prstGeom>
          <a:noFill/>
          <a:ln w="10160">
            <a:solidFill>
              <a:srgbClr val="63747A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AA075555-FE67-9227-F3D5-B66831BC6DBF}"/>
              </a:ext>
            </a:extLst>
          </p:cNvPr>
          <p:cNvSpPr txBox="1"/>
          <p:nvPr/>
        </p:nvSpPr>
        <p:spPr>
          <a:xfrm>
            <a:off x="1188720" y="5742432"/>
            <a:ext cx="5486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JAN</a:t>
            </a:r>
            <a:endParaRPr kumimoji="0" lang="en-US" sz="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9" name="Text 16">
            <a:extLst>
              <a:ext uri="{FF2B5EF4-FFF2-40B4-BE49-F238E27FC236}">
                <a16:creationId xmlns:a16="http://schemas.microsoft.com/office/drawing/2014/main" id="{A5348505-0B49-3E3A-B5F7-761370EEC30A}"/>
              </a:ext>
            </a:extLst>
          </p:cNvPr>
          <p:cNvSpPr txBox="1"/>
          <p:nvPr/>
        </p:nvSpPr>
        <p:spPr>
          <a:xfrm>
            <a:off x="7498080" y="5742432"/>
            <a:ext cx="5486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DEC</a:t>
            </a:r>
            <a:endParaRPr kumimoji="0" lang="en-US" sz="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0" name="Shape 17">
            <a:extLst>
              <a:ext uri="{FF2B5EF4-FFF2-40B4-BE49-F238E27FC236}">
                <a16:creationId xmlns:a16="http://schemas.microsoft.com/office/drawing/2014/main" id="{DE70C874-E13D-8DD9-1378-898CF61C50AC}"/>
              </a:ext>
            </a:extLst>
          </p:cNvPr>
          <p:cNvSpPr/>
          <p:nvPr/>
        </p:nvSpPr>
        <p:spPr>
          <a:xfrm>
            <a:off x="8558784" y="1719072"/>
            <a:ext cx="2944368" cy="4343400"/>
          </a:xfrm>
          <a:prstGeom prst="roundRect">
            <a:avLst>
              <a:gd name="adj" fmla="val 2484"/>
            </a:avLst>
          </a:prstGeom>
          <a:solidFill>
            <a:srgbClr val="0B3C5D"/>
          </a:solidFill>
          <a:ln w="12700">
            <a:solidFill>
              <a:srgbClr val="0B3C5D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0658F7C2-6A7D-5207-E4DE-ACBB919D8247}"/>
              </a:ext>
            </a:extLst>
          </p:cNvPr>
          <p:cNvSpPr txBox="1"/>
          <p:nvPr/>
        </p:nvSpPr>
        <p:spPr>
          <a:xfrm>
            <a:off x="8869680" y="205740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6DB6C4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CONTEXT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2" name="Text 19">
            <a:extLst>
              <a:ext uri="{FF2B5EF4-FFF2-40B4-BE49-F238E27FC236}">
                <a16:creationId xmlns:a16="http://schemas.microsoft.com/office/drawing/2014/main" id="{5B135F07-0D76-A22B-58E0-D842A5D006F6}"/>
              </a:ext>
            </a:extLst>
          </p:cNvPr>
          <p:cNvSpPr txBox="1"/>
          <p:nvPr/>
        </p:nvSpPr>
        <p:spPr>
          <a:xfrm>
            <a:off x="8869680" y="239572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Current condition</a:t>
            </a:r>
            <a:endParaRPr kumimoji="0" lang="en-US" sz="2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3" name="Text 20">
            <a:extLst>
              <a:ext uri="{FF2B5EF4-FFF2-40B4-BE49-F238E27FC236}">
                <a16:creationId xmlns:a16="http://schemas.microsoft.com/office/drawing/2014/main" id="{130FE826-C4EB-1340-F185-33A5F81D0305}"/>
              </a:ext>
            </a:extLst>
          </p:cNvPr>
          <p:cNvSpPr txBox="1"/>
          <p:nvPr/>
        </p:nvSpPr>
        <p:spPr>
          <a:xfrm>
            <a:off x="8869680" y="2843784"/>
            <a:ext cx="2148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DDE8E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Replace with the springflow percentile, trend, or operational category most relevant to the meeting.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4" name="Shape 21">
            <a:extLst>
              <a:ext uri="{FF2B5EF4-FFF2-40B4-BE49-F238E27FC236}">
                <a16:creationId xmlns:a16="http://schemas.microsoft.com/office/drawing/2014/main" id="{347E0D4A-27CB-700C-613B-71DC10CD3F50}"/>
              </a:ext>
            </a:extLst>
          </p:cNvPr>
          <p:cNvSpPr/>
          <p:nvPr/>
        </p:nvSpPr>
        <p:spPr>
          <a:xfrm>
            <a:off x="8869680" y="4041648"/>
            <a:ext cx="2011680" cy="0"/>
          </a:xfrm>
          <a:prstGeom prst="line">
            <a:avLst/>
          </a:prstGeom>
          <a:noFill/>
          <a:ln w="12700">
            <a:solidFill>
              <a:srgbClr val="547C8D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5" name="Text 22">
            <a:extLst>
              <a:ext uri="{FF2B5EF4-FFF2-40B4-BE49-F238E27FC236}">
                <a16:creationId xmlns:a16="http://schemas.microsoft.com/office/drawing/2014/main" id="{6F100EA2-3FD1-19B5-ED7A-983215B08725}"/>
              </a:ext>
            </a:extLst>
          </p:cNvPr>
          <p:cNvSpPr txBox="1"/>
          <p:nvPr/>
        </p:nvSpPr>
        <p:spPr>
          <a:xfrm>
            <a:off x="8869680" y="429768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6DB6C4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IMPLEMENTATION LINK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6" name="Text 23">
            <a:extLst>
              <a:ext uri="{FF2B5EF4-FFF2-40B4-BE49-F238E27FC236}">
                <a16:creationId xmlns:a16="http://schemas.microsoft.com/office/drawing/2014/main" id="{416F8B0F-A077-C98E-510D-139C0EC07CD9}"/>
              </a:ext>
            </a:extLst>
          </p:cNvPr>
          <p:cNvSpPr txBox="1"/>
          <p:nvPr/>
        </p:nvSpPr>
        <p:spPr>
          <a:xfrm>
            <a:off x="8869680" y="4626864"/>
            <a:ext cx="2148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State the specific program implication in one or two sentences.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7" name="Shape 24">
            <a:extLst>
              <a:ext uri="{FF2B5EF4-FFF2-40B4-BE49-F238E27FC236}">
                <a16:creationId xmlns:a16="http://schemas.microsoft.com/office/drawing/2014/main" id="{C06ADFEF-4FA4-9565-24F5-D96AB1EB1D73}"/>
              </a:ext>
            </a:extLst>
          </p:cNvPr>
          <p:cNvSpPr/>
          <p:nvPr/>
        </p:nvSpPr>
        <p:spPr>
          <a:xfrm>
            <a:off x="8869680" y="5559552"/>
            <a:ext cx="941832" cy="283464"/>
          </a:xfrm>
          <a:prstGeom prst="roundRect">
            <a:avLst>
              <a:gd name="adj" fmla="val 25806"/>
            </a:avLst>
          </a:prstGeom>
          <a:solidFill>
            <a:srgbClr val="2D7F83"/>
          </a:solidFill>
          <a:ln w="12700">
            <a:solidFill>
              <a:srgbClr val="2D7F83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8" name="Text 25">
            <a:extLst>
              <a:ext uri="{FF2B5EF4-FFF2-40B4-BE49-F238E27FC236}">
                <a16:creationId xmlns:a16="http://schemas.microsoft.com/office/drawing/2014/main" id="{6892FC28-4171-ED54-6A54-14647F6344A1}"/>
              </a:ext>
            </a:extLst>
          </p:cNvPr>
          <p:cNvSpPr txBox="1"/>
          <p:nvPr/>
        </p:nvSpPr>
        <p:spPr>
          <a:xfrm>
            <a:off x="8961120" y="5568696"/>
            <a:ext cx="75895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OBSERVED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9" name="Shape 26">
            <a:extLst>
              <a:ext uri="{FF2B5EF4-FFF2-40B4-BE49-F238E27FC236}">
                <a16:creationId xmlns:a16="http://schemas.microsoft.com/office/drawing/2014/main" id="{231EE025-2578-8FC0-82A8-67F1CE3215A2}"/>
              </a:ext>
            </a:extLst>
          </p:cNvPr>
          <p:cNvSpPr/>
          <p:nvPr/>
        </p:nvSpPr>
        <p:spPr>
          <a:xfrm>
            <a:off x="9902952" y="5559552"/>
            <a:ext cx="1078992" cy="283464"/>
          </a:xfrm>
          <a:prstGeom prst="roundRect">
            <a:avLst>
              <a:gd name="adj" fmla="val 25806"/>
            </a:avLst>
          </a:prstGeom>
          <a:solidFill>
            <a:srgbClr val="C65D4A"/>
          </a:solidFill>
          <a:ln w="12700">
            <a:solidFill>
              <a:srgbClr val="C65D4A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0" name="Text 27">
            <a:extLst>
              <a:ext uri="{FF2B5EF4-FFF2-40B4-BE49-F238E27FC236}">
                <a16:creationId xmlns:a16="http://schemas.microsoft.com/office/drawing/2014/main" id="{0DEDE941-C607-93BB-9D02-D861197136BB}"/>
              </a:ext>
            </a:extLst>
          </p:cNvPr>
          <p:cNvSpPr txBox="1"/>
          <p:nvPr/>
        </p:nvSpPr>
        <p:spPr>
          <a:xfrm>
            <a:off x="9994392" y="5568696"/>
            <a:ext cx="89611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THRESHOLD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1" name="Shape 28">
            <a:extLst>
              <a:ext uri="{FF2B5EF4-FFF2-40B4-BE49-F238E27FC236}">
                <a16:creationId xmlns:a16="http://schemas.microsoft.com/office/drawing/2014/main" id="{1760CB08-1C08-F9B2-F8FE-6C7107C5F7E6}"/>
              </a:ext>
            </a:extLst>
          </p:cNvPr>
          <p:cNvSpPr/>
          <p:nvPr/>
        </p:nvSpPr>
        <p:spPr>
          <a:xfrm>
            <a:off x="594360" y="6510528"/>
            <a:ext cx="11018520" cy="0"/>
          </a:xfrm>
          <a:prstGeom prst="line">
            <a:avLst/>
          </a:prstGeom>
          <a:noFill/>
          <a:ln w="7620">
            <a:solidFill>
              <a:srgbClr val="A69E8F">
                <a:alpha val="45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2" name="Text 29">
            <a:extLst>
              <a:ext uri="{FF2B5EF4-FFF2-40B4-BE49-F238E27FC236}">
                <a16:creationId xmlns:a16="http://schemas.microsoft.com/office/drawing/2014/main" id="{80808B9C-4392-D1FC-C807-E64AAC2A9DF6}"/>
              </a:ext>
            </a:extLst>
          </p:cNvPr>
          <p:cNvSpPr txBox="1"/>
          <p:nvPr/>
        </p:nvSpPr>
        <p:spPr>
          <a:xfrm>
            <a:off x="621792" y="6556248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HYDROLOGIC UPDATE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3" name="Text 30">
            <a:extLst>
              <a:ext uri="{FF2B5EF4-FFF2-40B4-BE49-F238E27FC236}">
                <a16:creationId xmlns:a16="http://schemas.microsoft.com/office/drawing/2014/main" id="{694DCFE9-FBA5-48FB-83DE-A8ECEF4EF3F3}"/>
              </a:ext>
            </a:extLst>
          </p:cNvPr>
          <p:cNvSpPr txBox="1"/>
          <p:nvPr/>
        </p:nvSpPr>
        <p:spPr>
          <a:xfrm>
            <a:off x="10972800" y="653796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5002295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F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AFB51DD-521A-122E-28E0-044F596031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D1FA28AE-B771-F885-9B29-FF69CA62B8A6}"/>
              </a:ext>
            </a:extLst>
          </p:cNvPr>
          <p:cNvSpPr txBox="1"/>
          <p:nvPr/>
        </p:nvSpPr>
        <p:spPr>
          <a:xfrm>
            <a:off x="685800" y="347472"/>
            <a:ext cx="5120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2D7F83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IMPLEMENTATION PATHWAY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6E961769-B521-F127-DBD7-EEE3093FEFAC}"/>
              </a:ext>
            </a:extLst>
          </p:cNvPr>
          <p:cNvSpPr txBox="1"/>
          <p:nvPr/>
        </p:nvSpPr>
        <p:spPr>
          <a:xfrm>
            <a:off x="685800" y="694944"/>
            <a:ext cx="10515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EAHCP bottom up package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9CFBA368-E7E8-2B7D-B4D0-042E0DBC8B21}"/>
              </a:ext>
            </a:extLst>
          </p:cNvPr>
          <p:cNvSpPr txBox="1"/>
          <p:nvPr/>
        </p:nvSpPr>
        <p:spPr>
          <a:xfrm>
            <a:off x="685800" y="1426464"/>
            <a:ext cx="10424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0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A simple pathway clarifies triggers, responsibilities, and intended outcomes.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EF16BABF-6F9B-AC38-727D-1F9D07151E65}"/>
              </a:ext>
            </a:extLst>
          </p:cNvPr>
          <p:cNvSpPr/>
          <p:nvPr/>
        </p:nvSpPr>
        <p:spPr>
          <a:xfrm>
            <a:off x="713232" y="2057400"/>
            <a:ext cx="2240280" cy="3017520"/>
          </a:xfrm>
          <a:prstGeom prst="roundRect">
            <a:avLst>
              <a:gd name="adj" fmla="val 3265"/>
            </a:avLst>
          </a:prstGeom>
          <a:solidFill>
            <a:srgbClr val="DDECEF"/>
          </a:solidFill>
          <a:ln w="12700">
            <a:solidFill>
              <a:srgbClr val="D5CFC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D43A2A13-5354-B1FE-EF4C-98C50F144DFE}"/>
              </a:ext>
            </a:extLst>
          </p:cNvPr>
          <p:cNvSpPr txBox="1"/>
          <p:nvPr/>
        </p:nvSpPr>
        <p:spPr>
          <a:xfrm>
            <a:off x="941832" y="2359152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2D7F83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OBSERVE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2DC60E82-F7E9-8CD7-8047-55C6ECB83731}"/>
              </a:ext>
            </a:extLst>
          </p:cNvPr>
          <p:cNvSpPr txBox="1"/>
          <p:nvPr/>
        </p:nvSpPr>
        <p:spPr>
          <a:xfrm>
            <a:off x="941832" y="2761488"/>
            <a:ext cx="6583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7824543D-2A3D-11D3-4059-630A10655471}"/>
              </a:ext>
            </a:extLst>
          </p:cNvPr>
          <p:cNvSpPr txBox="1"/>
          <p:nvPr/>
        </p:nvSpPr>
        <p:spPr>
          <a:xfrm>
            <a:off x="941832" y="3282696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Hydrologic signal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A29DC7A7-3450-D4D2-312D-E4CE70980200}"/>
              </a:ext>
            </a:extLst>
          </p:cNvPr>
          <p:cNvSpPr txBox="1"/>
          <p:nvPr/>
        </p:nvSpPr>
        <p:spPr>
          <a:xfrm>
            <a:off x="941832" y="4005072"/>
            <a:ext cx="1783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Monitoring, forecasts, and operational conditions.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9732C1F9-7BF1-3535-429D-08730D0AFB8D}"/>
              </a:ext>
            </a:extLst>
          </p:cNvPr>
          <p:cNvSpPr/>
          <p:nvPr/>
        </p:nvSpPr>
        <p:spPr>
          <a:xfrm>
            <a:off x="3072384" y="3172968"/>
            <a:ext cx="301752" cy="594360"/>
          </a:xfrm>
          <a:prstGeom prst="chevron">
            <a:avLst/>
          </a:prstGeom>
          <a:solidFill>
            <a:srgbClr val="6DB6C4"/>
          </a:solidFill>
          <a:ln w="12700">
            <a:solidFill>
              <a:srgbClr val="6DB6C4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73AACAE0-2977-ECD6-9E57-691229BC0CA6}"/>
              </a:ext>
            </a:extLst>
          </p:cNvPr>
          <p:cNvSpPr/>
          <p:nvPr/>
        </p:nvSpPr>
        <p:spPr>
          <a:xfrm>
            <a:off x="3547872" y="2057400"/>
            <a:ext cx="2240280" cy="3017520"/>
          </a:xfrm>
          <a:prstGeom prst="roundRect">
            <a:avLst>
              <a:gd name="adj" fmla="val 3265"/>
            </a:avLst>
          </a:prstGeom>
          <a:solidFill>
            <a:srgbClr val="E5ECE6"/>
          </a:solidFill>
          <a:ln w="12700">
            <a:solidFill>
              <a:srgbClr val="D5CFC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684D43BE-0AFD-BED7-90F4-A84B8E07DAFD}"/>
              </a:ext>
            </a:extLst>
          </p:cNvPr>
          <p:cNvSpPr txBox="1"/>
          <p:nvPr/>
        </p:nvSpPr>
        <p:spPr>
          <a:xfrm>
            <a:off x="3776472" y="2359152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2D7F83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INTERPRET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983EAE42-2A4F-57C7-2876-D9D038A6C312}"/>
              </a:ext>
            </a:extLst>
          </p:cNvPr>
          <p:cNvSpPr txBox="1"/>
          <p:nvPr/>
        </p:nvSpPr>
        <p:spPr>
          <a:xfrm>
            <a:off x="3776472" y="2761488"/>
            <a:ext cx="6583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02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37D1E979-00C1-1F38-8AC6-978060E03BCA}"/>
              </a:ext>
            </a:extLst>
          </p:cNvPr>
          <p:cNvSpPr txBox="1"/>
          <p:nvPr/>
        </p:nvSpPr>
        <p:spPr>
          <a:xfrm>
            <a:off x="3776472" y="3282696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Program determination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5CBA2121-F3E8-9F10-0928-1BBDA0EE2B25}"/>
              </a:ext>
            </a:extLst>
          </p:cNvPr>
          <p:cNvSpPr txBox="1"/>
          <p:nvPr/>
        </p:nvSpPr>
        <p:spPr>
          <a:xfrm>
            <a:off x="3776472" y="4005072"/>
            <a:ext cx="1783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Apply thresholds, rules, and professional judgment.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F002BF81-DCA2-E997-48DC-10C89D0A9C35}"/>
              </a:ext>
            </a:extLst>
          </p:cNvPr>
          <p:cNvSpPr/>
          <p:nvPr/>
        </p:nvSpPr>
        <p:spPr>
          <a:xfrm>
            <a:off x="5907024" y="3172968"/>
            <a:ext cx="301752" cy="594360"/>
          </a:xfrm>
          <a:prstGeom prst="chevron">
            <a:avLst/>
          </a:prstGeom>
          <a:solidFill>
            <a:srgbClr val="6DB6C4"/>
          </a:solidFill>
          <a:ln w="12700">
            <a:solidFill>
              <a:srgbClr val="6DB6C4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3C6810E2-75A7-57B8-14D8-FED19A7102B6}"/>
              </a:ext>
            </a:extLst>
          </p:cNvPr>
          <p:cNvSpPr/>
          <p:nvPr/>
        </p:nvSpPr>
        <p:spPr>
          <a:xfrm>
            <a:off x="6382512" y="2057400"/>
            <a:ext cx="2240280" cy="3017520"/>
          </a:xfrm>
          <a:prstGeom prst="roundRect">
            <a:avLst>
              <a:gd name="adj" fmla="val 3265"/>
            </a:avLst>
          </a:prstGeom>
          <a:solidFill>
            <a:srgbClr val="EEEAE2"/>
          </a:solidFill>
          <a:ln w="12700">
            <a:solidFill>
              <a:srgbClr val="D5CFC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EA5E8DE2-AFA7-A8FF-BF90-0639EA08E984}"/>
              </a:ext>
            </a:extLst>
          </p:cNvPr>
          <p:cNvSpPr txBox="1"/>
          <p:nvPr/>
        </p:nvSpPr>
        <p:spPr>
          <a:xfrm>
            <a:off x="6611112" y="2359152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2D7F83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ACT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3603E3A7-68CC-5D01-28A6-3FC2932296B8}"/>
              </a:ext>
            </a:extLst>
          </p:cNvPr>
          <p:cNvSpPr txBox="1"/>
          <p:nvPr/>
        </p:nvSpPr>
        <p:spPr>
          <a:xfrm>
            <a:off x="6611112" y="2761488"/>
            <a:ext cx="6583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03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F716BA4A-F0F3-E5A3-B642-F01805648789}"/>
              </a:ext>
            </a:extLst>
          </p:cNvPr>
          <p:cNvSpPr txBox="1"/>
          <p:nvPr/>
        </p:nvSpPr>
        <p:spPr>
          <a:xfrm>
            <a:off x="6611112" y="3282696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Implementation action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601760F6-E344-D95D-1ADF-BA1681A97631}"/>
              </a:ext>
            </a:extLst>
          </p:cNvPr>
          <p:cNvSpPr txBox="1"/>
          <p:nvPr/>
        </p:nvSpPr>
        <p:spPr>
          <a:xfrm>
            <a:off x="6611112" y="4005072"/>
            <a:ext cx="1783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Activate, sustain, adjust, or conclude the measure.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BD96DD00-5D39-B29E-7CD3-02C51DDB090E}"/>
              </a:ext>
            </a:extLst>
          </p:cNvPr>
          <p:cNvSpPr/>
          <p:nvPr/>
        </p:nvSpPr>
        <p:spPr>
          <a:xfrm>
            <a:off x="8741664" y="3172968"/>
            <a:ext cx="301752" cy="594360"/>
          </a:xfrm>
          <a:prstGeom prst="chevron">
            <a:avLst/>
          </a:prstGeom>
          <a:solidFill>
            <a:srgbClr val="6DB6C4"/>
          </a:solidFill>
          <a:ln w="12700">
            <a:solidFill>
              <a:srgbClr val="6DB6C4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3" name="Shape 21">
            <a:extLst>
              <a:ext uri="{FF2B5EF4-FFF2-40B4-BE49-F238E27FC236}">
                <a16:creationId xmlns:a16="http://schemas.microsoft.com/office/drawing/2014/main" id="{1108F5E6-B7A8-BC40-D6BD-8F793120C4BD}"/>
              </a:ext>
            </a:extLst>
          </p:cNvPr>
          <p:cNvSpPr/>
          <p:nvPr/>
        </p:nvSpPr>
        <p:spPr>
          <a:xfrm>
            <a:off x="9217152" y="2057400"/>
            <a:ext cx="2240280" cy="3017520"/>
          </a:xfrm>
          <a:prstGeom prst="roundRect">
            <a:avLst>
              <a:gd name="adj" fmla="val 3265"/>
            </a:avLst>
          </a:prstGeom>
          <a:solidFill>
            <a:srgbClr val="F2E1DC"/>
          </a:solidFill>
          <a:ln w="12700">
            <a:solidFill>
              <a:srgbClr val="C65D4A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0D5FF24F-5D90-7A9C-C4F5-3858E112CA73}"/>
              </a:ext>
            </a:extLst>
          </p:cNvPr>
          <p:cNvSpPr txBox="1"/>
          <p:nvPr/>
        </p:nvSpPr>
        <p:spPr>
          <a:xfrm>
            <a:off x="9445752" y="2359152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C65D4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EVALUATE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DA76F1A4-06D9-9CD0-7A1E-879152D3D800}"/>
              </a:ext>
            </a:extLst>
          </p:cNvPr>
          <p:cNvSpPr txBox="1"/>
          <p:nvPr/>
        </p:nvSpPr>
        <p:spPr>
          <a:xfrm>
            <a:off x="9445752" y="2761488"/>
            <a:ext cx="6583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04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70BFE93B-3EBF-7BBC-707D-C7587E515671}"/>
              </a:ext>
            </a:extLst>
          </p:cNvPr>
          <p:cNvSpPr txBox="1"/>
          <p:nvPr/>
        </p:nvSpPr>
        <p:spPr>
          <a:xfrm>
            <a:off x="9445752" y="3282696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Outcome and learning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B914B770-F36A-AF1A-DE5B-3B083164BC12}"/>
              </a:ext>
            </a:extLst>
          </p:cNvPr>
          <p:cNvSpPr txBox="1"/>
          <p:nvPr/>
        </p:nvSpPr>
        <p:spPr>
          <a:xfrm>
            <a:off x="9445752" y="4005072"/>
            <a:ext cx="1783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Assess hydrologic and biological response.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8" name="Shape 26">
            <a:extLst>
              <a:ext uri="{FF2B5EF4-FFF2-40B4-BE49-F238E27FC236}">
                <a16:creationId xmlns:a16="http://schemas.microsoft.com/office/drawing/2014/main" id="{CA0E9096-3BF7-DD3B-7885-34E392CFB5DC}"/>
              </a:ext>
            </a:extLst>
          </p:cNvPr>
          <p:cNvSpPr/>
          <p:nvPr/>
        </p:nvSpPr>
        <p:spPr>
          <a:xfrm>
            <a:off x="713232" y="5422392"/>
            <a:ext cx="10744200" cy="512064"/>
          </a:xfrm>
          <a:prstGeom prst="roundRect">
            <a:avLst>
              <a:gd name="adj" fmla="val 7143"/>
            </a:avLst>
          </a:prstGeom>
          <a:solidFill>
            <a:srgbClr val="0B3C5D"/>
          </a:solidFill>
          <a:ln w="12700">
            <a:solidFill>
              <a:srgbClr val="0B3C5D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9" name="Text 27">
            <a:extLst>
              <a:ext uri="{FF2B5EF4-FFF2-40B4-BE49-F238E27FC236}">
                <a16:creationId xmlns:a16="http://schemas.microsoft.com/office/drawing/2014/main" id="{F4F4FD67-6A7C-39D1-090C-C8AE8F7C4F48}"/>
              </a:ext>
            </a:extLst>
          </p:cNvPr>
          <p:cNvSpPr txBox="1"/>
          <p:nvPr/>
        </p:nvSpPr>
        <p:spPr>
          <a:xfrm>
            <a:off x="969264" y="5522976"/>
            <a:ext cx="10241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KEY QUESTION  ·  Is each handoff clear, documented, and supported by the right evidence?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0" name="Shape 28">
            <a:extLst>
              <a:ext uri="{FF2B5EF4-FFF2-40B4-BE49-F238E27FC236}">
                <a16:creationId xmlns:a16="http://schemas.microsoft.com/office/drawing/2014/main" id="{3A5B4CB4-884A-4DFA-21F4-CD3B1D6192B4}"/>
              </a:ext>
            </a:extLst>
          </p:cNvPr>
          <p:cNvSpPr/>
          <p:nvPr/>
        </p:nvSpPr>
        <p:spPr>
          <a:xfrm>
            <a:off x="594360" y="6510528"/>
            <a:ext cx="11018520" cy="0"/>
          </a:xfrm>
          <a:prstGeom prst="line">
            <a:avLst/>
          </a:prstGeom>
          <a:noFill/>
          <a:ln w="7620">
            <a:solidFill>
              <a:srgbClr val="A69E8F">
                <a:alpha val="45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1" name="Text 29">
            <a:extLst>
              <a:ext uri="{FF2B5EF4-FFF2-40B4-BE49-F238E27FC236}">
                <a16:creationId xmlns:a16="http://schemas.microsoft.com/office/drawing/2014/main" id="{EC6DB3A4-30FC-7BF7-063E-4E524A6D0004}"/>
              </a:ext>
            </a:extLst>
          </p:cNvPr>
          <p:cNvSpPr txBox="1"/>
          <p:nvPr/>
        </p:nvSpPr>
        <p:spPr>
          <a:xfrm>
            <a:off x="621792" y="6556248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IMPLEMENTATION PATHWAY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2" name="Text 30">
            <a:extLst>
              <a:ext uri="{FF2B5EF4-FFF2-40B4-BE49-F238E27FC236}">
                <a16:creationId xmlns:a16="http://schemas.microsoft.com/office/drawing/2014/main" id="{EBCD4DF9-232B-12F6-21B3-77EFFB32A0E1}"/>
              </a:ext>
            </a:extLst>
          </p:cNvPr>
          <p:cNvSpPr txBox="1"/>
          <p:nvPr/>
        </p:nvSpPr>
        <p:spPr>
          <a:xfrm>
            <a:off x="10972800" y="653796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08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6149162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F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3681235-37FE-E188-C46F-AFD53254ED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BC3674A3-98D2-6543-2409-4570256D8524}"/>
              </a:ext>
            </a:extLst>
          </p:cNvPr>
          <p:cNvSpPr txBox="1"/>
          <p:nvPr/>
        </p:nvSpPr>
        <p:spPr>
          <a:xfrm>
            <a:off x="685800" y="347472"/>
            <a:ext cx="5120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2D7F83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HYDROLOGIC UPDATE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EA101CB9-8EFC-4902-7898-30AE7EB55660}"/>
              </a:ext>
            </a:extLst>
          </p:cNvPr>
          <p:cNvSpPr txBox="1"/>
          <p:nvPr/>
        </p:nvSpPr>
        <p:spPr>
          <a:xfrm>
            <a:off x="685800" y="694944"/>
            <a:ext cx="10515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EAHCP bottom up package with all measures implemented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18B9FFE1-2E39-7CEE-9400-649C3D4EDECB}"/>
              </a:ext>
            </a:extLst>
          </p:cNvPr>
          <p:cNvSpPr txBox="1"/>
          <p:nvPr/>
        </p:nvSpPr>
        <p:spPr>
          <a:xfrm>
            <a:off x="685800" y="1426464"/>
            <a:ext cx="10424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0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Lead with the condition, then connect it directly to implementation.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3C86F745-7247-E316-5B60-DB85C8FEBBB6}"/>
              </a:ext>
            </a:extLst>
          </p:cNvPr>
          <p:cNvSpPr/>
          <p:nvPr/>
        </p:nvSpPr>
        <p:spPr>
          <a:xfrm>
            <a:off x="685800" y="1719072"/>
            <a:ext cx="7635240" cy="4343400"/>
          </a:xfrm>
          <a:prstGeom prst="roundRect">
            <a:avLst>
              <a:gd name="adj" fmla="val 1684"/>
            </a:avLst>
          </a:prstGeom>
          <a:solidFill>
            <a:srgbClr val="FFFFFF"/>
          </a:solidFill>
          <a:ln w="12700">
            <a:solidFill>
              <a:srgbClr val="D5CFC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40A30433-3484-D429-8B74-816374AA40C1}"/>
              </a:ext>
            </a:extLst>
          </p:cNvPr>
          <p:cNvSpPr txBox="1"/>
          <p:nvPr/>
        </p:nvSpPr>
        <p:spPr>
          <a:xfrm>
            <a:off x="941832" y="1883664"/>
            <a:ext cx="71231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SPRINGFLOW THROUGH THE IMPLEMENTATION YEAR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DF709F23-6A7D-E008-F9E4-C89EB13D04BB}"/>
              </a:ext>
            </a:extLst>
          </p:cNvPr>
          <p:cNvSpPr txBox="1"/>
          <p:nvPr/>
        </p:nvSpPr>
        <p:spPr>
          <a:xfrm>
            <a:off x="941832" y="2130552"/>
            <a:ext cx="7123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Illustrative styling: observed flow, threshold band, and implementation annotation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20E7AE24-9AF2-D2C9-F79D-DFBEC64DD9B2}"/>
              </a:ext>
            </a:extLst>
          </p:cNvPr>
          <p:cNvSpPr/>
          <p:nvPr/>
        </p:nvSpPr>
        <p:spPr>
          <a:xfrm>
            <a:off x="1188720" y="2560320"/>
            <a:ext cx="6858000" cy="0"/>
          </a:xfrm>
          <a:prstGeom prst="line">
            <a:avLst/>
          </a:prstGeom>
          <a:noFill/>
          <a:ln w="6350">
            <a:solidFill>
              <a:srgbClr val="D8DEDD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8A3FAFDF-E7DC-906E-2F4A-FC5D7E11634E}"/>
              </a:ext>
            </a:extLst>
          </p:cNvPr>
          <p:cNvSpPr/>
          <p:nvPr/>
        </p:nvSpPr>
        <p:spPr>
          <a:xfrm>
            <a:off x="1188720" y="3337560"/>
            <a:ext cx="6858000" cy="0"/>
          </a:xfrm>
          <a:prstGeom prst="line">
            <a:avLst/>
          </a:prstGeom>
          <a:noFill/>
          <a:ln w="6350">
            <a:solidFill>
              <a:srgbClr val="D8DEDD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D03A00B5-A3D1-BDFB-C0A7-FE8847C1E675}"/>
              </a:ext>
            </a:extLst>
          </p:cNvPr>
          <p:cNvSpPr/>
          <p:nvPr/>
        </p:nvSpPr>
        <p:spPr>
          <a:xfrm>
            <a:off x="1188720" y="4114800"/>
            <a:ext cx="6858000" cy="0"/>
          </a:xfrm>
          <a:prstGeom prst="line">
            <a:avLst/>
          </a:prstGeom>
          <a:noFill/>
          <a:ln w="6350">
            <a:solidFill>
              <a:srgbClr val="D8DEDD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634A1CE2-0F82-8E1E-FD5A-D133A1C08AD8}"/>
              </a:ext>
            </a:extLst>
          </p:cNvPr>
          <p:cNvSpPr/>
          <p:nvPr/>
        </p:nvSpPr>
        <p:spPr>
          <a:xfrm>
            <a:off x="1188720" y="4892040"/>
            <a:ext cx="6858000" cy="0"/>
          </a:xfrm>
          <a:prstGeom prst="line">
            <a:avLst/>
          </a:prstGeom>
          <a:noFill/>
          <a:ln w="6350">
            <a:solidFill>
              <a:srgbClr val="D8DEDD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F56143ED-17CE-6F60-D61E-DE61020A4EC4}"/>
              </a:ext>
            </a:extLst>
          </p:cNvPr>
          <p:cNvSpPr/>
          <p:nvPr/>
        </p:nvSpPr>
        <p:spPr>
          <a:xfrm>
            <a:off x="1188720" y="5669280"/>
            <a:ext cx="6858000" cy="0"/>
          </a:xfrm>
          <a:prstGeom prst="line">
            <a:avLst/>
          </a:prstGeom>
          <a:noFill/>
          <a:ln w="6350">
            <a:solidFill>
              <a:srgbClr val="D8DEDD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631E7D76-B0DE-5D19-56BD-177A93F093F5}"/>
              </a:ext>
            </a:extLst>
          </p:cNvPr>
          <p:cNvSpPr/>
          <p:nvPr/>
        </p:nvSpPr>
        <p:spPr>
          <a:xfrm>
            <a:off x="1188720" y="4332427"/>
            <a:ext cx="6858000" cy="559613"/>
          </a:xfrm>
          <a:prstGeom prst="rect">
            <a:avLst/>
          </a:prstGeom>
          <a:solidFill>
            <a:srgbClr val="F2E1DC">
              <a:alpha val="82000"/>
            </a:srgbClr>
          </a:solidFill>
          <a:ln w="12700">
            <a:solidFill>
              <a:srgbClr val="F2E1DC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E977F980-4841-37CC-79E7-22135DC60174}"/>
              </a:ext>
            </a:extLst>
          </p:cNvPr>
          <p:cNvSpPr txBox="1"/>
          <p:nvPr/>
        </p:nvSpPr>
        <p:spPr>
          <a:xfrm>
            <a:off x="1261872" y="4394606"/>
            <a:ext cx="1188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20" b="1" i="0" u="none" strike="noStrike" kern="1200" cap="none" spc="0" normalizeH="0" baseline="0" noProof="0" dirty="0">
                <a:ln>
                  <a:noFill/>
                </a:ln>
                <a:solidFill>
                  <a:srgbClr val="C65D4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IMPLEMENTATION RANGE</a:t>
            </a:r>
            <a:endParaRPr kumimoji="0" lang="en-US" sz="72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pic>
        <p:nvPicPr>
          <p:cNvPr id="15" name="Image 0" descr="preencoded.png">
            <a:extLst>
              <a:ext uri="{FF2B5EF4-FFF2-40B4-BE49-F238E27FC236}">
                <a16:creationId xmlns:a16="http://schemas.microsoft.com/office/drawing/2014/main" id="{F3B2A824-E46A-D5F4-831A-04E90B1727F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88720" y="2560320"/>
            <a:ext cx="6858000" cy="3108960"/>
          </a:xfrm>
          <a:prstGeom prst="rect">
            <a:avLst/>
          </a:prstGeom>
        </p:spPr>
      </p:pic>
      <p:sp>
        <p:nvSpPr>
          <p:cNvPr id="16" name="Shape 13">
            <a:extLst>
              <a:ext uri="{FF2B5EF4-FFF2-40B4-BE49-F238E27FC236}">
                <a16:creationId xmlns:a16="http://schemas.microsoft.com/office/drawing/2014/main" id="{10C98B35-DDBC-D5B6-7D53-60306E5A9005}"/>
              </a:ext>
            </a:extLst>
          </p:cNvPr>
          <p:cNvSpPr/>
          <p:nvPr/>
        </p:nvSpPr>
        <p:spPr>
          <a:xfrm>
            <a:off x="1188720" y="5669280"/>
            <a:ext cx="6858000" cy="0"/>
          </a:xfrm>
          <a:prstGeom prst="line">
            <a:avLst/>
          </a:prstGeom>
          <a:noFill/>
          <a:ln w="10160">
            <a:solidFill>
              <a:srgbClr val="63747A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7" name="Shape 14">
            <a:extLst>
              <a:ext uri="{FF2B5EF4-FFF2-40B4-BE49-F238E27FC236}">
                <a16:creationId xmlns:a16="http://schemas.microsoft.com/office/drawing/2014/main" id="{BA801503-FB20-051E-B90D-A4C94946D077}"/>
              </a:ext>
            </a:extLst>
          </p:cNvPr>
          <p:cNvSpPr/>
          <p:nvPr/>
        </p:nvSpPr>
        <p:spPr>
          <a:xfrm>
            <a:off x="1188720" y="2560320"/>
            <a:ext cx="0" cy="3108960"/>
          </a:xfrm>
          <a:prstGeom prst="line">
            <a:avLst/>
          </a:prstGeom>
          <a:noFill/>
          <a:ln w="10160">
            <a:solidFill>
              <a:srgbClr val="63747A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3C4D7F10-CDDD-4625-F576-D9063AFA50C0}"/>
              </a:ext>
            </a:extLst>
          </p:cNvPr>
          <p:cNvSpPr txBox="1"/>
          <p:nvPr/>
        </p:nvSpPr>
        <p:spPr>
          <a:xfrm>
            <a:off x="1188720" y="5742432"/>
            <a:ext cx="5486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JAN</a:t>
            </a:r>
            <a:endParaRPr kumimoji="0" lang="en-US" sz="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9" name="Text 16">
            <a:extLst>
              <a:ext uri="{FF2B5EF4-FFF2-40B4-BE49-F238E27FC236}">
                <a16:creationId xmlns:a16="http://schemas.microsoft.com/office/drawing/2014/main" id="{59A86028-B719-C0EC-408C-6BB40C4CB7B5}"/>
              </a:ext>
            </a:extLst>
          </p:cNvPr>
          <p:cNvSpPr txBox="1"/>
          <p:nvPr/>
        </p:nvSpPr>
        <p:spPr>
          <a:xfrm>
            <a:off x="7498080" y="5742432"/>
            <a:ext cx="5486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DEC</a:t>
            </a:r>
            <a:endParaRPr kumimoji="0" lang="en-US" sz="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0" name="Shape 17">
            <a:extLst>
              <a:ext uri="{FF2B5EF4-FFF2-40B4-BE49-F238E27FC236}">
                <a16:creationId xmlns:a16="http://schemas.microsoft.com/office/drawing/2014/main" id="{0A4B3143-5494-6D21-E139-33776C670876}"/>
              </a:ext>
            </a:extLst>
          </p:cNvPr>
          <p:cNvSpPr/>
          <p:nvPr/>
        </p:nvSpPr>
        <p:spPr>
          <a:xfrm>
            <a:off x="8558784" y="1719072"/>
            <a:ext cx="2944368" cy="4343400"/>
          </a:xfrm>
          <a:prstGeom prst="roundRect">
            <a:avLst>
              <a:gd name="adj" fmla="val 2484"/>
            </a:avLst>
          </a:prstGeom>
          <a:solidFill>
            <a:srgbClr val="0B3C5D"/>
          </a:solidFill>
          <a:ln w="12700">
            <a:solidFill>
              <a:srgbClr val="0B3C5D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98ED2409-F678-2F2A-837E-20BFD4F8FD99}"/>
              </a:ext>
            </a:extLst>
          </p:cNvPr>
          <p:cNvSpPr txBox="1"/>
          <p:nvPr/>
        </p:nvSpPr>
        <p:spPr>
          <a:xfrm>
            <a:off x="8869680" y="205740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6DB6C4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CONTEXT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2" name="Text 19">
            <a:extLst>
              <a:ext uri="{FF2B5EF4-FFF2-40B4-BE49-F238E27FC236}">
                <a16:creationId xmlns:a16="http://schemas.microsoft.com/office/drawing/2014/main" id="{34930D1B-97B7-D857-022B-A234F266F850}"/>
              </a:ext>
            </a:extLst>
          </p:cNvPr>
          <p:cNvSpPr txBox="1"/>
          <p:nvPr/>
        </p:nvSpPr>
        <p:spPr>
          <a:xfrm>
            <a:off x="8869680" y="239572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Current condition</a:t>
            </a:r>
            <a:endParaRPr kumimoji="0" lang="en-US" sz="2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3" name="Text 20">
            <a:extLst>
              <a:ext uri="{FF2B5EF4-FFF2-40B4-BE49-F238E27FC236}">
                <a16:creationId xmlns:a16="http://schemas.microsoft.com/office/drawing/2014/main" id="{3C89B48A-DC16-DFAF-5A4F-80A90D9B00DE}"/>
              </a:ext>
            </a:extLst>
          </p:cNvPr>
          <p:cNvSpPr txBox="1"/>
          <p:nvPr/>
        </p:nvSpPr>
        <p:spPr>
          <a:xfrm>
            <a:off x="8869680" y="2843784"/>
            <a:ext cx="2148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DDE8E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Replace with the springflow percentile, trend, or operational category most relevant to the meeting.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4" name="Shape 21">
            <a:extLst>
              <a:ext uri="{FF2B5EF4-FFF2-40B4-BE49-F238E27FC236}">
                <a16:creationId xmlns:a16="http://schemas.microsoft.com/office/drawing/2014/main" id="{03467B04-CD22-0B92-AE52-217A29A04111}"/>
              </a:ext>
            </a:extLst>
          </p:cNvPr>
          <p:cNvSpPr/>
          <p:nvPr/>
        </p:nvSpPr>
        <p:spPr>
          <a:xfrm>
            <a:off x="8869680" y="4041648"/>
            <a:ext cx="2011680" cy="0"/>
          </a:xfrm>
          <a:prstGeom prst="line">
            <a:avLst/>
          </a:prstGeom>
          <a:noFill/>
          <a:ln w="12700">
            <a:solidFill>
              <a:srgbClr val="547C8D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5" name="Text 22">
            <a:extLst>
              <a:ext uri="{FF2B5EF4-FFF2-40B4-BE49-F238E27FC236}">
                <a16:creationId xmlns:a16="http://schemas.microsoft.com/office/drawing/2014/main" id="{F17E8F8B-EB0A-A4FC-09A4-AEFCCD285082}"/>
              </a:ext>
            </a:extLst>
          </p:cNvPr>
          <p:cNvSpPr txBox="1"/>
          <p:nvPr/>
        </p:nvSpPr>
        <p:spPr>
          <a:xfrm>
            <a:off x="8869680" y="429768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6DB6C4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IMPLEMENTATION LINK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6" name="Text 23">
            <a:extLst>
              <a:ext uri="{FF2B5EF4-FFF2-40B4-BE49-F238E27FC236}">
                <a16:creationId xmlns:a16="http://schemas.microsoft.com/office/drawing/2014/main" id="{5327367C-80D0-D668-53BD-D15D86079E00}"/>
              </a:ext>
            </a:extLst>
          </p:cNvPr>
          <p:cNvSpPr txBox="1"/>
          <p:nvPr/>
        </p:nvSpPr>
        <p:spPr>
          <a:xfrm>
            <a:off x="8869680" y="4626864"/>
            <a:ext cx="2148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State the specific program implication in one or two sentences.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7" name="Shape 24">
            <a:extLst>
              <a:ext uri="{FF2B5EF4-FFF2-40B4-BE49-F238E27FC236}">
                <a16:creationId xmlns:a16="http://schemas.microsoft.com/office/drawing/2014/main" id="{42C0B784-D9A5-EC2F-D9B4-21942174493E}"/>
              </a:ext>
            </a:extLst>
          </p:cNvPr>
          <p:cNvSpPr/>
          <p:nvPr/>
        </p:nvSpPr>
        <p:spPr>
          <a:xfrm>
            <a:off x="8869680" y="5559552"/>
            <a:ext cx="941832" cy="283464"/>
          </a:xfrm>
          <a:prstGeom prst="roundRect">
            <a:avLst>
              <a:gd name="adj" fmla="val 25806"/>
            </a:avLst>
          </a:prstGeom>
          <a:solidFill>
            <a:srgbClr val="2D7F83"/>
          </a:solidFill>
          <a:ln w="12700">
            <a:solidFill>
              <a:srgbClr val="2D7F83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8" name="Text 25">
            <a:extLst>
              <a:ext uri="{FF2B5EF4-FFF2-40B4-BE49-F238E27FC236}">
                <a16:creationId xmlns:a16="http://schemas.microsoft.com/office/drawing/2014/main" id="{5D582459-E168-9580-034B-DBA63B154652}"/>
              </a:ext>
            </a:extLst>
          </p:cNvPr>
          <p:cNvSpPr txBox="1"/>
          <p:nvPr/>
        </p:nvSpPr>
        <p:spPr>
          <a:xfrm>
            <a:off x="8961120" y="5568696"/>
            <a:ext cx="75895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OBSERVED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9" name="Shape 26">
            <a:extLst>
              <a:ext uri="{FF2B5EF4-FFF2-40B4-BE49-F238E27FC236}">
                <a16:creationId xmlns:a16="http://schemas.microsoft.com/office/drawing/2014/main" id="{AB2BA40F-1DDB-C0CD-4EA4-7DDA39C6FCD0}"/>
              </a:ext>
            </a:extLst>
          </p:cNvPr>
          <p:cNvSpPr/>
          <p:nvPr/>
        </p:nvSpPr>
        <p:spPr>
          <a:xfrm>
            <a:off x="9902952" y="5559552"/>
            <a:ext cx="1078992" cy="283464"/>
          </a:xfrm>
          <a:prstGeom prst="roundRect">
            <a:avLst>
              <a:gd name="adj" fmla="val 25806"/>
            </a:avLst>
          </a:prstGeom>
          <a:solidFill>
            <a:srgbClr val="C65D4A"/>
          </a:solidFill>
          <a:ln w="12700">
            <a:solidFill>
              <a:srgbClr val="C65D4A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0" name="Text 27">
            <a:extLst>
              <a:ext uri="{FF2B5EF4-FFF2-40B4-BE49-F238E27FC236}">
                <a16:creationId xmlns:a16="http://schemas.microsoft.com/office/drawing/2014/main" id="{B38E642D-DCF2-1DB0-CF52-04E085FEA9F8}"/>
              </a:ext>
            </a:extLst>
          </p:cNvPr>
          <p:cNvSpPr txBox="1"/>
          <p:nvPr/>
        </p:nvSpPr>
        <p:spPr>
          <a:xfrm>
            <a:off x="9994392" y="5568696"/>
            <a:ext cx="89611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THRESHOLD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1" name="Shape 28">
            <a:extLst>
              <a:ext uri="{FF2B5EF4-FFF2-40B4-BE49-F238E27FC236}">
                <a16:creationId xmlns:a16="http://schemas.microsoft.com/office/drawing/2014/main" id="{0BE6FD20-D31D-B3A8-5196-F3E8B913CD61}"/>
              </a:ext>
            </a:extLst>
          </p:cNvPr>
          <p:cNvSpPr/>
          <p:nvPr/>
        </p:nvSpPr>
        <p:spPr>
          <a:xfrm>
            <a:off x="594360" y="6510528"/>
            <a:ext cx="11018520" cy="0"/>
          </a:xfrm>
          <a:prstGeom prst="line">
            <a:avLst/>
          </a:prstGeom>
          <a:noFill/>
          <a:ln w="7620">
            <a:solidFill>
              <a:srgbClr val="A69E8F">
                <a:alpha val="45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2" name="Text 29">
            <a:extLst>
              <a:ext uri="{FF2B5EF4-FFF2-40B4-BE49-F238E27FC236}">
                <a16:creationId xmlns:a16="http://schemas.microsoft.com/office/drawing/2014/main" id="{3F8CBA72-5987-3F2D-2202-AAECDD16CBFD}"/>
              </a:ext>
            </a:extLst>
          </p:cNvPr>
          <p:cNvSpPr txBox="1"/>
          <p:nvPr/>
        </p:nvSpPr>
        <p:spPr>
          <a:xfrm>
            <a:off x="621792" y="6556248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HYDROLOGIC UPDATE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3" name="Text 30">
            <a:extLst>
              <a:ext uri="{FF2B5EF4-FFF2-40B4-BE49-F238E27FC236}">
                <a16:creationId xmlns:a16="http://schemas.microsoft.com/office/drawing/2014/main" id="{2313C54F-71AB-FA42-426B-40FA750EA968}"/>
              </a:ext>
            </a:extLst>
          </p:cNvPr>
          <p:cNvSpPr txBox="1"/>
          <p:nvPr/>
        </p:nvSpPr>
        <p:spPr>
          <a:xfrm>
            <a:off x="10972800" y="653796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1091823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47472"/>
            <a:ext cx="5120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D7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 STATUS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94944"/>
            <a:ext cx="10515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Program components are best reviewed by purpose and status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426464"/>
            <a:ext cx="10424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5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This format works for ASR, VISPO, irrigation suspension, regional conservation, or other measures.</a:t>
            </a:r>
            <a:endParaRPr lang="en-US" sz="145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783080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2D7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COMPONENT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4078224" y="178308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2D7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ROLE IN SPRINGFLOW PROTECTION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9857232" y="178308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D7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CURRENT STATUS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3232" y="2688336"/>
            <a:ext cx="10744200" cy="0"/>
          </a:xfrm>
          <a:prstGeom prst="line">
            <a:avLst/>
          </a:prstGeom>
          <a:noFill/>
          <a:ln w="8890">
            <a:solidFill>
              <a:srgbClr val="D5CF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 txBox="1"/>
          <p:nvPr/>
        </p:nvSpPr>
        <p:spPr>
          <a:xfrm>
            <a:off x="713232" y="2139696"/>
            <a:ext cx="32232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B3C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 component A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043934" y="2139696"/>
            <a:ext cx="52646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24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Describe the mechanism and the operational value it provides.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523476" y="2258568"/>
            <a:ext cx="1719072" cy="283464"/>
          </a:xfrm>
          <a:prstGeom prst="roundRect">
            <a:avLst>
              <a:gd name="adj" fmla="val 25806"/>
            </a:avLst>
          </a:prstGeom>
          <a:solidFill>
            <a:srgbClr val="E5ECE6"/>
          </a:solidFill>
          <a:ln w="12700">
            <a:solidFill>
              <a:srgbClr val="E5EC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 txBox="1"/>
          <p:nvPr/>
        </p:nvSpPr>
        <p:spPr>
          <a:xfrm>
            <a:off x="9614916" y="2267712"/>
            <a:ext cx="15361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4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 TRACK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713232" y="3383280"/>
            <a:ext cx="10744200" cy="0"/>
          </a:xfrm>
          <a:prstGeom prst="line">
            <a:avLst/>
          </a:prstGeom>
          <a:noFill/>
          <a:ln w="8890">
            <a:solidFill>
              <a:srgbClr val="D5CF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 txBox="1"/>
          <p:nvPr/>
        </p:nvSpPr>
        <p:spPr>
          <a:xfrm>
            <a:off x="713232" y="2834640"/>
            <a:ext cx="32232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B3C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 component B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043934" y="2834640"/>
            <a:ext cx="52646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24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Describe the mechanism and the operational value it provides.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9523476" y="2953512"/>
            <a:ext cx="1719072" cy="283464"/>
          </a:xfrm>
          <a:prstGeom prst="roundRect">
            <a:avLst>
              <a:gd name="adj" fmla="val 25806"/>
            </a:avLst>
          </a:prstGeom>
          <a:solidFill>
            <a:srgbClr val="F2E1DC"/>
          </a:solidFill>
          <a:ln w="12700">
            <a:solidFill>
              <a:srgbClr val="F2E1D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 txBox="1"/>
          <p:nvPr/>
        </p:nvSpPr>
        <p:spPr>
          <a:xfrm>
            <a:off x="9614916" y="2962656"/>
            <a:ext cx="15361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4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WATCH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713232" y="4078224"/>
            <a:ext cx="10744200" cy="0"/>
          </a:xfrm>
          <a:prstGeom prst="line">
            <a:avLst/>
          </a:prstGeom>
          <a:noFill/>
          <a:ln w="8890">
            <a:solidFill>
              <a:srgbClr val="D5CF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 txBox="1"/>
          <p:nvPr/>
        </p:nvSpPr>
        <p:spPr>
          <a:xfrm>
            <a:off x="713232" y="3529584"/>
            <a:ext cx="32232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B3C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 component C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4043934" y="3529584"/>
            <a:ext cx="52646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24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Describe the mechanism and the operational value it provides.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9523476" y="3648456"/>
            <a:ext cx="1719072" cy="283464"/>
          </a:xfrm>
          <a:prstGeom prst="roundRect">
            <a:avLst>
              <a:gd name="adj" fmla="val 25806"/>
            </a:avLst>
          </a:prstGeom>
          <a:solidFill>
            <a:srgbClr val="DDECEF"/>
          </a:solidFill>
          <a:ln w="12700">
            <a:solidFill>
              <a:srgbClr val="DDEC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 txBox="1"/>
          <p:nvPr/>
        </p:nvSpPr>
        <p:spPr>
          <a:xfrm>
            <a:off x="9614916" y="3657600"/>
            <a:ext cx="15361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4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ACTIVE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713232" y="4773168"/>
            <a:ext cx="10744200" cy="0"/>
          </a:xfrm>
          <a:prstGeom prst="line">
            <a:avLst/>
          </a:prstGeom>
          <a:noFill/>
          <a:ln w="8890">
            <a:solidFill>
              <a:srgbClr val="D5CF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 txBox="1"/>
          <p:nvPr/>
        </p:nvSpPr>
        <p:spPr>
          <a:xfrm>
            <a:off x="713232" y="4224528"/>
            <a:ext cx="32232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B3C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 component D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4043934" y="4224528"/>
            <a:ext cx="52646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24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Describe the mechanism and the operational value it provides.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9523476" y="4343400"/>
            <a:ext cx="1719072" cy="283464"/>
          </a:xfrm>
          <a:prstGeom prst="roundRect">
            <a:avLst>
              <a:gd name="adj" fmla="val 25806"/>
            </a:avLst>
          </a:prstGeom>
          <a:solidFill>
            <a:srgbClr val="0B3C5D"/>
          </a:solidFill>
          <a:ln w="12700">
            <a:solidFill>
              <a:srgbClr val="0B3C5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 txBox="1"/>
          <p:nvPr/>
        </p:nvSpPr>
        <p:spPr>
          <a:xfrm>
            <a:off x="9614916" y="4352544"/>
            <a:ext cx="15361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COMPLETE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713232" y="5138928"/>
            <a:ext cx="10744200" cy="768096"/>
          </a:xfrm>
          <a:prstGeom prst="roundRect">
            <a:avLst>
              <a:gd name="adj" fmla="val 5952"/>
            </a:avLst>
          </a:prstGeom>
          <a:solidFill>
            <a:srgbClr val="EEEAE2"/>
          </a:solidFill>
          <a:ln w="12700">
            <a:solidFill>
              <a:srgbClr val="EEEA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 txBox="1"/>
          <p:nvPr/>
        </p:nvSpPr>
        <p:spPr>
          <a:xfrm>
            <a:off x="950976" y="5367528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2D7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DISCUSSION PROMPT</a:t>
            </a:r>
            <a:endParaRPr lang="en-US" sz="950" dirty="0"/>
          </a:p>
        </p:txBody>
      </p:sp>
      <p:sp>
        <p:nvSpPr>
          <p:cNvPr id="30" name="Text 28"/>
          <p:cNvSpPr txBox="1"/>
          <p:nvPr/>
        </p:nvSpPr>
        <p:spPr>
          <a:xfrm>
            <a:off x="2523744" y="5257800"/>
            <a:ext cx="8549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B3C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Where is implementation functioning as designed, and where does the committee need additional evidence or context?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594360" y="6510528"/>
            <a:ext cx="11018520" cy="0"/>
          </a:xfrm>
          <a:prstGeom prst="line">
            <a:avLst/>
          </a:prstGeom>
          <a:noFill/>
          <a:ln w="7620">
            <a:solidFill>
              <a:srgbClr val="A69E8F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 txBox="1"/>
          <p:nvPr/>
        </p:nvSpPr>
        <p:spPr>
          <a:xfrm>
            <a:off x="621792" y="6556248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 STATUS</a:t>
            </a:r>
            <a:endParaRPr lang="en-US" sz="850" dirty="0"/>
          </a:p>
        </p:txBody>
      </p:sp>
      <p:sp>
        <p:nvSpPr>
          <p:cNvPr id="33" name="Text 31"/>
          <p:cNvSpPr txBox="1"/>
          <p:nvPr/>
        </p:nvSpPr>
        <p:spPr>
          <a:xfrm>
            <a:off x="10972800" y="653796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47472"/>
            <a:ext cx="5120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D7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MAP + EVIDENCE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94944"/>
            <a:ext cx="10515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Place-based evidence keeps the program grounded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426464"/>
            <a:ext cx="10424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5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this layout for wells, service areas, springs, reaches, refugia, or implementation geography.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85800" y="1673352"/>
            <a:ext cx="7516368" cy="4462272"/>
          </a:xfrm>
          <a:prstGeom prst="roundRect">
            <a:avLst>
              <a:gd name="adj" fmla="val 1639"/>
            </a:avLst>
          </a:prstGeom>
          <a:solidFill>
            <a:srgbClr val="E8ECEA"/>
          </a:solidFill>
          <a:ln w="12700">
            <a:solidFill>
              <a:srgbClr val="D5CF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>
            <a:alphaModFix amt="60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69264" y="1938528"/>
            <a:ext cx="6931152" cy="381304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 rot="480000">
            <a:off x="1965960" y="2779776"/>
            <a:ext cx="4434840" cy="1965960"/>
          </a:xfrm>
          <a:prstGeom prst="arc">
            <a:avLst/>
          </a:prstGeom>
          <a:solidFill>
            <a:srgbClr val="E8ECEA">
              <a:alpha val="0"/>
            </a:srgbClr>
          </a:solidFill>
          <a:ln w="63500">
            <a:solidFill>
              <a:srgbClr val="2D7F8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2880360" y="2971800"/>
            <a:ext cx="182880" cy="182880"/>
          </a:xfrm>
          <a:prstGeom prst="ellipse">
            <a:avLst/>
          </a:prstGeom>
          <a:solidFill>
            <a:srgbClr val="0B3C5D"/>
          </a:solidFill>
          <a:ln w="152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6"/>
          <p:cNvSpPr/>
          <p:nvPr/>
        </p:nvSpPr>
        <p:spPr>
          <a:xfrm>
            <a:off x="4773168" y="3694176"/>
            <a:ext cx="182880" cy="182880"/>
          </a:xfrm>
          <a:prstGeom prst="ellipse">
            <a:avLst/>
          </a:prstGeom>
          <a:solidFill>
            <a:srgbClr val="C65D4A"/>
          </a:solidFill>
          <a:ln w="152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6199632" y="3081528"/>
            <a:ext cx="182880" cy="182880"/>
          </a:xfrm>
          <a:prstGeom prst="ellipse">
            <a:avLst/>
          </a:prstGeom>
          <a:solidFill>
            <a:srgbClr val="0B3C5D"/>
          </a:solidFill>
          <a:ln w="152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987552" y="5632704"/>
            <a:ext cx="1399032" cy="283464"/>
          </a:xfrm>
          <a:prstGeom prst="roundRect">
            <a:avLst>
              <a:gd name="adj" fmla="val 25806"/>
            </a:avLst>
          </a:prstGeom>
          <a:solidFill>
            <a:srgbClr val="0B3C5D"/>
          </a:solidFill>
          <a:ln w="12700">
            <a:solidFill>
              <a:srgbClr val="0B3C5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 txBox="1"/>
          <p:nvPr/>
        </p:nvSpPr>
        <p:spPr>
          <a:xfrm>
            <a:off x="1078992" y="5641848"/>
            <a:ext cx="121615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MAP / GIS FIGURE</a:t>
            </a:r>
            <a:endParaRPr lang="en-US" sz="950" dirty="0"/>
          </a:p>
        </p:txBody>
      </p:sp>
      <p:sp>
        <p:nvSpPr>
          <p:cNvPr id="13" name="Text 10"/>
          <p:cNvSpPr txBox="1"/>
          <p:nvPr/>
        </p:nvSpPr>
        <p:spPr>
          <a:xfrm>
            <a:off x="2532888" y="5632704"/>
            <a:ext cx="5257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105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Replace this placeholder with an exported map. Preserve generous margins and keep legends compact.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8549640" y="1847088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2D7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THE MAP SHOWS</a:t>
            </a:r>
            <a:endParaRPr lang="en-US" sz="950" dirty="0"/>
          </a:p>
        </p:txBody>
      </p:sp>
      <p:sp>
        <p:nvSpPr>
          <p:cNvPr id="15" name="Text 12"/>
          <p:cNvSpPr txBox="1"/>
          <p:nvPr/>
        </p:nvSpPr>
        <p:spPr>
          <a:xfrm>
            <a:off x="8549640" y="222199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</a:t>
            </a:r>
            <a:endParaRPr lang="en-US" sz="2400" dirty="0"/>
          </a:p>
        </p:txBody>
      </p:sp>
      <p:sp>
        <p:nvSpPr>
          <p:cNvPr id="16" name="Text 13"/>
          <p:cNvSpPr txBox="1"/>
          <p:nvPr/>
        </p:nvSpPr>
        <p:spPr>
          <a:xfrm>
            <a:off x="9052560" y="2212848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B3C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Location-specific finding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9052560" y="2587752"/>
            <a:ext cx="20116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sentence interpreting the first feature or spatial pattern.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8549640" y="344728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</a:t>
            </a:r>
            <a:endParaRPr lang="en-US" sz="2400" dirty="0"/>
          </a:p>
        </p:txBody>
      </p:sp>
      <p:sp>
        <p:nvSpPr>
          <p:cNvPr id="19" name="Text 16"/>
          <p:cNvSpPr txBox="1"/>
          <p:nvPr/>
        </p:nvSpPr>
        <p:spPr>
          <a:xfrm>
            <a:off x="9052560" y="3438144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B3C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Implementation connection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9052560" y="3813048"/>
            <a:ext cx="20116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sentence connecting geography to program operations or risk.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8549640" y="467258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C65D4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</a:t>
            </a:r>
            <a:endParaRPr lang="en-US" sz="2400" dirty="0"/>
          </a:p>
        </p:txBody>
      </p:sp>
      <p:sp>
        <p:nvSpPr>
          <p:cNvPr id="22" name="Text 19"/>
          <p:cNvSpPr txBox="1"/>
          <p:nvPr/>
        </p:nvSpPr>
        <p:spPr>
          <a:xfrm>
            <a:off x="9052560" y="466344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B3C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Point requiring attention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9052560" y="5038344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coral only for an exception, threshold, or discussion item.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594360" y="6510528"/>
            <a:ext cx="11018520" cy="0"/>
          </a:xfrm>
          <a:prstGeom prst="line">
            <a:avLst/>
          </a:prstGeom>
          <a:noFill/>
          <a:ln w="7620">
            <a:solidFill>
              <a:srgbClr val="A69E8F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2"/>
          <p:cNvSpPr txBox="1"/>
          <p:nvPr/>
        </p:nvSpPr>
        <p:spPr>
          <a:xfrm>
            <a:off x="621792" y="6556248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SPATIAL EVIDENCE</a:t>
            </a:r>
            <a:endParaRPr lang="en-US" sz="850" dirty="0"/>
          </a:p>
        </p:txBody>
      </p:sp>
      <p:sp>
        <p:nvSpPr>
          <p:cNvPr id="26" name="Text 23"/>
          <p:cNvSpPr txBox="1"/>
          <p:nvPr/>
        </p:nvSpPr>
        <p:spPr>
          <a:xfrm>
            <a:off x="10972800" y="653796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47472"/>
            <a:ext cx="5120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D7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IMPLEMENTATION PATHWAY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94944"/>
            <a:ext cx="10515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Show how evidence becomes implementation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426464"/>
            <a:ext cx="10424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5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simple pathway clarifies triggers, responsibilities, and intended outcomes.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713232" y="2057400"/>
            <a:ext cx="2240280" cy="3017520"/>
          </a:xfrm>
          <a:prstGeom prst="roundRect">
            <a:avLst>
              <a:gd name="adj" fmla="val 3265"/>
            </a:avLst>
          </a:prstGeom>
          <a:solidFill>
            <a:srgbClr val="DDECEF"/>
          </a:solidFill>
          <a:ln w="12700">
            <a:solidFill>
              <a:srgbClr val="D5CF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 txBox="1"/>
          <p:nvPr/>
        </p:nvSpPr>
        <p:spPr>
          <a:xfrm>
            <a:off x="941832" y="2359152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2D7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OBSERVE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941832" y="2761488"/>
            <a:ext cx="6583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01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941832" y="3282696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Hydrologic signal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941832" y="4005072"/>
            <a:ext cx="1783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Monitoring, forecasts, and operational conditions.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072384" y="3172968"/>
            <a:ext cx="301752" cy="594360"/>
          </a:xfrm>
          <a:prstGeom prst="chevron">
            <a:avLst/>
          </a:prstGeom>
          <a:solidFill>
            <a:srgbClr val="6DB6C4"/>
          </a:solidFill>
          <a:ln w="12700">
            <a:solidFill>
              <a:srgbClr val="6DB6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3547872" y="2057400"/>
            <a:ext cx="2240280" cy="3017520"/>
          </a:xfrm>
          <a:prstGeom prst="roundRect">
            <a:avLst>
              <a:gd name="adj" fmla="val 3265"/>
            </a:avLst>
          </a:prstGeom>
          <a:solidFill>
            <a:srgbClr val="E5ECE6"/>
          </a:solidFill>
          <a:ln w="12700">
            <a:solidFill>
              <a:srgbClr val="D5CF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 txBox="1"/>
          <p:nvPr/>
        </p:nvSpPr>
        <p:spPr>
          <a:xfrm>
            <a:off x="3776472" y="2359152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2D7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INTERPRET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3776472" y="2761488"/>
            <a:ext cx="6583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02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3776472" y="3282696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Program determination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3776472" y="4005072"/>
            <a:ext cx="1783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Apply thresholds, rules, and professional judgment.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907024" y="3172968"/>
            <a:ext cx="301752" cy="594360"/>
          </a:xfrm>
          <a:prstGeom prst="chevron">
            <a:avLst/>
          </a:prstGeom>
          <a:solidFill>
            <a:srgbClr val="6DB6C4"/>
          </a:solidFill>
          <a:ln w="12700">
            <a:solidFill>
              <a:srgbClr val="6DB6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6382512" y="2057400"/>
            <a:ext cx="2240280" cy="3017520"/>
          </a:xfrm>
          <a:prstGeom prst="roundRect">
            <a:avLst>
              <a:gd name="adj" fmla="val 3265"/>
            </a:avLst>
          </a:prstGeom>
          <a:solidFill>
            <a:srgbClr val="EEEAE2"/>
          </a:solidFill>
          <a:ln w="12700">
            <a:solidFill>
              <a:srgbClr val="D5CF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 txBox="1"/>
          <p:nvPr/>
        </p:nvSpPr>
        <p:spPr>
          <a:xfrm>
            <a:off x="6611112" y="2359152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2D7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6611112" y="2761488"/>
            <a:ext cx="6583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03</a:t>
            </a:r>
            <a:endParaRPr lang="en-US" sz="2400" dirty="0"/>
          </a:p>
        </p:txBody>
      </p:sp>
      <p:sp>
        <p:nvSpPr>
          <p:cNvPr id="20" name="Text 18"/>
          <p:cNvSpPr txBox="1"/>
          <p:nvPr/>
        </p:nvSpPr>
        <p:spPr>
          <a:xfrm>
            <a:off x="6611112" y="3282696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Implementation action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6611112" y="4005072"/>
            <a:ext cx="1783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Activate, sustain, adjust, or conclude the measure.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8741664" y="3172968"/>
            <a:ext cx="301752" cy="594360"/>
          </a:xfrm>
          <a:prstGeom prst="chevron">
            <a:avLst/>
          </a:prstGeom>
          <a:solidFill>
            <a:srgbClr val="6DB6C4"/>
          </a:solidFill>
          <a:ln w="12700">
            <a:solidFill>
              <a:srgbClr val="6DB6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9217152" y="2057400"/>
            <a:ext cx="2240280" cy="3017520"/>
          </a:xfrm>
          <a:prstGeom prst="roundRect">
            <a:avLst>
              <a:gd name="adj" fmla="val 3265"/>
            </a:avLst>
          </a:prstGeom>
          <a:solidFill>
            <a:srgbClr val="F2E1DC"/>
          </a:solidFill>
          <a:ln w="12700">
            <a:solidFill>
              <a:srgbClr val="C65D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 txBox="1"/>
          <p:nvPr/>
        </p:nvSpPr>
        <p:spPr>
          <a:xfrm>
            <a:off x="9445752" y="2359152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C65D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9445752" y="2761488"/>
            <a:ext cx="6583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04</a:t>
            </a:r>
            <a:endParaRPr lang="en-US" sz="2400" dirty="0"/>
          </a:p>
        </p:txBody>
      </p:sp>
      <p:sp>
        <p:nvSpPr>
          <p:cNvPr id="26" name="Text 24"/>
          <p:cNvSpPr txBox="1"/>
          <p:nvPr/>
        </p:nvSpPr>
        <p:spPr>
          <a:xfrm>
            <a:off x="9445752" y="3282696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Outcome and learning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9445752" y="4005072"/>
            <a:ext cx="1783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Assess hydrologic and biological response.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713232" y="5422392"/>
            <a:ext cx="10744200" cy="512064"/>
          </a:xfrm>
          <a:prstGeom prst="roundRect">
            <a:avLst>
              <a:gd name="adj" fmla="val 7143"/>
            </a:avLst>
          </a:prstGeom>
          <a:solidFill>
            <a:srgbClr val="0B3C5D"/>
          </a:solidFill>
          <a:ln w="12700">
            <a:solidFill>
              <a:srgbClr val="0B3C5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 txBox="1"/>
          <p:nvPr/>
        </p:nvSpPr>
        <p:spPr>
          <a:xfrm>
            <a:off x="969264" y="5522976"/>
            <a:ext cx="10241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KEY QUESTION  ·  Is each handoff clear, documented, and supported by the right evidence?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594360" y="6510528"/>
            <a:ext cx="11018520" cy="0"/>
          </a:xfrm>
          <a:prstGeom prst="line">
            <a:avLst/>
          </a:prstGeom>
          <a:noFill/>
          <a:ln w="7620">
            <a:solidFill>
              <a:srgbClr val="A69E8F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 txBox="1"/>
          <p:nvPr/>
        </p:nvSpPr>
        <p:spPr>
          <a:xfrm>
            <a:off x="621792" y="6556248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IMPLEMENTATION PATHWAY</a:t>
            </a:r>
            <a:endParaRPr lang="en-US" sz="850" dirty="0"/>
          </a:p>
        </p:txBody>
      </p:sp>
      <p:sp>
        <p:nvSpPr>
          <p:cNvPr id="32" name="Text 30"/>
          <p:cNvSpPr txBox="1"/>
          <p:nvPr/>
        </p:nvSpPr>
        <p:spPr>
          <a:xfrm>
            <a:off x="10972800" y="653796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47472"/>
            <a:ext cx="5120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D7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HYDROLOGIC UPDATE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94944"/>
            <a:ext cx="10515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Hydrologic conditions set the operating context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426464"/>
            <a:ext cx="10424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5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Lead with the condition, then connect it directly to implementation.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85800" y="1719072"/>
            <a:ext cx="7635240" cy="4343400"/>
          </a:xfrm>
          <a:prstGeom prst="roundRect">
            <a:avLst>
              <a:gd name="adj" fmla="val 1684"/>
            </a:avLst>
          </a:prstGeom>
          <a:solidFill>
            <a:srgbClr val="FFFFFF"/>
          </a:solidFill>
          <a:ln w="12700">
            <a:solidFill>
              <a:srgbClr val="D5CF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 txBox="1"/>
          <p:nvPr/>
        </p:nvSpPr>
        <p:spPr>
          <a:xfrm>
            <a:off x="941832" y="1883664"/>
            <a:ext cx="71231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B3C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SPRINGFLOW THROUGH THE IMPLEMENTATION YEAR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41832" y="2130552"/>
            <a:ext cx="7123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5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Illustrative styling: observed flow, threshold band, and implementation annotation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1188720" y="2560320"/>
            <a:ext cx="6858000" cy="0"/>
          </a:xfrm>
          <a:prstGeom prst="line">
            <a:avLst/>
          </a:prstGeom>
          <a:noFill/>
          <a:ln w="6350">
            <a:solidFill>
              <a:srgbClr val="D8DE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1188720" y="3337560"/>
            <a:ext cx="6858000" cy="0"/>
          </a:xfrm>
          <a:prstGeom prst="line">
            <a:avLst/>
          </a:prstGeom>
          <a:noFill/>
          <a:ln w="6350">
            <a:solidFill>
              <a:srgbClr val="D8DE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1188720" y="4114800"/>
            <a:ext cx="6858000" cy="0"/>
          </a:xfrm>
          <a:prstGeom prst="line">
            <a:avLst/>
          </a:prstGeom>
          <a:noFill/>
          <a:ln w="6350">
            <a:solidFill>
              <a:srgbClr val="D8DE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1188720" y="4892040"/>
            <a:ext cx="6858000" cy="0"/>
          </a:xfrm>
          <a:prstGeom prst="line">
            <a:avLst/>
          </a:prstGeom>
          <a:noFill/>
          <a:ln w="6350">
            <a:solidFill>
              <a:srgbClr val="D8DE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1188720" y="5669280"/>
            <a:ext cx="6858000" cy="0"/>
          </a:xfrm>
          <a:prstGeom prst="line">
            <a:avLst/>
          </a:prstGeom>
          <a:noFill/>
          <a:ln w="6350">
            <a:solidFill>
              <a:srgbClr val="D8DE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1188720" y="4332427"/>
            <a:ext cx="6858000" cy="559613"/>
          </a:xfrm>
          <a:prstGeom prst="rect">
            <a:avLst/>
          </a:prstGeom>
          <a:solidFill>
            <a:srgbClr val="F2E1DC">
              <a:alpha val="82000"/>
            </a:srgbClr>
          </a:solidFill>
          <a:ln w="12700">
            <a:solidFill>
              <a:srgbClr val="F2E1D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 txBox="1"/>
          <p:nvPr/>
        </p:nvSpPr>
        <p:spPr>
          <a:xfrm>
            <a:off x="1261872" y="4394606"/>
            <a:ext cx="1188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C65D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IMPLEMENTATION RANGE</a:t>
            </a:r>
            <a:endParaRPr lang="en-US" sz="720" dirty="0"/>
          </a:p>
        </p:txBody>
      </p:sp>
      <p:pic>
        <p:nvPicPr>
          <p:cNvPr id="15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88720" y="2560320"/>
            <a:ext cx="6858000" cy="3108960"/>
          </a:xfrm>
          <a:prstGeom prst="rect">
            <a:avLst/>
          </a:prstGeom>
        </p:spPr>
      </p:pic>
      <p:sp>
        <p:nvSpPr>
          <p:cNvPr id="16" name="Shape 13"/>
          <p:cNvSpPr/>
          <p:nvPr/>
        </p:nvSpPr>
        <p:spPr>
          <a:xfrm>
            <a:off x="1188720" y="5669280"/>
            <a:ext cx="6858000" cy="0"/>
          </a:xfrm>
          <a:prstGeom prst="line">
            <a:avLst/>
          </a:prstGeom>
          <a:noFill/>
          <a:ln w="10160">
            <a:solidFill>
              <a:srgbClr val="6374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4"/>
          <p:cNvSpPr/>
          <p:nvPr/>
        </p:nvSpPr>
        <p:spPr>
          <a:xfrm>
            <a:off x="1188720" y="2560320"/>
            <a:ext cx="0" cy="3108960"/>
          </a:xfrm>
          <a:prstGeom prst="line">
            <a:avLst/>
          </a:prstGeom>
          <a:noFill/>
          <a:ln w="10160">
            <a:solidFill>
              <a:srgbClr val="6374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 txBox="1"/>
          <p:nvPr/>
        </p:nvSpPr>
        <p:spPr>
          <a:xfrm>
            <a:off x="1188720" y="5742432"/>
            <a:ext cx="5486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70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JAN</a:t>
            </a:r>
            <a:endParaRPr lang="en-US" sz="700" dirty="0"/>
          </a:p>
        </p:txBody>
      </p:sp>
      <p:sp>
        <p:nvSpPr>
          <p:cNvPr id="19" name="Text 16"/>
          <p:cNvSpPr txBox="1"/>
          <p:nvPr/>
        </p:nvSpPr>
        <p:spPr>
          <a:xfrm>
            <a:off x="7498080" y="5742432"/>
            <a:ext cx="5486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buNone/>
            </a:pPr>
            <a:r>
              <a:rPr lang="en-US" sz="70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</a:t>
            </a:r>
            <a:endParaRPr lang="en-US" sz="700" dirty="0"/>
          </a:p>
        </p:txBody>
      </p:sp>
      <p:sp>
        <p:nvSpPr>
          <p:cNvPr id="20" name="Shape 17"/>
          <p:cNvSpPr/>
          <p:nvPr/>
        </p:nvSpPr>
        <p:spPr>
          <a:xfrm>
            <a:off x="8558784" y="1719072"/>
            <a:ext cx="2944368" cy="4343400"/>
          </a:xfrm>
          <a:prstGeom prst="roundRect">
            <a:avLst>
              <a:gd name="adj" fmla="val 2484"/>
            </a:avLst>
          </a:prstGeom>
          <a:solidFill>
            <a:srgbClr val="0B3C5D"/>
          </a:solidFill>
          <a:ln w="12700">
            <a:solidFill>
              <a:srgbClr val="0B3C5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8"/>
          <p:cNvSpPr txBox="1"/>
          <p:nvPr/>
        </p:nvSpPr>
        <p:spPr>
          <a:xfrm>
            <a:off x="8869680" y="205740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6DB6C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CONTEXT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8869680" y="239572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Current condition</a:t>
            </a:r>
            <a:endParaRPr lang="en-US" sz="2200" dirty="0"/>
          </a:p>
        </p:txBody>
      </p:sp>
      <p:sp>
        <p:nvSpPr>
          <p:cNvPr id="23" name="Text 20"/>
          <p:cNvSpPr txBox="1"/>
          <p:nvPr/>
        </p:nvSpPr>
        <p:spPr>
          <a:xfrm>
            <a:off x="8869680" y="2843784"/>
            <a:ext cx="2148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DDE8E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Replace with the springflow percentile, trend, or operational category most relevant to the meeting.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8869680" y="4041648"/>
            <a:ext cx="2011680" cy="0"/>
          </a:xfrm>
          <a:prstGeom prst="line">
            <a:avLst/>
          </a:prstGeom>
          <a:noFill/>
          <a:ln w="12700">
            <a:solidFill>
              <a:srgbClr val="547C8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2"/>
          <p:cNvSpPr txBox="1"/>
          <p:nvPr/>
        </p:nvSpPr>
        <p:spPr>
          <a:xfrm>
            <a:off x="8869680" y="429768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6DB6C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IMPLEMENTATION LINK</a:t>
            </a:r>
            <a:endParaRPr lang="en-US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8869680" y="4626864"/>
            <a:ext cx="2148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State the specific program implication in one or two sentences.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8869680" y="5559552"/>
            <a:ext cx="941832" cy="283464"/>
          </a:xfrm>
          <a:prstGeom prst="roundRect">
            <a:avLst>
              <a:gd name="adj" fmla="val 25806"/>
            </a:avLst>
          </a:prstGeom>
          <a:solidFill>
            <a:srgbClr val="2D7F83"/>
          </a:solidFill>
          <a:ln w="12700">
            <a:solidFill>
              <a:srgbClr val="2D7F8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5"/>
          <p:cNvSpPr txBox="1"/>
          <p:nvPr/>
        </p:nvSpPr>
        <p:spPr>
          <a:xfrm>
            <a:off x="8961120" y="5568696"/>
            <a:ext cx="75895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OBSERVED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9902952" y="5559552"/>
            <a:ext cx="1078992" cy="283464"/>
          </a:xfrm>
          <a:prstGeom prst="roundRect">
            <a:avLst>
              <a:gd name="adj" fmla="val 25806"/>
            </a:avLst>
          </a:prstGeom>
          <a:solidFill>
            <a:srgbClr val="C65D4A"/>
          </a:solidFill>
          <a:ln w="12700">
            <a:solidFill>
              <a:srgbClr val="C65D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7"/>
          <p:cNvSpPr txBox="1"/>
          <p:nvPr/>
        </p:nvSpPr>
        <p:spPr>
          <a:xfrm>
            <a:off x="9994392" y="5568696"/>
            <a:ext cx="89611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THRESHOLD</a:t>
            </a:r>
            <a:endParaRPr lang="en-US" sz="950" dirty="0"/>
          </a:p>
        </p:txBody>
      </p:sp>
      <p:sp>
        <p:nvSpPr>
          <p:cNvPr id="31" name="Shape 28"/>
          <p:cNvSpPr/>
          <p:nvPr/>
        </p:nvSpPr>
        <p:spPr>
          <a:xfrm>
            <a:off x="594360" y="6510528"/>
            <a:ext cx="11018520" cy="0"/>
          </a:xfrm>
          <a:prstGeom prst="line">
            <a:avLst/>
          </a:prstGeom>
          <a:noFill/>
          <a:ln w="7620">
            <a:solidFill>
              <a:srgbClr val="A69E8F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29"/>
          <p:cNvSpPr txBox="1"/>
          <p:nvPr/>
        </p:nvSpPr>
        <p:spPr>
          <a:xfrm>
            <a:off x="621792" y="6556248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HYDROLOGIC UPDATE</a:t>
            </a:r>
            <a:endParaRPr lang="en-US" sz="850" dirty="0"/>
          </a:p>
        </p:txBody>
      </p:sp>
      <p:sp>
        <p:nvSpPr>
          <p:cNvPr id="33" name="Text 30"/>
          <p:cNvSpPr txBox="1"/>
          <p:nvPr/>
        </p:nvSpPr>
        <p:spPr>
          <a:xfrm>
            <a:off x="10972800" y="653796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47472"/>
            <a:ext cx="5120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D7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MONITORING FINDINGS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94944"/>
            <a:ext cx="10515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Pair the condition with the response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426464"/>
            <a:ext cx="10424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5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aligned figures when the comparison—not either figure alone—is the message.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85800" y="1737360"/>
            <a:ext cx="5358384" cy="4187952"/>
          </a:xfrm>
          <a:prstGeom prst="roundRect">
            <a:avLst>
              <a:gd name="adj" fmla="val 1747"/>
            </a:avLst>
          </a:prstGeom>
          <a:solidFill>
            <a:srgbClr val="FFFFFF"/>
          </a:solidFill>
          <a:ln w="12700">
            <a:solidFill>
              <a:srgbClr val="D5CF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 txBox="1"/>
          <p:nvPr/>
        </p:nvSpPr>
        <p:spPr>
          <a:xfrm>
            <a:off x="923544" y="1911096"/>
            <a:ext cx="488289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B3C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· HYDROLOGIC CONDITION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23544" y="2167128"/>
            <a:ext cx="48828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5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Examples: springflow, index well, pumping, recharge, or climate signal.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1124712" y="2606040"/>
            <a:ext cx="4645152" cy="0"/>
          </a:xfrm>
          <a:prstGeom prst="line">
            <a:avLst/>
          </a:prstGeom>
          <a:noFill/>
          <a:ln w="6350">
            <a:solidFill>
              <a:srgbClr val="D8DEDD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1124712" y="3351276"/>
            <a:ext cx="4645152" cy="0"/>
          </a:xfrm>
          <a:prstGeom prst="line">
            <a:avLst/>
          </a:prstGeom>
          <a:noFill/>
          <a:ln w="6350">
            <a:solidFill>
              <a:srgbClr val="D8DEDD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1124712" y="4096512"/>
            <a:ext cx="4645152" cy="0"/>
          </a:xfrm>
          <a:prstGeom prst="line">
            <a:avLst/>
          </a:prstGeom>
          <a:noFill/>
          <a:ln w="6350">
            <a:solidFill>
              <a:srgbClr val="D8DEDD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1124712" y="4841748"/>
            <a:ext cx="4645152" cy="0"/>
          </a:xfrm>
          <a:prstGeom prst="line">
            <a:avLst/>
          </a:prstGeom>
          <a:noFill/>
          <a:ln w="6350">
            <a:solidFill>
              <a:srgbClr val="D8DEDD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1124712" y="5586984"/>
            <a:ext cx="4645152" cy="0"/>
          </a:xfrm>
          <a:prstGeom prst="line">
            <a:avLst/>
          </a:prstGeom>
          <a:noFill/>
          <a:ln w="6350">
            <a:solidFill>
              <a:srgbClr val="D8DEDD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1124712" y="5586984"/>
            <a:ext cx="4645152" cy="0"/>
          </a:xfrm>
          <a:prstGeom prst="line">
            <a:avLst/>
          </a:prstGeom>
          <a:noFill/>
          <a:ln w="10160">
            <a:solidFill>
              <a:srgbClr val="6374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1124712" y="2606040"/>
            <a:ext cx="0" cy="2980944"/>
          </a:xfrm>
          <a:prstGeom prst="line">
            <a:avLst/>
          </a:prstGeom>
          <a:noFill/>
          <a:ln w="10160">
            <a:solidFill>
              <a:srgbClr val="6374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 txBox="1"/>
          <p:nvPr/>
        </p:nvSpPr>
        <p:spPr>
          <a:xfrm>
            <a:off x="2532888" y="5696712"/>
            <a:ext cx="1828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TIME / SITE / CATEGORY</a:t>
            </a:r>
            <a:endParaRPr lang="en-US" sz="750" dirty="0"/>
          </a:p>
        </p:txBody>
      </p:sp>
      <p:sp>
        <p:nvSpPr>
          <p:cNvPr id="16" name="Text 14"/>
          <p:cNvSpPr txBox="1"/>
          <p:nvPr/>
        </p:nvSpPr>
        <p:spPr>
          <a:xfrm>
            <a:off x="731520" y="39319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MEASURE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6153912" y="1737360"/>
            <a:ext cx="5358384" cy="4187952"/>
          </a:xfrm>
          <a:prstGeom prst="roundRect">
            <a:avLst>
              <a:gd name="adj" fmla="val 1747"/>
            </a:avLst>
          </a:prstGeom>
          <a:solidFill>
            <a:srgbClr val="FFFFFF"/>
          </a:solidFill>
          <a:ln w="12700">
            <a:solidFill>
              <a:srgbClr val="D5CF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 txBox="1"/>
          <p:nvPr/>
        </p:nvSpPr>
        <p:spPr>
          <a:xfrm>
            <a:off x="6391656" y="1911096"/>
            <a:ext cx="488289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B3C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 · PROGRAM RESPONSE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391656" y="2167128"/>
            <a:ext cx="48828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5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Examples: volume conserved, action timing, participation, or biological indicator.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6592824" y="2606040"/>
            <a:ext cx="4645152" cy="0"/>
          </a:xfrm>
          <a:prstGeom prst="line">
            <a:avLst/>
          </a:prstGeom>
          <a:noFill/>
          <a:ln w="6350">
            <a:solidFill>
              <a:srgbClr val="D8DEDD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6592824" y="3351276"/>
            <a:ext cx="4645152" cy="0"/>
          </a:xfrm>
          <a:prstGeom prst="line">
            <a:avLst/>
          </a:prstGeom>
          <a:noFill/>
          <a:ln w="6350">
            <a:solidFill>
              <a:srgbClr val="D8DEDD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6592824" y="4096512"/>
            <a:ext cx="4645152" cy="0"/>
          </a:xfrm>
          <a:prstGeom prst="line">
            <a:avLst/>
          </a:prstGeom>
          <a:noFill/>
          <a:ln w="6350">
            <a:solidFill>
              <a:srgbClr val="D8DEDD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6592824" y="4841748"/>
            <a:ext cx="4645152" cy="0"/>
          </a:xfrm>
          <a:prstGeom prst="line">
            <a:avLst/>
          </a:prstGeom>
          <a:noFill/>
          <a:ln w="6350">
            <a:solidFill>
              <a:srgbClr val="D8DEDD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6592824" y="5586984"/>
            <a:ext cx="4645152" cy="0"/>
          </a:xfrm>
          <a:prstGeom prst="line">
            <a:avLst/>
          </a:prstGeom>
          <a:noFill/>
          <a:ln w="6350">
            <a:solidFill>
              <a:srgbClr val="D8DEDD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6592824" y="5586984"/>
            <a:ext cx="4645152" cy="0"/>
          </a:xfrm>
          <a:prstGeom prst="line">
            <a:avLst/>
          </a:prstGeom>
          <a:noFill/>
          <a:ln w="10160">
            <a:solidFill>
              <a:srgbClr val="6374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6592824" y="2606040"/>
            <a:ext cx="0" cy="2980944"/>
          </a:xfrm>
          <a:prstGeom prst="line">
            <a:avLst/>
          </a:prstGeom>
          <a:noFill/>
          <a:ln w="10160">
            <a:solidFill>
              <a:srgbClr val="6374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 txBox="1"/>
          <p:nvPr/>
        </p:nvSpPr>
        <p:spPr>
          <a:xfrm>
            <a:off x="8001000" y="5696712"/>
            <a:ext cx="1828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TIME / SITE / CATEGORY</a:t>
            </a:r>
            <a:endParaRPr lang="en-US" sz="750" dirty="0"/>
          </a:p>
        </p:txBody>
      </p:sp>
      <p:sp>
        <p:nvSpPr>
          <p:cNvPr id="28" name="Text 26"/>
          <p:cNvSpPr txBox="1"/>
          <p:nvPr/>
        </p:nvSpPr>
        <p:spPr>
          <a:xfrm>
            <a:off x="6199632" y="39319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MEASURE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5285232" y="3520440"/>
            <a:ext cx="1563624" cy="283464"/>
          </a:xfrm>
          <a:prstGeom prst="roundRect">
            <a:avLst>
              <a:gd name="adj" fmla="val 25806"/>
            </a:avLst>
          </a:prstGeom>
          <a:solidFill>
            <a:srgbClr val="2D7F83"/>
          </a:solidFill>
          <a:ln w="12700">
            <a:solidFill>
              <a:srgbClr val="2D7F8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 txBox="1"/>
          <p:nvPr/>
        </p:nvSpPr>
        <p:spPr>
          <a:xfrm>
            <a:off x="5376672" y="3529584"/>
            <a:ext cx="138074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COMPARE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94360" y="6510528"/>
            <a:ext cx="11018520" cy="0"/>
          </a:xfrm>
          <a:prstGeom prst="line">
            <a:avLst/>
          </a:prstGeom>
          <a:noFill/>
          <a:ln w="7620">
            <a:solidFill>
              <a:srgbClr val="A69E8F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 txBox="1"/>
          <p:nvPr/>
        </p:nvSpPr>
        <p:spPr>
          <a:xfrm>
            <a:off x="621792" y="6556248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MONITORING FINDINGS</a:t>
            </a:r>
            <a:endParaRPr lang="en-US" sz="850" dirty="0"/>
          </a:p>
        </p:txBody>
      </p:sp>
      <p:sp>
        <p:nvSpPr>
          <p:cNvPr id="33" name="Text 31"/>
          <p:cNvSpPr txBox="1"/>
          <p:nvPr/>
        </p:nvSpPr>
        <p:spPr>
          <a:xfrm>
            <a:off x="10972800" y="653796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47472"/>
            <a:ext cx="5120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D7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TO USE THIS DECK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94944"/>
            <a:ext cx="10515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Template design system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426464"/>
            <a:ext cx="10424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5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Keep this slide as a reference, then remove it from the final briefing.</a:t>
            </a:r>
            <a:endParaRPr lang="en-US" sz="145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93852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D7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PALETTE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85800" y="2286000"/>
            <a:ext cx="1078992" cy="530352"/>
          </a:xfrm>
          <a:prstGeom prst="roundRect">
            <a:avLst>
              <a:gd name="adj" fmla="val 8621"/>
            </a:avLst>
          </a:prstGeom>
          <a:solidFill>
            <a:srgbClr val="0B3C5D"/>
          </a:solidFill>
          <a:ln w="12700">
            <a:solidFill>
              <a:srgbClr val="0B3C5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 txBox="1"/>
          <p:nvPr/>
        </p:nvSpPr>
        <p:spPr>
          <a:xfrm>
            <a:off x="685800" y="2889504"/>
            <a:ext cx="10789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AQUIFER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3099816"/>
            <a:ext cx="10789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#0B3C5D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984248" y="2286000"/>
            <a:ext cx="1078992" cy="530352"/>
          </a:xfrm>
          <a:prstGeom prst="roundRect">
            <a:avLst>
              <a:gd name="adj" fmla="val 8621"/>
            </a:avLst>
          </a:prstGeom>
          <a:solidFill>
            <a:srgbClr val="2D7F83"/>
          </a:solidFill>
          <a:ln w="12700">
            <a:solidFill>
              <a:srgbClr val="2D7F8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 txBox="1"/>
          <p:nvPr/>
        </p:nvSpPr>
        <p:spPr>
          <a:xfrm>
            <a:off x="1984248" y="2889504"/>
            <a:ext cx="10789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SPRING</a:t>
            </a:r>
            <a:endParaRPr lang="en-US" sz="750" dirty="0"/>
          </a:p>
        </p:txBody>
      </p:sp>
      <p:sp>
        <p:nvSpPr>
          <p:cNvPr id="11" name="Text 9"/>
          <p:cNvSpPr txBox="1"/>
          <p:nvPr/>
        </p:nvSpPr>
        <p:spPr>
          <a:xfrm>
            <a:off x="1984248" y="3099816"/>
            <a:ext cx="10789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#2D7F83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3282696" y="2286000"/>
            <a:ext cx="1078992" cy="530352"/>
          </a:xfrm>
          <a:prstGeom prst="roundRect">
            <a:avLst>
              <a:gd name="adj" fmla="val 8621"/>
            </a:avLst>
          </a:prstGeom>
          <a:solidFill>
            <a:srgbClr val="6DB6C4"/>
          </a:solidFill>
          <a:ln w="12700">
            <a:solidFill>
              <a:srgbClr val="6DB6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 txBox="1"/>
          <p:nvPr/>
        </p:nvSpPr>
        <p:spPr>
          <a:xfrm>
            <a:off x="3282696" y="2889504"/>
            <a:ext cx="10789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FLOW</a:t>
            </a:r>
            <a:endParaRPr lang="en-US" sz="750" dirty="0"/>
          </a:p>
        </p:txBody>
      </p:sp>
      <p:sp>
        <p:nvSpPr>
          <p:cNvPr id="14" name="Text 12"/>
          <p:cNvSpPr txBox="1"/>
          <p:nvPr/>
        </p:nvSpPr>
        <p:spPr>
          <a:xfrm>
            <a:off x="3282696" y="3099816"/>
            <a:ext cx="10789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#6DB6C4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4581144" y="2286000"/>
            <a:ext cx="1078992" cy="530352"/>
          </a:xfrm>
          <a:prstGeom prst="roundRect">
            <a:avLst>
              <a:gd name="adj" fmla="val 8621"/>
            </a:avLst>
          </a:prstGeom>
          <a:solidFill>
            <a:srgbClr val="5F7D68"/>
          </a:solidFill>
          <a:ln w="12700">
            <a:solidFill>
              <a:srgbClr val="5F7D6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 txBox="1"/>
          <p:nvPr/>
        </p:nvSpPr>
        <p:spPr>
          <a:xfrm>
            <a:off x="4581144" y="2889504"/>
            <a:ext cx="10789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CYPRESS</a:t>
            </a:r>
            <a:endParaRPr lang="en-US" sz="750" dirty="0"/>
          </a:p>
        </p:txBody>
      </p:sp>
      <p:sp>
        <p:nvSpPr>
          <p:cNvPr id="17" name="Text 15"/>
          <p:cNvSpPr txBox="1"/>
          <p:nvPr/>
        </p:nvSpPr>
        <p:spPr>
          <a:xfrm>
            <a:off x="4581144" y="3099816"/>
            <a:ext cx="10789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#5F7D68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5879592" y="2286000"/>
            <a:ext cx="1078992" cy="530352"/>
          </a:xfrm>
          <a:prstGeom prst="roundRect">
            <a:avLst>
              <a:gd name="adj" fmla="val 8621"/>
            </a:avLst>
          </a:prstGeom>
          <a:solidFill>
            <a:srgbClr val="D5CFC2"/>
          </a:solidFill>
          <a:ln w="12700">
            <a:solidFill>
              <a:srgbClr val="D5CF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 txBox="1"/>
          <p:nvPr/>
        </p:nvSpPr>
        <p:spPr>
          <a:xfrm>
            <a:off x="5879592" y="2889504"/>
            <a:ext cx="10789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LIMESTONE</a:t>
            </a:r>
            <a:endParaRPr lang="en-US" sz="750" dirty="0"/>
          </a:p>
        </p:txBody>
      </p:sp>
      <p:sp>
        <p:nvSpPr>
          <p:cNvPr id="20" name="Text 18"/>
          <p:cNvSpPr txBox="1"/>
          <p:nvPr/>
        </p:nvSpPr>
        <p:spPr>
          <a:xfrm>
            <a:off x="5879592" y="3099816"/>
            <a:ext cx="10789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#D5CFC2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7178040" y="2286000"/>
            <a:ext cx="1078992" cy="530352"/>
          </a:xfrm>
          <a:prstGeom prst="roundRect">
            <a:avLst>
              <a:gd name="adj" fmla="val 8621"/>
            </a:avLst>
          </a:prstGeom>
          <a:solidFill>
            <a:srgbClr val="C65D4A"/>
          </a:solidFill>
          <a:ln w="12700">
            <a:solidFill>
              <a:srgbClr val="C65D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 txBox="1"/>
          <p:nvPr/>
        </p:nvSpPr>
        <p:spPr>
          <a:xfrm>
            <a:off x="7178040" y="2889504"/>
            <a:ext cx="10789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ALERT</a:t>
            </a:r>
            <a:endParaRPr lang="en-US" sz="750" dirty="0"/>
          </a:p>
        </p:txBody>
      </p:sp>
      <p:sp>
        <p:nvSpPr>
          <p:cNvPr id="23" name="Text 21"/>
          <p:cNvSpPr txBox="1"/>
          <p:nvPr/>
        </p:nvSpPr>
        <p:spPr>
          <a:xfrm>
            <a:off x="7178040" y="3099816"/>
            <a:ext cx="10789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#C65D4A</a:t>
            </a:r>
            <a:endParaRPr lang="en-US" sz="750" dirty="0"/>
          </a:p>
        </p:txBody>
      </p:sp>
      <p:sp>
        <p:nvSpPr>
          <p:cNvPr id="24" name="Text 22"/>
          <p:cNvSpPr txBox="1"/>
          <p:nvPr/>
        </p:nvSpPr>
        <p:spPr>
          <a:xfrm>
            <a:off x="8641080" y="193852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D7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TYPE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8641080" y="2267712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Aptos Display</a:t>
            </a:r>
            <a:endParaRPr lang="en-US" sz="2500" dirty="0"/>
          </a:p>
        </p:txBody>
      </p:sp>
      <p:sp>
        <p:nvSpPr>
          <p:cNvPr id="26" name="Text 24"/>
          <p:cNvSpPr txBox="1"/>
          <p:nvPr/>
        </p:nvSpPr>
        <p:spPr>
          <a:xfrm>
            <a:off x="8641080" y="2706624"/>
            <a:ext cx="25603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Scientific headings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8641080" y="3072384"/>
            <a:ext cx="2651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24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Aptos supports compact technical prose, tables, captions, and annotation.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85800" y="3886200"/>
            <a:ext cx="5166360" cy="1572768"/>
          </a:xfrm>
          <a:prstGeom prst="roundRect">
            <a:avLst>
              <a:gd name="adj" fmla="val 3488"/>
            </a:avLst>
          </a:prstGeom>
          <a:solidFill>
            <a:srgbClr val="FFFFFF"/>
          </a:solidFill>
          <a:ln w="12700">
            <a:solidFill>
              <a:srgbClr val="D5CF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 txBox="1"/>
          <p:nvPr/>
        </p:nvSpPr>
        <p:spPr>
          <a:xfrm>
            <a:off x="950976" y="416052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D7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SLIDE RULE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950976" y="4489704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One scientific message per slide.</a:t>
            </a:r>
            <a:endParaRPr lang="en-US" sz="2200" dirty="0"/>
          </a:p>
        </p:txBody>
      </p:sp>
      <p:sp>
        <p:nvSpPr>
          <p:cNvPr id="31" name="Text 29"/>
          <p:cNvSpPr txBox="1"/>
          <p:nvPr/>
        </p:nvSpPr>
        <p:spPr>
          <a:xfrm>
            <a:off x="950976" y="4919472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25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 headline to state the finding—not merely name the topic.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6108192" y="3886200"/>
            <a:ext cx="5166360" cy="1572768"/>
          </a:xfrm>
          <a:prstGeom prst="roundRect">
            <a:avLst>
              <a:gd name="adj" fmla="val 3488"/>
            </a:avLst>
          </a:prstGeom>
          <a:solidFill>
            <a:srgbClr val="DDECEF"/>
          </a:solidFill>
          <a:ln w="12700">
            <a:solidFill>
              <a:srgbClr val="DDEC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 txBox="1"/>
          <p:nvPr/>
        </p:nvSpPr>
        <p:spPr>
          <a:xfrm>
            <a:off x="6373368" y="416052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D7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FIGURE RULE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6373368" y="4489704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Direct attention with one accent.</a:t>
            </a:r>
            <a:endParaRPr lang="en-US" sz="2200" dirty="0"/>
          </a:p>
        </p:txBody>
      </p:sp>
      <p:sp>
        <p:nvSpPr>
          <p:cNvPr id="35" name="Text 33"/>
          <p:cNvSpPr txBox="1"/>
          <p:nvPr/>
        </p:nvSpPr>
        <p:spPr>
          <a:xfrm>
            <a:off x="6373368" y="4919472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25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Most data stay aquifer blue or gray; coral marks thresholds, exceptions, or decisions.</a:t>
            </a:r>
            <a:endParaRPr lang="en-US" sz="1250" dirty="0"/>
          </a:p>
        </p:txBody>
      </p:sp>
      <p:sp>
        <p:nvSpPr>
          <p:cNvPr id="36" name="Shape 34"/>
          <p:cNvSpPr/>
          <p:nvPr/>
        </p:nvSpPr>
        <p:spPr>
          <a:xfrm>
            <a:off x="594360" y="6510528"/>
            <a:ext cx="11018520" cy="0"/>
          </a:xfrm>
          <a:prstGeom prst="line">
            <a:avLst/>
          </a:prstGeom>
          <a:noFill/>
          <a:ln w="7620">
            <a:solidFill>
              <a:srgbClr val="A69E8F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 txBox="1"/>
          <p:nvPr/>
        </p:nvSpPr>
        <p:spPr>
          <a:xfrm>
            <a:off x="621792" y="6556248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TEMPLATE GUIDANCE</a:t>
            </a:r>
            <a:endParaRPr lang="en-US" sz="850" dirty="0"/>
          </a:p>
        </p:txBody>
      </p:sp>
      <p:sp>
        <p:nvSpPr>
          <p:cNvPr id="38" name="Text 36"/>
          <p:cNvSpPr txBox="1"/>
          <p:nvPr/>
        </p:nvSpPr>
        <p:spPr>
          <a:xfrm>
            <a:off x="10972800" y="653796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47472"/>
            <a:ext cx="5120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D7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CORE MESSAGE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94944"/>
            <a:ext cx="10515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Springflow protection is an operating system—not a single measure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426464"/>
            <a:ext cx="10424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5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a declarative headline to frame the evidence on the slide.</a:t>
            </a:r>
            <a:endParaRPr lang="en-US" sz="145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87452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2D7F8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478024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0B3C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CONNECTED FUNCTIONS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78892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25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Hydrologic monitoring, implementation actions, and biological outcomes should read as one connected story.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977640" y="1874520"/>
            <a:ext cx="7498080" cy="361188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 w="12700">
            <a:solidFill>
              <a:srgbClr val="D5CF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 txBox="1"/>
          <p:nvPr/>
        </p:nvSpPr>
        <p:spPr>
          <a:xfrm>
            <a:off x="4215384" y="2048256"/>
            <a:ext cx="70225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B3C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 FIGURE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4215384" y="2304288"/>
            <a:ext cx="70225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5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Drop in the primary plot, map, or monitoring result supporting the headline.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416552" y="2743200"/>
            <a:ext cx="6784848" cy="0"/>
          </a:xfrm>
          <a:prstGeom prst="line">
            <a:avLst/>
          </a:prstGeom>
          <a:noFill/>
          <a:ln w="6350">
            <a:solidFill>
              <a:srgbClr val="D8DEDD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4416552" y="3344418"/>
            <a:ext cx="6784848" cy="0"/>
          </a:xfrm>
          <a:prstGeom prst="line">
            <a:avLst/>
          </a:prstGeom>
          <a:noFill/>
          <a:ln w="6350">
            <a:solidFill>
              <a:srgbClr val="D8DEDD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4416552" y="3945636"/>
            <a:ext cx="6784848" cy="0"/>
          </a:xfrm>
          <a:prstGeom prst="line">
            <a:avLst/>
          </a:prstGeom>
          <a:noFill/>
          <a:ln w="6350">
            <a:solidFill>
              <a:srgbClr val="D8DEDD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4416552" y="4546854"/>
            <a:ext cx="6784848" cy="0"/>
          </a:xfrm>
          <a:prstGeom prst="line">
            <a:avLst/>
          </a:prstGeom>
          <a:noFill/>
          <a:ln w="6350">
            <a:solidFill>
              <a:srgbClr val="D8DEDD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4416552" y="5148072"/>
            <a:ext cx="6784848" cy="0"/>
          </a:xfrm>
          <a:prstGeom prst="line">
            <a:avLst/>
          </a:prstGeom>
          <a:noFill/>
          <a:ln w="6350">
            <a:solidFill>
              <a:srgbClr val="D8DEDD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4416552" y="5148072"/>
            <a:ext cx="6784848" cy="0"/>
          </a:xfrm>
          <a:prstGeom prst="line">
            <a:avLst/>
          </a:prstGeom>
          <a:noFill/>
          <a:ln w="10160">
            <a:solidFill>
              <a:srgbClr val="6374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4416552" y="2743200"/>
            <a:ext cx="0" cy="2404872"/>
          </a:xfrm>
          <a:prstGeom prst="line">
            <a:avLst/>
          </a:prstGeom>
          <a:noFill/>
          <a:ln w="10160">
            <a:solidFill>
              <a:srgbClr val="6374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 txBox="1"/>
          <p:nvPr/>
        </p:nvSpPr>
        <p:spPr>
          <a:xfrm>
            <a:off x="6894576" y="5257800"/>
            <a:ext cx="1828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TIME / SITE / CATEGORY</a:t>
            </a:r>
            <a:endParaRPr lang="en-US" sz="750" dirty="0"/>
          </a:p>
        </p:txBody>
      </p:sp>
      <p:sp>
        <p:nvSpPr>
          <p:cNvPr id="19" name="Text 17"/>
          <p:cNvSpPr txBox="1"/>
          <p:nvPr/>
        </p:nvSpPr>
        <p:spPr>
          <a:xfrm>
            <a:off x="4023360" y="37810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MEASURE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3977640" y="5650992"/>
            <a:ext cx="7498080" cy="493776"/>
          </a:xfrm>
          <a:prstGeom prst="roundRect">
            <a:avLst>
              <a:gd name="adj" fmla="val 7407"/>
            </a:avLst>
          </a:prstGeom>
          <a:solidFill>
            <a:srgbClr val="DDECEF"/>
          </a:solidFill>
          <a:ln w="12700">
            <a:solidFill>
              <a:srgbClr val="DDEC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 txBox="1"/>
          <p:nvPr/>
        </p:nvSpPr>
        <p:spPr>
          <a:xfrm>
            <a:off x="4251960" y="5742432"/>
            <a:ext cx="69494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0B3C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TAKEAWAY  ·  Explain what changed, why it matters, and what the program is doing about it.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94360" y="6510528"/>
            <a:ext cx="11018520" cy="0"/>
          </a:xfrm>
          <a:prstGeom prst="line">
            <a:avLst/>
          </a:prstGeom>
          <a:noFill/>
          <a:ln w="7620">
            <a:solidFill>
              <a:srgbClr val="A69E8F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 txBox="1"/>
          <p:nvPr/>
        </p:nvSpPr>
        <p:spPr>
          <a:xfrm>
            <a:off x="621792" y="6556248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SPRINGFLOW PROTECTION</a:t>
            </a:r>
            <a:endParaRPr lang="en-US" sz="850" dirty="0"/>
          </a:p>
        </p:txBody>
      </p:sp>
      <p:sp>
        <p:nvSpPr>
          <p:cNvPr id="24" name="Text 22"/>
          <p:cNvSpPr txBox="1"/>
          <p:nvPr/>
        </p:nvSpPr>
        <p:spPr>
          <a:xfrm>
            <a:off x="10972800" y="653796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3C5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47472"/>
            <a:ext cx="5120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DB6C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DISCUSSION / DECISION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94944"/>
            <a:ext cx="10515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should the committee discuss?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426464"/>
            <a:ext cx="10424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50" dirty="0">
                <a:solidFill>
                  <a:srgbClr val="D7E4E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this slide to convert information into focused scientific dialogue.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713232" y="1874520"/>
            <a:ext cx="10771632" cy="987552"/>
          </a:xfrm>
          <a:prstGeom prst="roundRect">
            <a:avLst>
              <a:gd name="adj" fmla="val 5556"/>
            </a:avLst>
          </a:prstGeom>
          <a:solidFill>
            <a:srgbClr val="123F5B"/>
          </a:solidFill>
          <a:ln w="10160">
            <a:solidFill>
              <a:srgbClr val="416B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 txBox="1"/>
          <p:nvPr/>
        </p:nvSpPr>
        <p:spPr>
          <a:xfrm>
            <a:off x="960120" y="2075688"/>
            <a:ext cx="530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94BBC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01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1627632" y="2020824"/>
            <a:ext cx="4160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Is the evidence sufficient?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5870448" y="2020824"/>
            <a:ext cx="5074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D6E4E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Identify gaps in monitoring, interpretation, or communication.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13232" y="3108960"/>
            <a:ext cx="10771632" cy="987552"/>
          </a:xfrm>
          <a:prstGeom prst="roundRect">
            <a:avLst>
              <a:gd name="adj" fmla="val 5556"/>
            </a:avLst>
          </a:prstGeom>
          <a:solidFill>
            <a:srgbClr val="123F5B"/>
          </a:solidFill>
          <a:ln w="10160">
            <a:solidFill>
              <a:srgbClr val="416B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 txBox="1"/>
          <p:nvPr/>
        </p:nvSpPr>
        <p:spPr>
          <a:xfrm>
            <a:off x="960120" y="3310128"/>
            <a:ext cx="530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94BBC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02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1627632" y="3255264"/>
            <a:ext cx="4160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85000" lnSpcReduction="10000"/>
          </a:bodyPr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Is implementation performing as intended?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5870448" y="3255264"/>
            <a:ext cx="5074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D6E4E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Separate operational execution from environmental outcome.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13232" y="4343400"/>
            <a:ext cx="10771632" cy="987552"/>
          </a:xfrm>
          <a:prstGeom prst="roundRect">
            <a:avLst>
              <a:gd name="adj" fmla="val 5556"/>
            </a:avLst>
          </a:prstGeom>
          <a:solidFill>
            <a:srgbClr val="174C68"/>
          </a:solidFill>
          <a:ln w="10160">
            <a:solidFill>
              <a:srgbClr val="416B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 txBox="1"/>
          <p:nvPr/>
        </p:nvSpPr>
        <p:spPr>
          <a:xfrm>
            <a:off x="960120" y="4544568"/>
            <a:ext cx="530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6DB6C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03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1627632" y="4489704"/>
            <a:ext cx="4160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should change before the next cycle?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5870448" y="4489704"/>
            <a:ext cx="5074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D6E4E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Name a specific analysis, action, or decision owner.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94360" y="6510528"/>
            <a:ext cx="11018520" cy="0"/>
          </a:xfrm>
          <a:prstGeom prst="line">
            <a:avLst/>
          </a:prstGeom>
          <a:noFill/>
          <a:ln w="7620">
            <a:solidFill>
              <a:srgbClr val="5D7E8D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 txBox="1"/>
          <p:nvPr/>
        </p:nvSpPr>
        <p:spPr>
          <a:xfrm>
            <a:off x="621792" y="6556248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DDE8E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COMMITTEE DISCUSSION</a:t>
            </a:r>
            <a:endParaRPr lang="en-US" sz="850" dirty="0"/>
          </a:p>
        </p:txBody>
      </p:sp>
      <p:sp>
        <p:nvSpPr>
          <p:cNvPr id="19" name="Text 17"/>
          <p:cNvSpPr txBox="1"/>
          <p:nvPr/>
        </p:nvSpPr>
        <p:spPr>
          <a:xfrm>
            <a:off x="10972800" y="653796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DDE8E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</a:t>
            </a:r>
            <a:endParaRPr lang="en-US" sz="8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47472"/>
            <a:ext cx="5120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D7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NEXT STEPS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94944"/>
            <a:ext cx="10515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Looking forward: protect the next implementation cycle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426464"/>
            <a:ext cx="10424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5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Organize the close around near-term commitments—not a generic summary.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713232" y="1874520"/>
            <a:ext cx="3273552" cy="3639312"/>
          </a:xfrm>
          <a:prstGeom prst="roundRect">
            <a:avLst>
              <a:gd name="adj" fmla="val 2235"/>
            </a:avLst>
          </a:prstGeom>
          <a:solidFill>
            <a:srgbClr val="FFFFFF"/>
          </a:solidFill>
          <a:ln w="12700">
            <a:solidFill>
              <a:srgbClr val="D5CF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 txBox="1"/>
          <p:nvPr/>
        </p:nvSpPr>
        <p:spPr>
          <a:xfrm>
            <a:off x="987552" y="2185416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NOW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987552" y="2542032"/>
            <a:ext cx="2697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Before the next operational milestone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987552" y="3447288"/>
            <a:ext cx="2670048" cy="14813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300" dirty="0">
                <a:solidFill>
                  <a:srgbClr val="24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Confirm current status</a:t>
            </a:r>
            <a:endParaRPr lang="en-US" sz="1300" dirty="0"/>
          </a:p>
          <a:p>
            <a:pPr marL="177800" indent="-177800">
              <a:buSzPct val="100000"/>
              <a:buChar char="•"/>
            </a:pPr>
            <a:r>
              <a:rPr lang="en-US" sz="1300" dirty="0">
                <a:solidFill>
                  <a:srgbClr val="24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Close immediate data gaps</a:t>
            </a:r>
            <a:endParaRPr lang="en-US" sz="1300" dirty="0"/>
          </a:p>
          <a:p>
            <a:pPr marL="177800" indent="-177800">
              <a:buSzPct val="100000"/>
              <a:buChar char="•"/>
            </a:pPr>
            <a:r>
              <a:rPr lang="en-US" sz="1300" dirty="0">
                <a:solidFill>
                  <a:srgbClr val="24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Document decisions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98264" y="1874520"/>
            <a:ext cx="3273552" cy="3639312"/>
          </a:xfrm>
          <a:prstGeom prst="roundRect">
            <a:avLst>
              <a:gd name="adj" fmla="val 2235"/>
            </a:avLst>
          </a:prstGeom>
          <a:solidFill>
            <a:srgbClr val="DDECEF"/>
          </a:solidFill>
          <a:ln w="20320">
            <a:solidFill>
              <a:srgbClr val="6DB6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 txBox="1"/>
          <p:nvPr/>
        </p:nvSpPr>
        <p:spPr>
          <a:xfrm>
            <a:off x="4672584" y="2185416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2D7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NEXT CYCLE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4672584" y="2542032"/>
            <a:ext cx="2697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Before the next committee meeting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4672584" y="3447288"/>
            <a:ext cx="2670048" cy="14813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300" dirty="0">
                <a:solidFill>
                  <a:srgbClr val="24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Complete targeted analyses</a:t>
            </a:r>
            <a:endParaRPr lang="en-US" sz="1300" dirty="0"/>
          </a:p>
          <a:p>
            <a:pPr marL="177800" indent="-177800">
              <a:buSzPct val="100000"/>
              <a:buChar char="•"/>
            </a:pPr>
            <a:r>
              <a:rPr lang="en-US" sz="1300" dirty="0">
                <a:solidFill>
                  <a:srgbClr val="24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Refine presentation of triggers</a:t>
            </a:r>
            <a:endParaRPr lang="en-US" sz="1300" dirty="0"/>
          </a:p>
          <a:p>
            <a:pPr marL="177800" indent="-177800">
              <a:buSzPct val="100000"/>
              <a:buChar char="•"/>
            </a:pPr>
            <a:r>
              <a:rPr lang="en-US" sz="1300" dirty="0">
                <a:solidFill>
                  <a:srgbClr val="24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Track agreed actions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083296" y="1874520"/>
            <a:ext cx="3273552" cy="3639312"/>
          </a:xfrm>
          <a:prstGeom prst="roundRect">
            <a:avLst>
              <a:gd name="adj" fmla="val 2235"/>
            </a:avLst>
          </a:prstGeom>
          <a:solidFill>
            <a:srgbClr val="FFFFFF"/>
          </a:solidFill>
          <a:ln w="12700">
            <a:solidFill>
              <a:srgbClr val="D5CF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 txBox="1"/>
          <p:nvPr/>
        </p:nvSpPr>
        <p:spPr>
          <a:xfrm>
            <a:off x="8357616" y="2185416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LONGER TERM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8357616" y="2542032"/>
            <a:ext cx="2697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Program learning agenda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8357616" y="3447288"/>
            <a:ext cx="2670048" cy="14813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300" dirty="0">
                <a:solidFill>
                  <a:srgbClr val="24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Improve integration across measures</a:t>
            </a:r>
            <a:endParaRPr lang="en-US" sz="1300" dirty="0"/>
          </a:p>
          <a:p>
            <a:pPr marL="177800" indent="-177800">
              <a:buSzPct val="100000"/>
              <a:buChar char="•"/>
            </a:pPr>
            <a:r>
              <a:rPr lang="en-US" sz="1300" dirty="0">
                <a:solidFill>
                  <a:srgbClr val="24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 performance over time</a:t>
            </a:r>
            <a:endParaRPr lang="en-US" sz="1300" dirty="0"/>
          </a:p>
          <a:p>
            <a:pPr marL="177800" indent="-177800">
              <a:buSzPct val="100000"/>
              <a:buChar char="•"/>
            </a:pPr>
            <a:r>
              <a:rPr lang="en-US" sz="1300" dirty="0">
                <a:solidFill>
                  <a:srgbClr val="24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Identify adaptive changes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13232" y="5751576"/>
            <a:ext cx="10652760" cy="329184"/>
          </a:xfrm>
          <a:prstGeom prst="roundRect">
            <a:avLst>
              <a:gd name="adj" fmla="val 11111"/>
            </a:avLst>
          </a:prstGeom>
          <a:solidFill>
            <a:srgbClr val="2D7F83"/>
          </a:solidFill>
          <a:ln w="12700">
            <a:solidFill>
              <a:srgbClr val="2D7F8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 txBox="1"/>
          <p:nvPr/>
        </p:nvSpPr>
        <p:spPr>
          <a:xfrm>
            <a:off x="941832" y="5797296"/>
            <a:ext cx="1016812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CLOSE WITH OWNERSHIP  ·  Who will do what, by when, and what evidence will show completion?</a:t>
            </a:r>
            <a:endParaRPr lang="en-US" sz="1120" dirty="0"/>
          </a:p>
        </p:txBody>
      </p:sp>
      <p:sp>
        <p:nvSpPr>
          <p:cNvPr id="19" name="Shape 17"/>
          <p:cNvSpPr/>
          <p:nvPr/>
        </p:nvSpPr>
        <p:spPr>
          <a:xfrm>
            <a:off x="594360" y="6510528"/>
            <a:ext cx="11018520" cy="0"/>
          </a:xfrm>
          <a:prstGeom prst="line">
            <a:avLst/>
          </a:prstGeom>
          <a:noFill/>
          <a:ln w="7620">
            <a:solidFill>
              <a:srgbClr val="A69E8F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 txBox="1"/>
          <p:nvPr/>
        </p:nvSpPr>
        <p:spPr>
          <a:xfrm>
            <a:off x="621792" y="6556248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LOOKING FORWARD</a:t>
            </a:r>
            <a:endParaRPr lang="en-US" sz="850" dirty="0"/>
          </a:p>
        </p:txBody>
      </p:sp>
      <p:sp>
        <p:nvSpPr>
          <p:cNvPr id="21" name="Text 19"/>
          <p:cNvSpPr txBox="1"/>
          <p:nvPr/>
        </p:nvSpPr>
        <p:spPr>
          <a:xfrm>
            <a:off x="10972800" y="653796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</a:t>
            </a:r>
            <a:endParaRPr lang="en-US" sz="8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EEAE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3794760"/>
            <a:ext cx="12188952" cy="278892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>
            <a:alphaModFix amt="18000"/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995160" y="-1051560"/>
            <a:ext cx="5760720" cy="576072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758952" y="658368"/>
            <a:ext cx="5120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D7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EAHCP · SPRINGFLOW PROTECTION</a:t>
            </a:r>
            <a:endParaRPr lang="en-US" sz="1000" dirty="0"/>
          </a:p>
        </p:txBody>
      </p:sp>
      <p:sp>
        <p:nvSpPr>
          <p:cNvPr id="5" name="Text 1"/>
          <p:cNvSpPr txBox="1"/>
          <p:nvPr/>
        </p:nvSpPr>
        <p:spPr>
          <a:xfrm>
            <a:off x="758952" y="1225296"/>
            <a:ext cx="6126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Questions and</a:t>
            </a:r>
            <a:endParaRPr lang="en-US" sz="4000" dirty="0"/>
          </a:p>
          <a:p>
            <a:pPr marL="0" indent="0" algn="l">
              <a:buNone/>
            </a:pPr>
            <a:r>
              <a:rPr lang="en-US" sz="40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discussion</a:t>
            </a:r>
            <a:endParaRPr lang="en-US" sz="4000" dirty="0"/>
          </a:p>
        </p:txBody>
      </p:sp>
      <p:sp>
        <p:nvSpPr>
          <p:cNvPr id="6" name="Text 2"/>
          <p:cNvSpPr txBox="1"/>
          <p:nvPr/>
        </p:nvSpPr>
        <p:spPr>
          <a:xfrm>
            <a:off x="786384" y="283464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Appendix slides may follow using the same figure and status layouts.</a:t>
            </a:r>
            <a:endParaRPr lang="en-US" sz="1500" dirty="0"/>
          </a:p>
        </p:txBody>
      </p:sp>
      <p:sp>
        <p:nvSpPr>
          <p:cNvPr id="7" name="Text 3"/>
          <p:cNvSpPr txBox="1"/>
          <p:nvPr/>
        </p:nvSpPr>
        <p:spPr>
          <a:xfrm>
            <a:off x="786384" y="5779008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2D7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PRESENTER  ·  TITLE  ·  CONTACT</a:t>
            </a:r>
            <a:endParaRPr lang="en-US" sz="950" dirty="0"/>
          </a:p>
        </p:txBody>
      </p:sp>
      <p:sp>
        <p:nvSpPr>
          <p:cNvPr id="8" name="Text 4"/>
          <p:cNvSpPr txBox="1"/>
          <p:nvPr/>
        </p:nvSpPr>
        <p:spPr>
          <a:xfrm>
            <a:off x="786384" y="6108192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0B3C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Edwards Aquifer Habitat Conservation Plan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2049</TotalTime>
  <Words>1904</Words>
  <Application>Microsoft Office PowerPoint</Application>
  <PresentationFormat>Widescreen</PresentationFormat>
  <Paragraphs>387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1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Edwards Aquifer Authority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EAHCP Springflow Protection Programs — Scientific Presentation Template</dc:title>
  <dc:subject>EAHCP Springflow Protection Programs presentation template</dc:subject>
  <dc:creator>OpenAI</dc:creator>
  <cp:lastModifiedBy>Chad Furl</cp:lastModifiedBy>
  <cp:revision>1</cp:revision>
  <dcterms:created xsi:type="dcterms:W3CDTF">2026-07-21T14:31:18Z</dcterms:created>
  <dcterms:modified xsi:type="dcterms:W3CDTF">2026-07-27T13:51:07Z</dcterms:modified>
</cp:coreProperties>
</file>